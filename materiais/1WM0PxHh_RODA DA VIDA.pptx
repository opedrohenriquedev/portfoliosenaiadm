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AED84D-BEA7-4139-A39A-50877EBFFE18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7AC67881-932E-4E82-AFDE-6005A7754DA3}">
      <dgm:prSet phldrT="[Texto]"/>
      <dgm:spPr/>
      <dgm:t>
        <a:bodyPr/>
        <a:lstStyle/>
        <a:p>
          <a:r>
            <a:rPr lang="pt-BR" u="none" dirty="0" smtClean="0"/>
            <a:t>Saúde</a:t>
          </a:r>
          <a:endParaRPr lang="pt-BR" u="none" dirty="0"/>
        </a:p>
      </dgm:t>
    </dgm:pt>
    <dgm:pt modelId="{8C9EC6F4-70C1-40C4-8704-B35831E809AA}" type="parTrans" cxnId="{29A85B45-3138-4C67-BC7A-A751146C7403}">
      <dgm:prSet/>
      <dgm:spPr/>
      <dgm:t>
        <a:bodyPr/>
        <a:lstStyle/>
        <a:p>
          <a:endParaRPr lang="pt-BR"/>
        </a:p>
      </dgm:t>
    </dgm:pt>
    <dgm:pt modelId="{8ED80D32-273F-4A11-B4E5-94C4D6707172}" type="sibTrans" cxnId="{29A85B45-3138-4C67-BC7A-A751146C7403}">
      <dgm:prSet/>
      <dgm:spPr/>
      <dgm:t>
        <a:bodyPr/>
        <a:lstStyle/>
        <a:p>
          <a:endParaRPr lang="pt-BR"/>
        </a:p>
      </dgm:t>
    </dgm:pt>
    <dgm:pt modelId="{9081D3AD-A3BB-4BF6-8583-DA886CF7F7B4}">
      <dgm:prSet phldrT="[Texto]"/>
      <dgm:spPr/>
      <dgm:t>
        <a:bodyPr/>
        <a:lstStyle/>
        <a:p>
          <a:r>
            <a:rPr lang="pt-BR" dirty="0" smtClean="0"/>
            <a:t>Desenvolvimento Intelectual</a:t>
          </a:r>
          <a:endParaRPr lang="pt-BR" dirty="0"/>
        </a:p>
      </dgm:t>
    </dgm:pt>
    <dgm:pt modelId="{D41A12E2-465D-4A9E-B86E-0C76143C57F3}" type="parTrans" cxnId="{E58CF16A-C1A0-494A-970A-93F325710D61}">
      <dgm:prSet/>
      <dgm:spPr/>
      <dgm:t>
        <a:bodyPr/>
        <a:lstStyle/>
        <a:p>
          <a:endParaRPr lang="pt-BR"/>
        </a:p>
      </dgm:t>
    </dgm:pt>
    <dgm:pt modelId="{E076867F-80AA-4454-8870-546B7DEBFB32}" type="sibTrans" cxnId="{E58CF16A-C1A0-494A-970A-93F325710D61}">
      <dgm:prSet/>
      <dgm:spPr/>
      <dgm:t>
        <a:bodyPr/>
        <a:lstStyle/>
        <a:p>
          <a:endParaRPr lang="pt-BR"/>
        </a:p>
      </dgm:t>
    </dgm:pt>
    <dgm:pt modelId="{9B04EED6-C6E2-4B55-9A17-B8B0180CB703}">
      <dgm:prSet phldrT="[Texto]"/>
      <dgm:spPr/>
      <dgm:t>
        <a:bodyPr/>
        <a:lstStyle/>
        <a:p>
          <a:r>
            <a:rPr lang="pt-BR" dirty="0" smtClean="0"/>
            <a:t>Equilíbrio Emocional</a:t>
          </a:r>
          <a:endParaRPr lang="pt-BR" dirty="0"/>
        </a:p>
      </dgm:t>
    </dgm:pt>
    <dgm:pt modelId="{45D72ECA-1110-4A5F-BCD3-2D1DC4BC70B6}" type="parTrans" cxnId="{63828ACF-46A8-4555-A8B8-833BE3DB99D2}">
      <dgm:prSet/>
      <dgm:spPr/>
      <dgm:t>
        <a:bodyPr/>
        <a:lstStyle/>
        <a:p>
          <a:endParaRPr lang="pt-BR"/>
        </a:p>
      </dgm:t>
    </dgm:pt>
    <dgm:pt modelId="{5CC50B59-702B-4D47-A22D-90032888388A}" type="sibTrans" cxnId="{63828ACF-46A8-4555-A8B8-833BE3DB99D2}">
      <dgm:prSet/>
      <dgm:spPr/>
      <dgm:t>
        <a:bodyPr/>
        <a:lstStyle/>
        <a:p>
          <a:endParaRPr lang="pt-BR"/>
        </a:p>
      </dgm:t>
    </dgm:pt>
    <dgm:pt modelId="{8162554B-7B85-4991-ADB1-10D5AA0EDC7C}" type="pres">
      <dgm:prSet presAssocID="{04AED84D-BEA7-4139-A39A-50877EBFFE18}" presName="Name0" presStyleCnt="0">
        <dgm:presLayoutVars>
          <dgm:chMax val="7"/>
          <dgm:chPref val="7"/>
          <dgm:dir/>
        </dgm:presLayoutVars>
      </dgm:prSet>
      <dgm:spPr/>
    </dgm:pt>
    <dgm:pt modelId="{0FA7AA06-10A4-4FA1-BF2F-881BAF3EE1DE}" type="pres">
      <dgm:prSet presAssocID="{04AED84D-BEA7-4139-A39A-50877EBFFE18}" presName="Name1" presStyleCnt="0"/>
      <dgm:spPr/>
    </dgm:pt>
    <dgm:pt modelId="{BE1FA70F-D47E-46B6-9A22-D31B56950861}" type="pres">
      <dgm:prSet presAssocID="{04AED84D-BEA7-4139-A39A-50877EBFFE18}" presName="cycle" presStyleCnt="0"/>
      <dgm:spPr/>
    </dgm:pt>
    <dgm:pt modelId="{82530994-6CD3-4D22-8491-A556088F4495}" type="pres">
      <dgm:prSet presAssocID="{04AED84D-BEA7-4139-A39A-50877EBFFE18}" presName="srcNode" presStyleLbl="node1" presStyleIdx="0" presStyleCnt="3"/>
      <dgm:spPr/>
    </dgm:pt>
    <dgm:pt modelId="{367F4929-C170-4926-985A-2821978524DE}" type="pres">
      <dgm:prSet presAssocID="{04AED84D-BEA7-4139-A39A-50877EBFFE18}" presName="conn" presStyleLbl="parChTrans1D2" presStyleIdx="0" presStyleCnt="1"/>
      <dgm:spPr/>
    </dgm:pt>
    <dgm:pt modelId="{D9ABDC29-44E7-448C-AC53-5452B6AE3CD1}" type="pres">
      <dgm:prSet presAssocID="{04AED84D-BEA7-4139-A39A-50877EBFFE18}" presName="extraNode" presStyleLbl="node1" presStyleIdx="0" presStyleCnt="3"/>
      <dgm:spPr/>
    </dgm:pt>
    <dgm:pt modelId="{095121C6-4D1D-4B5A-B811-7CC1626631E7}" type="pres">
      <dgm:prSet presAssocID="{04AED84D-BEA7-4139-A39A-50877EBFFE18}" presName="dstNode" presStyleLbl="node1" presStyleIdx="0" presStyleCnt="3"/>
      <dgm:spPr/>
    </dgm:pt>
    <dgm:pt modelId="{498040F8-DC3F-4DCE-96BF-E33FA078A8D8}" type="pres">
      <dgm:prSet presAssocID="{7AC67881-932E-4E82-AFDE-6005A7754DA3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3A73DD-176B-4132-8B2D-514D19618C83}" type="pres">
      <dgm:prSet presAssocID="{7AC67881-932E-4E82-AFDE-6005A7754DA3}" presName="accent_1" presStyleCnt="0"/>
      <dgm:spPr/>
    </dgm:pt>
    <dgm:pt modelId="{32EEB05E-CBC3-4F42-BBCC-8CB6ABF6CB0A}" type="pres">
      <dgm:prSet presAssocID="{7AC67881-932E-4E82-AFDE-6005A7754DA3}" presName="accentRepeatNode" presStyleLbl="solidFgAcc1" presStyleIdx="0" presStyleCnt="3"/>
      <dgm:spPr/>
    </dgm:pt>
    <dgm:pt modelId="{8761F616-4A9F-4086-9154-2328E0D62F55}" type="pres">
      <dgm:prSet presAssocID="{9081D3AD-A3BB-4BF6-8583-DA886CF7F7B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EF58F4-7DCC-4FD0-9AE1-B956C9711781}" type="pres">
      <dgm:prSet presAssocID="{9081D3AD-A3BB-4BF6-8583-DA886CF7F7B4}" presName="accent_2" presStyleCnt="0"/>
      <dgm:spPr/>
    </dgm:pt>
    <dgm:pt modelId="{A3E36A7A-6CF5-46F9-8807-AD450E259A0C}" type="pres">
      <dgm:prSet presAssocID="{9081D3AD-A3BB-4BF6-8583-DA886CF7F7B4}" presName="accentRepeatNode" presStyleLbl="solidFgAcc1" presStyleIdx="1" presStyleCnt="3"/>
      <dgm:spPr/>
    </dgm:pt>
    <dgm:pt modelId="{DBD82E98-9AB0-4144-8E10-88BF2EFC2E0A}" type="pres">
      <dgm:prSet presAssocID="{9B04EED6-C6E2-4B55-9A17-B8B0180CB703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8E4FAD5-7174-4698-8A1E-664F69D73BEC}" type="pres">
      <dgm:prSet presAssocID="{9B04EED6-C6E2-4B55-9A17-B8B0180CB703}" presName="accent_3" presStyleCnt="0"/>
      <dgm:spPr/>
    </dgm:pt>
    <dgm:pt modelId="{259E55A1-4601-4394-BAF5-C23DF228F28D}" type="pres">
      <dgm:prSet presAssocID="{9B04EED6-C6E2-4B55-9A17-B8B0180CB703}" presName="accentRepeatNode" presStyleLbl="solidFgAcc1" presStyleIdx="2" presStyleCnt="3"/>
      <dgm:spPr/>
    </dgm:pt>
  </dgm:ptLst>
  <dgm:cxnLst>
    <dgm:cxn modelId="{63828ACF-46A8-4555-A8B8-833BE3DB99D2}" srcId="{04AED84D-BEA7-4139-A39A-50877EBFFE18}" destId="{9B04EED6-C6E2-4B55-9A17-B8B0180CB703}" srcOrd="2" destOrd="0" parTransId="{45D72ECA-1110-4A5F-BCD3-2D1DC4BC70B6}" sibTransId="{5CC50B59-702B-4D47-A22D-90032888388A}"/>
    <dgm:cxn modelId="{2E6A54F8-F3D5-4E39-BE20-CEC496212C4D}" type="presOf" srcId="{7AC67881-932E-4E82-AFDE-6005A7754DA3}" destId="{498040F8-DC3F-4DCE-96BF-E33FA078A8D8}" srcOrd="0" destOrd="0" presId="urn:microsoft.com/office/officeart/2008/layout/VerticalCurvedList"/>
    <dgm:cxn modelId="{B970C1DE-6332-4C69-BFFB-04835DCF571C}" type="presOf" srcId="{8ED80D32-273F-4A11-B4E5-94C4D6707172}" destId="{367F4929-C170-4926-985A-2821978524DE}" srcOrd="0" destOrd="0" presId="urn:microsoft.com/office/officeart/2008/layout/VerticalCurvedList"/>
    <dgm:cxn modelId="{29A85B45-3138-4C67-BC7A-A751146C7403}" srcId="{04AED84D-BEA7-4139-A39A-50877EBFFE18}" destId="{7AC67881-932E-4E82-AFDE-6005A7754DA3}" srcOrd="0" destOrd="0" parTransId="{8C9EC6F4-70C1-40C4-8704-B35831E809AA}" sibTransId="{8ED80D32-273F-4A11-B4E5-94C4D6707172}"/>
    <dgm:cxn modelId="{4A722696-FAA4-43DB-9B1B-4A64CD5ED5AC}" type="presOf" srcId="{04AED84D-BEA7-4139-A39A-50877EBFFE18}" destId="{8162554B-7B85-4991-ADB1-10D5AA0EDC7C}" srcOrd="0" destOrd="0" presId="urn:microsoft.com/office/officeart/2008/layout/VerticalCurvedList"/>
    <dgm:cxn modelId="{97FB13E0-16EA-4491-95D0-2B5D5AED8CDC}" type="presOf" srcId="{9B04EED6-C6E2-4B55-9A17-B8B0180CB703}" destId="{DBD82E98-9AB0-4144-8E10-88BF2EFC2E0A}" srcOrd="0" destOrd="0" presId="urn:microsoft.com/office/officeart/2008/layout/VerticalCurvedList"/>
    <dgm:cxn modelId="{E58CF16A-C1A0-494A-970A-93F325710D61}" srcId="{04AED84D-BEA7-4139-A39A-50877EBFFE18}" destId="{9081D3AD-A3BB-4BF6-8583-DA886CF7F7B4}" srcOrd="1" destOrd="0" parTransId="{D41A12E2-465D-4A9E-B86E-0C76143C57F3}" sibTransId="{E076867F-80AA-4454-8870-546B7DEBFB32}"/>
    <dgm:cxn modelId="{B0B9C3EB-5285-4330-917E-D62918E95F6D}" type="presOf" srcId="{9081D3AD-A3BB-4BF6-8583-DA886CF7F7B4}" destId="{8761F616-4A9F-4086-9154-2328E0D62F55}" srcOrd="0" destOrd="0" presId="urn:microsoft.com/office/officeart/2008/layout/VerticalCurvedList"/>
    <dgm:cxn modelId="{2F7C7B8E-CB80-40AB-9E4E-DB5D23D4F492}" type="presParOf" srcId="{8162554B-7B85-4991-ADB1-10D5AA0EDC7C}" destId="{0FA7AA06-10A4-4FA1-BF2F-881BAF3EE1DE}" srcOrd="0" destOrd="0" presId="urn:microsoft.com/office/officeart/2008/layout/VerticalCurvedList"/>
    <dgm:cxn modelId="{D0FCC937-7C4C-417F-B074-F2FF319F9816}" type="presParOf" srcId="{0FA7AA06-10A4-4FA1-BF2F-881BAF3EE1DE}" destId="{BE1FA70F-D47E-46B6-9A22-D31B56950861}" srcOrd="0" destOrd="0" presId="urn:microsoft.com/office/officeart/2008/layout/VerticalCurvedList"/>
    <dgm:cxn modelId="{FA5F4D8D-A597-489E-9EEE-B09682DD4314}" type="presParOf" srcId="{BE1FA70F-D47E-46B6-9A22-D31B56950861}" destId="{82530994-6CD3-4D22-8491-A556088F4495}" srcOrd="0" destOrd="0" presId="urn:microsoft.com/office/officeart/2008/layout/VerticalCurvedList"/>
    <dgm:cxn modelId="{E35443D4-C9D8-4A30-9D18-FA39F675D13C}" type="presParOf" srcId="{BE1FA70F-D47E-46B6-9A22-D31B56950861}" destId="{367F4929-C170-4926-985A-2821978524DE}" srcOrd="1" destOrd="0" presId="urn:microsoft.com/office/officeart/2008/layout/VerticalCurvedList"/>
    <dgm:cxn modelId="{4FE6D88B-EEE9-430E-99BB-F215E4400BF4}" type="presParOf" srcId="{BE1FA70F-D47E-46B6-9A22-D31B56950861}" destId="{D9ABDC29-44E7-448C-AC53-5452B6AE3CD1}" srcOrd="2" destOrd="0" presId="urn:microsoft.com/office/officeart/2008/layout/VerticalCurvedList"/>
    <dgm:cxn modelId="{AC3E31D1-8278-4567-8029-8850B1CB3E98}" type="presParOf" srcId="{BE1FA70F-D47E-46B6-9A22-D31B56950861}" destId="{095121C6-4D1D-4B5A-B811-7CC1626631E7}" srcOrd="3" destOrd="0" presId="urn:microsoft.com/office/officeart/2008/layout/VerticalCurvedList"/>
    <dgm:cxn modelId="{499FD6F9-9567-442A-A758-F219EBA63477}" type="presParOf" srcId="{0FA7AA06-10A4-4FA1-BF2F-881BAF3EE1DE}" destId="{498040F8-DC3F-4DCE-96BF-E33FA078A8D8}" srcOrd="1" destOrd="0" presId="urn:microsoft.com/office/officeart/2008/layout/VerticalCurvedList"/>
    <dgm:cxn modelId="{18032A24-AC55-49C9-804C-BEE058397239}" type="presParOf" srcId="{0FA7AA06-10A4-4FA1-BF2F-881BAF3EE1DE}" destId="{E53A73DD-176B-4132-8B2D-514D19618C83}" srcOrd="2" destOrd="0" presId="urn:microsoft.com/office/officeart/2008/layout/VerticalCurvedList"/>
    <dgm:cxn modelId="{99920DAC-F70C-4092-BB67-D8D24B722148}" type="presParOf" srcId="{E53A73DD-176B-4132-8B2D-514D19618C83}" destId="{32EEB05E-CBC3-4F42-BBCC-8CB6ABF6CB0A}" srcOrd="0" destOrd="0" presId="urn:microsoft.com/office/officeart/2008/layout/VerticalCurvedList"/>
    <dgm:cxn modelId="{280AC996-40B4-4656-A302-472D7E27ECF9}" type="presParOf" srcId="{0FA7AA06-10A4-4FA1-BF2F-881BAF3EE1DE}" destId="{8761F616-4A9F-4086-9154-2328E0D62F55}" srcOrd="3" destOrd="0" presId="urn:microsoft.com/office/officeart/2008/layout/VerticalCurvedList"/>
    <dgm:cxn modelId="{EC244467-43CB-44CE-B76C-B9F5585E9DAC}" type="presParOf" srcId="{0FA7AA06-10A4-4FA1-BF2F-881BAF3EE1DE}" destId="{EDEF58F4-7DCC-4FD0-9AE1-B956C9711781}" srcOrd="4" destOrd="0" presId="urn:microsoft.com/office/officeart/2008/layout/VerticalCurvedList"/>
    <dgm:cxn modelId="{2FCFD73F-53DC-4A82-9952-CC2AAC44A8AD}" type="presParOf" srcId="{EDEF58F4-7DCC-4FD0-9AE1-B956C9711781}" destId="{A3E36A7A-6CF5-46F9-8807-AD450E259A0C}" srcOrd="0" destOrd="0" presId="urn:microsoft.com/office/officeart/2008/layout/VerticalCurvedList"/>
    <dgm:cxn modelId="{3A07D1E6-524C-4BCD-944B-75D9512CF5D3}" type="presParOf" srcId="{0FA7AA06-10A4-4FA1-BF2F-881BAF3EE1DE}" destId="{DBD82E98-9AB0-4144-8E10-88BF2EFC2E0A}" srcOrd="5" destOrd="0" presId="urn:microsoft.com/office/officeart/2008/layout/VerticalCurvedList"/>
    <dgm:cxn modelId="{4ED7401C-5891-4B50-97CC-F7F65191E005}" type="presParOf" srcId="{0FA7AA06-10A4-4FA1-BF2F-881BAF3EE1DE}" destId="{28E4FAD5-7174-4698-8A1E-664F69D73BEC}" srcOrd="6" destOrd="0" presId="urn:microsoft.com/office/officeart/2008/layout/VerticalCurvedList"/>
    <dgm:cxn modelId="{6DB7F1AE-C8AD-4BDA-9C51-1DF3F01E7A4E}" type="presParOf" srcId="{28E4FAD5-7174-4698-8A1E-664F69D73BEC}" destId="{259E55A1-4601-4394-BAF5-C23DF228F28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Alimentação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Exercícios Físicos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Horas de Sono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Controle do nível de Estresse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Check-up e Exames de Rotina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3E40387-A6A9-41E6-81AA-DE62687A0667}" type="presOf" srcId="{872FA8FF-FAFA-4607-BB86-1A652C6D39F6}" destId="{28157716-84C9-4AE3-AD8A-284FFFFAF829}" srcOrd="0" destOrd="0" presId="urn:microsoft.com/office/officeart/2005/8/layout/chevron2"/>
    <dgm:cxn modelId="{5774BD60-FD44-4539-BF8F-3867207772F7}" type="presOf" srcId="{4786410F-CC44-495A-A2CE-B5D2670EB4DC}" destId="{8839C54F-80A8-4547-8FAC-45120FB2E865}" srcOrd="0" destOrd="0" presId="urn:microsoft.com/office/officeart/2005/8/layout/chevron2"/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84EE1BA7-942D-434D-957B-E4EC1ECD20FE}" type="presOf" srcId="{88FFC79B-2632-426D-BE45-B1779D63178B}" destId="{DC9D721B-1E75-45A5-A0FB-A2DADFC1170E}" srcOrd="0" destOrd="0" presId="urn:microsoft.com/office/officeart/2005/8/layout/chevron2"/>
    <dgm:cxn modelId="{95E24051-76CE-4518-BAEB-F681A6F1ECBD}" type="presOf" srcId="{F19A3D9B-5749-4B47-A344-FAC5A73D33D4}" destId="{4E349FB2-AD9E-45BF-B7E2-DE4B462E6224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E5CA3447-B18B-4F34-AE1E-73AA184BFD22}" type="presOf" srcId="{513D3A65-C260-4F68-B477-F9F8CE9F3413}" destId="{4B10578D-9979-430A-9708-77FD348F1934}" srcOrd="0" destOrd="0" presId="urn:microsoft.com/office/officeart/2005/8/layout/chevron2"/>
    <dgm:cxn modelId="{E7C24671-E659-4B11-88A9-8767A3312A68}" type="presOf" srcId="{B87E5840-55E2-4D26-9967-A7A5ED97544E}" destId="{3F0E2269-6099-406D-BFE8-2339CB410F56}" srcOrd="0" destOrd="0" presId="urn:microsoft.com/office/officeart/2005/8/layout/chevron2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D4F6E8FC-E760-49D6-BC1A-782420BD3BAD}" type="presOf" srcId="{7D36AB96-8366-419E-9E98-117A2DEF47E5}" destId="{98C61305-1231-4A5C-945A-2E0867C67368}" srcOrd="0" destOrd="0" presId="urn:microsoft.com/office/officeart/2005/8/layout/chevron2"/>
    <dgm:cxn modelId="{2AC039DC-30F1-4F97-9E6E-372C56649DCA}" type="presOf" srcId="{7275B847-6191-4025-BECE-98790FDA8559}" destId="{4455C0CB-D721-401A-A6CF-5327DA8D1B00}" srcOrd="0" destOrd="0" presId="urn:microsoft.com/office/officeart/2005/8/layout/chevron2"/>
    <dgm:cxn modelId="{38679717-EE4A-4D4B-B8A2-FB7E74D6B33C}" type="presOf" srcId="{0E0E6E3B-CBFC-44C2-99CA-854C563DC7B1}" destId="{6A4E9E2A-600B-4A50-8F90-41EB33664771}" srcOrd="0" destOrd="0" presId="urn:microsoft.com/office/officeart/2005/8/layout/chevron2"/>
    <dgm:cxn modelId="{76CC9FAE-99F6-43F3-8393-AF0199028D6F}" type="presOf" srcId="{505CBCC4-83BF-4993-8D76-D0B08BF63B49}" destId="{9A87F869-ACC4-42E6-8BD1-169015AF527F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23679F63-FA2F-4D31-96E1-01B99A382EE3}" type="presOf" srcId="{3C2DC19F-296B-4179-ABAF-83435A749A8C}" destId="{04A03ACC-2355-4C5B-9FA3-1A2A97758848}" srcOrd="0" destOrd="0" presId="urn:microsoft.com/office/officeart/2005/8/layout/chevron2"/>
    <dgm:cxn modelId="{922B48AA-834A-4E18-9172-D9D299DCCE22}" type="presParOf" srcId="{4B10578D-9979-430A-9708-77FD348F1934}" destId="{9A4F7273-B3E4-47E5-9410-D4AD62ACF4D4}" srcOrd="0" destOrd="0" presId="urn:microsoft.com/office/officeart/2005/8/layout/chevron2"/>
    <dgm:cxn modelId="{98DC651B-F7BC-43FE-A7C1-E8014CB36CE0}" type="presParOf" srcId="{9A4F7273-B3E4-47E5-9410-D4AD62ACF4D4}" destId="{3F0E2269-6099-406D-BFE8-2339CB410F56}" srcOrd="0" destOrd="0" presId="urn:microsoft.com/office/officeart/2005/8/layout/chevron2"/>
    <dgm:cxn modelId="{6473CD1D-4F23-4998-84A8-2C030F828E83}" type="presParOf" srcId="{9A4F7273-B3E4-47E5-9410-D4AD62ACF4D4}" destId="{DC9D721B-1E75-45A5-A0FB-A2DADFC1170E}" srcOrd="1" destOrd="0" presId="urn:microsoft.com/office/officeart/2005/8/layout/chevron2"/>
    <dgm:cxn modelId="{4B112CBC-BF93-4B29-ABC5-65B73C5C4119}" type="presParOf" srcId="{4B10578D-9979-430A-9708-77FD348F1934}" destId="{51836B76-6125-4A86-B96C-F3A8BF79D534}" srcOrd="1" destOrd="0" presId="urn:microsoft.com/office/officeart/2005/8/layout/chevron2"/>
    <dgm:cxn modelId="{1CEDEFD4-1315-4242-9C64-58ECB8E6E052}" type="presParOf" srcId="{4B10578D-9979-430A-9708-77FD348F1934}" destId="{14DF4B00-5E8E-4B5C-8240-9B8D797CEC38}" srcOrd="2" destOrd="0" presId="urn:microsoft.com/office/officeart/2005/8/layout/chevron2"/>
    <dgm:cxn modelId="{671D0499-AC2A-4869-A270-5C26672133F7}" type="presParOf" srcId="{14DF4B00-5E8E-4B5C-8240-9B8D797CEC38}" destId="{4455C0CB-D721-401A-A6CF-5327DA8D1B00}" srcOrd="0" destOrd="0" presId="urn:microsoft.com/office/officeart/2005/8/layout/chevron2"/>
    <dgm:cxn modelId="{7E1D6D67-A54F-43CB-B16A-EF55E8FBDE74}" type="presParOf" srcId="{14DF4B00-5E8E-4B5C-8240-9B8D797CEC38}" destId="{28157716-84C9-4AE3-AD8A-284FFFFAF829}" srcOrd="1" destOrd="0" presId="urn:microsoft.com/office/officeart/2005/8/layout/chevron2"/>
    <dgm:cxn modelId="{74982595-A61D-4931-B916-FA2071BA5641}" type="presParOf" srcId="{4B10578D-9979-430A-9708-77FD348F1934}" destId="{349FF45C-BCE4-47BA-9739-DC9181573948}" srcOrd="3" destOrd="0" presId="urn:microsoft.com/office/officeart/2005/8/layout/chevron2"/>
    <dgm:cxn modelId="{ABF93F97-A505-4B29-80C7-8794136ABCB7}" type="presParOf" srcId="{4B10578D-9979-430A-9708-77FD348F1934}" destId="{824FBA17-AFC0-4498-830B-48ABF825A5C1}" srcOrd="4" destOrd="0" presId="urn:microsoft.com/office/officeart/2005/8/layout/chevron2"/>
    <dgm:cxn modelId="{AB325EEC-DB2D-44DE-B558-81EC3DF8548B}" type="presParOf" srcId="{824FBA17-AFC0-4498-830B-48ABF825A5C1}" destId="{8839C54F-80A8-4547-8FAC-45120FB2E865}" srcOrd="0" destOrd="0" presId="urn:microsoft.com/office/officeart/2005/8/layout/chevron2"/>
    <dgm:cxn modelId="{905C8C7E-75AE-4A57-80F6-2D71AE2ECF43}" type="presParOf" srcId="{824FBA17-AFC0-4498-830B-48ABF825A5C1}" destId="{98C61305-1231-4A5C-945A-2E0867C67368}" srcOrd="1" destOrd="0" presId="urn:microsoft.com/office/officeart/2005/8/layout/chevron2"/>
    <dgm:cxn modelId="{BB2ECA2C-D8BB-4BA9-8A44-46D77972BD96}" type="presParOf" srcId="{4B10578D-9979-430A-9708-77FD348F1934}" destId="{B3F2A835-157D-4755-869B-8B5EB24FAE7B}" srcOrd="5" destOrd="0" presId="urn:microsoft.com/office/officeart/2005/8/layout/chevron2"/>
    <dgm:cxn modelId="{29762500-DC81-4B3B-B3E6-8A6DDE4D8106}" type="presParOf" srcId="{4B10578D-9979-430A-9708-77FD348F1934}" destId="{03F3812E-715C-4ABC-A90C-FB7566261E4A}" srcOrd="6" destOrd="0" presId="urn:microsoft.com/office/officeart/2005/8/layout/chevron2"/>
    <dgm:cxn modelId="{C3F2545B-5417-4FA0-9F4F-322ECD66DC47}" type="presParOf" srcId="{03F3812E-715C-4ABC-A90C-FB7566261E4A}" destId="{4E349FB2-AD9E-45BF-B7E2-DE4B462E6224}" srcOrd="0" destOrd="0" presId="urn:microsoft.com/office/officeart/2005/8/layout/chevron2"/>
    <dgm:cxn modelId="{4E267465-6984-4CFB-BC8F-092850E00308}" type="presParOf" srcId="{03F3812E-715C-4ABC-A90C-FB7566261E4A}" destId="{6A4E9E2A-600B-4A50-8F90-41EB33664771}" srcOrd="1" destOrd="0" presId="urn:microsoft.com/office/officeart/2005/8/layout/chevron2"/>
    <dgm:cxn modelId="{ACBCD881-684C-4C3F-B375-4509C500BDA7}" type="presParOf" srcId="{4B10578D-9979-430A-9708-77FD348F1934}" destId="{AB2308B6-E04A-4742-92F0-F0D84B807026}" srcOrd="7" destOrd="0" presId="urn:microsoft.com/office/officeart/2005/8/layout/chevron2"/>
    <dgm:cxn modelId="{AB8E294F-C409-424C-94C7-582A07CCD09E}" type="presParOf" srcId="{4B10578D-9979-430A-9708-77FD348F1934}" destId="{D904F718-BF61-4DD3-82D4-3F11C89CB4AC}" srcOrd="8" destOrd="0" presId="urn:microsoft.com/office/officeart/2005/8/layout/chevron2"/>
    <dgm:cxn modelId="{DB7524A3-E7C7-4053-84B8-FEFF16BF52EA}" type="presParOf" srcId="{D904F718-BF61-4DD3-82D4-3F11C89CB4AC}" destId="{9A87F869-ACC4-42E6-8BD1-169015AF527F}" srcOrd="0" destOrd="0" presId="urn:microsoft.com/office/officeart/2005/8/layout/chevron2"/>
    <dgm:cxn modelId="{2EDCCB9C-18BC-4163-A847-2636F200ABE3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Participação de Cursos e Treinamentos.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Leitura de livros e artigos diversos.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Participação em atividades novas e não habituais.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Acesso a Informações via jornais, revistas, fóruns...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Participação de conversas com assuntos diferentes.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7A32E8AB-879E-46FB-A86D-3F763B8B66D0}" type="presOf" srcId="{B87E5840-55E2-4D26-9967-A7A5ED97544E}" destId="{3F0E2269-6099-406D-BFE8-2339CB410F56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BDA990E9-59E2-483D-85B4-856BAB96BB16}" type="presOf" srcId="{513D3A65-C260-4F68-B477-F9F8CE9F3413}" destId="{4B10578D-9979-430A-9708-77FD348F1934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53E579DE-593A-4621-897D-04AFC0E18C28}" type="presOf" srcId="{88FFC79B-2632-426D-BE45-B1779D63178B}" destId="{DC9D721B-1E75-45A5-A0FB-A2DADFC1170E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4091244C-1C43-4BF6-A676-C584F89EE668}" type="presOf" srcId="{872FA8FF-FAFA-4607-BB86-1A652C6D39F6}" destId="{28157716-84C9-4AE3-AD8A-284FFFFAF829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7EEEF3BA-3C6C-4C0E-AE14-F72E83CF547A}" type="presOf" srcId="{505CBCC4-83BF-4993-8D76-D0B08BF63B49}" destId="{9A87F869-ACC4-42E6-8BD1-169015AF527F}" srcOrd="0" destOrd="0" presId="urn:microsoft.com/office/officeart/2005/8/layout/chevron2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CDEC61C0-2EE2-45F1-AF82-5BB9783E2921}" type="presOf" srcId="{F19A3D9B-5749-4B47-A344-FAC5A73D33D4}" destId="{4E349FB2-AD9E-45BF-B7E2-DE4B462E6224}" srcOrd="0" destOrd="0" presId="urn:microsoft.com/office/officeart/2005/8/layout/chevron2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2FDF964E-9B05-4E11-A0CE-F78161A2F26C}" type="presOf" srcId="{7275B847-6191-4025-BECE-98790FDA8559}" destId="{4455C0CB-D721-401A-A6CF-5327DA8D1B00}" srcOrd="0" destOrd="0" presId="urn:microsoft.com/office/officeart/2005/8/layout/chevron2"/>
    <dgm:cxn modelId="{842A4850-60E1-4D0F-BF2D-C2BF2E820E41}" type="presOf" srcId="{4786410F-CC44-495A-A2CE-B5D2670EB4DC}" destId="{8839C54F-80A8-4547-8FAC-45120FB2E865}" srcOrd="0" destOrd="0" presId="urn:microsoft.com/office/officeart/2005/8/layout/chevron2"/>
    <dgm:cxn modelId="{CBDB4C26-F424-4937-8CA0-A6644213AAD2}" type="presOf" srcId="{7D36AB96-8366-419E-9E98-117A2DEF47E5}" destId="{98C61305-1231-4A5C-945A-2E0867C67368}" srcOrd="0" destOrd="0" presId="urn:microsoft.com/office/officeart/2005/8/layout/chevron2"/>
    <dgm:cxn modelId="{90EDBD6C-8260-44E6-8D5E-51804B247841}" type="presOf" srcId="{0E0E6E3B-CBFC-44C2-99CA-854C563DC7B1}" destId="{6A4E9E2A-600B-4A50-8F90-41EB33664771}" srcOrd="0" destOrd="0" presId="urn:microsoft.com/office/officeart/2005/8/layout/chevron2"/>
    <dgm:cxn modelId="{10462430-A4DF-4F4B-95D2-1F1882B3979F}" type="presOf" srcId="{3C2DC19F-296B-4179-ABAF-83435A749A8C}" destId="{04A03ACC-2355-4C5B-9FA3-1A2A97758848}" srcOrd="0" destOrd="0" presId="urn:microsoft.com/office/officeart/2005/8/layout/chevron2"/>
    <dgm:cxn modelId="{8BB0E93F-345F-45A5-86B1-D542B05F88D4}" type="presParOf" srcId="{4B10578D-9979-430A-9708-77FD348F1934}" destId="{9A4F7273-B3E4-47E5-9410-D4AD62ACF4D4}" srcOrd="0" destOrd="0" presId="urn:microsoft.com/office/officeart/2005/8/layout/chevron2"/>
    <dgm:cxn modelId="{286DA5B5-35C9-47ED-8192-903C25445B43}" type="presParOf" srcId="{9A4F7273-B3E4-47E5-9410-D4AD62ACF4D4}" destId="{3F0E2269-6099-406D-BFE8-2339CB410F56}" srcOrd="0" destOrd="0" presId="urn:microsoft.com/office/officeart/2005/8/layout/chevron2"/>
    <dgm:cxn modelId="{CF4E2775-056A-4692-8ACA-90170CCCA423}" type="presParOf" srcId="{9A4F7273-B3E4-47E5-9410-D4AD62ACF4D4}" destId="{DC9D721B-1E75-45A5-A0FB-A2DADFC1170E}" srcOrd="1" destOrd="0" presId="urn:microsoft.com/office/officeart/2005/8/layout/chevron2"/>
    <dgm:cxn modelId="{6BD1177C-DAE3-4B1C-93CF-0DF6438922F9}" type="presParOf" srcId="{4B10578D-9979-430A-9708-77FD348F1934}" destId="{51836B76-6125-4A86-B96C-F3A8BF79D534}" srcOrd="1" destOrd="0" presId="urn:microsoft.com/office/officeart/2005/8/layout/chevron2"/>
    <dgm:cxn modelId="{D699D11E-6448-4A83-A657-ACBF377486FB}" type="presParOf" srcId="{4B10578D-9979-430A-9708-77FD348F1934}" destId="{14DF4B00-5E8E-4B5C-8240-9B8D797CEC38}" srcOrd="2" destOrd="0" presId="urn:microsoft.com/office/officeart/2005/8/layout/chevron2"/>
    <dgm:cxn modelId="{DDC16604-517B-41AA-A866-AD0A368007D7}" type="presParOf" srcId="{14DF4B00-5E8E-4B5C-8240-9B8D797CEC38}" destId="{4455C0CB-D721-401A-A6CF-5327DA8D1B00}" srcOrd="0" destOrd="0" presId="urn:microsoft.com/office/officeart/2005/8/layout/chevron2"/>
    <dgm:cxn modelId="{2F80B782-D502-4B3B-B760-AA32E0AA0C14}" type="presParOf" srcId="{14DF4B00-5E8E-4B5C-8240-9B8D797CEC38}" destId="{28157716-84C9-4AE3-AD8A-284FFFFAF829}" srcOrd="1" destOrd="0" presId="urn:microsoft.com/office/officeart/2005/8/layout/chevron2"/>
    <dgm:cxn modelId="{51E248B6-56B3-4450-9DE1-35FCB9F6B1F0}" type="presParOf" srcId="{4B10578D-9979-430A-9708-77FD348F1934}" destId="{349FF45C-BCE4-47BA-9739-DC9181573948}" srcOrd="3" destOrd="0" presId="urn:microsoft.com/office/officeart/2005/8/layout/chevron2"/>
    <dgm:cxn modelId="{895DC49D-732A-4894-A8F8-23D296724B7F}" type="presParOf" srcId="{4B10578D-9979-430A-9708-77FD348F1934}" destId="{824FBA17-AFC0-4498-830B-48ABF825A5C1}" srcOrd="4" destOrd="0" presId="urn:microsoft.com/office/officeart/2005/8/layout/chevron2"/>
    <dgm:cxn modelId="{2B84CB90-2913-477C-86A6-58463F2501C6}" type="presParOf" srcId="{824FBA17-AFC0-4498-830B-48ABF825A5C1}" destId="{8839C54F-80A8-4547-8FAC-45120FB2E865}" srcOrd="0" destOrd="0" presId="urn:microsoft.com/office/officeart/2005/8/layout/chevron2"/>
    <dgm:cxn modelId="{FF7EC2D8-A092-4CBF-8CDF-C219A5D596B1}" type="presParOf" srcId="{824FBA17-AFC0-4498-830B-48ABF825A5C1}" destId="{98C61305-1231-4A5C-945A-2E0867C67368}" srcOrd="1" destOrd="0" presId="urn:microsoft.com/office/officeart/2005/8/layout/chevron2"/>
    <dgm:cxn modelId="{72C077E3-9276-47DE-B4EC-A053E0A92C26}" type="presParOf" srcId="{4B10578D-9979-430A-9708-77FD348F1934}" destId="{B3F2A835-157D-4755-869B-8B5EB24FAE7B}" srcOrd="5" destOrd="0" presId="urn:microsoft.com/office/officeart/2005/8/layout/chevron2"/>
    <dgm:cxn modelId="{52AF6985-CE2E-4F87-BBE5-E266A988C1B5}" type="presParOf" srcId="{4B10578D-9979-430A-9708-77FD348F1934}" destId="{03F3812E-715C-4ABC-A90C-FB7566261E4A}" srcOrd="6" destOrd="0" presId="urn:microsoft.com/office/officeart/2005/8/layout/chevron2"/>
    <dgm:cxn modelId="{505E184B-8298-4F4A-9C2A-5ED5EF3A0DFE}" type="presParOf" srcId="{03F3812E-715C-4ABC-A90C-FB7566261E4A}" destId="{4E349FB2-AD9E-45BF-B7E2-DE4B462E6224}" srcOrd="0" destOrd="0" presId="urn:microsoft.com/office/officeart/2005/8/layout/chevron2"/>
    <dgm:cxn modelId="{AFBD9448-B8DD-4D73-8FF2-EEB01B0538B8}" type="presParOf" srcId="{03F3812E-715C-4ABC-A90C-FB7566261E4A}" destId="{6A4E9E2A-600B-4A50-8F90-41EB33664771}" srcOrd="1" destOrd="0" presId="urn:microsoft.com/office/officeart/2005/8/layout/chevron2"/>
    <dgm:cxn modelId="{C933E07B-56E0-4BF5-8E27-6FC738A46B44}" type="presParOf" srcId="{4B10578D-9979-430A-9708-77FD348F1934}" destId="{AB2308B6-E04A-4742-92F0-F0D84B807026}" srcOrd="7" destOrd="0" presId="urn:microsoft.com/office/officeart/2005/8/layout/chevron2"/>
    <dgm:cxn modelId="{636F0434-0AA9-45C2-8FFA-06DAB41DA861}" type="presParOf" srcId="{4B10578D-9979-430A-9708-77FD348F1934}" destId="{D904F718-BF61-4DD3-82D4-3F11C89CB4AC}" srcOrd="8" destOrd="0" presId="urn:microsoft.com/office/officeart/2005/8/layout/chevron2"/>
    <dgm:cxn modelId="{280DCA4B-FEA5-4D06-8F1D-F4732FAE543C}" type="presParOf" srcId="{D904F718-BF61-4DD3-82D4-3F11C89CB4AC}" destId="{9A87F869-ACC4-42E6-8BD1-169015AF527F}" srcOrd="0" destOrd="0" presId="urn:microsoft.com/office/officeart/2005/8/layout/chevron2"/>
    <dgm:cxn modelId="{F26D568A-4947-41B9-8E3D-CF27BCD1CD39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Manter o foco em momentos difíceis.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Controle das emoções sob pressão e estresse.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Reações emocionais proporcionais aos eventos.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Expressar opiniões de forma clara e cordial.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Controle das frustrações.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313A7B8-9EAC-4144-8401-FB3B8FC9EC62}" type="presOf" srcId="{F19A3D9B-5749-4B47-A344-FAC5A73D33D4}" destId="{4E349FB2-AD9E-45BF-B7E2-DE4B462E6224}" srcOrd="0" destOrd="0" presId="urn:microsoft.com/office/officeart/2005/8/layout/chevron2"/>
    <dgm:cxn modelId="{C19C21D6-9CFD-40E9-99CD-6F804667B26B}" type="presOf" srcId="{3C2DC19F-296B-4179-ABAF-83435A749A8C}" destId="{04A03ACC-2355-4C5B-9FA3-1A2A97758848}" srcOrd="0" destOrd="0" presId="urn:microsoft.com/office/officeart/2005/8/layout/chevron2"/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28E8ABAB-9834-406B-9F60-632660E05F74}" type="presOf" srcId="{7275B847-6191-4025-BECE-98790FDA8559}" destId="{4455C0CB-D721-401A-A6CF-5327DA8D1B00}" srcOrd="0" destOrd="0" presId="urn:microsoft.com/office/officeart/2005/8/layout/chevron2"/>
    <dgm:cxn modelId="{884D7DDF-069B-49DC-8DF6-299F5065CC66}" type="presOf" srcId="{513D3A65-C260-4F68-B477-F9F8CE9F3413}" destId="{4B10578D-9979-430A-9708-77FD348F1934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B894D51E-2E79-4117-981B-2DBA6FD46D67}" type="presOf" srcId="{88FFC79B-2632-426D-BE45-B1779D63178B}" destId="{DC9D721B-1E75-45A5-A0FB-A2DADFC1170E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7961CD3E-E63E-4A1B-9D1D-107C381E24C8}" type="presOf" srcId="{B87E5840-55E2-4D26-9967-A7A5ED97544E}" destId="{3F0E2269-6099-406D-BFE8-2339CB410F56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D2DB9D77-58A8-448E-B517-914F89A7DD56}" type="presOf" srcId="{7D36AB96-8366-419E-9E98-117A2DEF47E5}" destId="{98C61305-1231-4A5C-945A-2E0867C67368}" srcOrd="0" destOrd="0" presId="urn:microsoft.com/office/officeart/2005/8/layout/chevron2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792CB243-37F2-476E-BEF7-07EBEF51248A}" type="presOf" srcId="{0E0E6E3B-CBFC-44C2-99CA-854C563DC7B1}" destId="{6A4E9E2A-600B-4A50-8F90-41EB33664771}" srcOrd="0" destOrd="0" presId="urn:microsoft.com/office/officeart/2005/8/layout/chevron2"/>
    <dgm:cxn modelId="{807906CB-4A2A-49A3-B9B8-D5CE6569C941}" type="presOf" srcId="{872FA8FF-FAFA-4607-BB86-1A652C6D39F6}" destId="{28157716-84C9-4AE3-AD8A-284FFFFAF829}" srcOrd="0" destOrd="0" presId="urn:microsoft.com/office/officeart/2005/8/layout/chevron2"/>
    <dgm:cxn modelId="{7B3A6253-1CB7-4663-B40A-49F025EB17A9}" type="presOf" srcId="{505CBCC4-83BF-4993-8D76-D0B08BF63B49}" destId="{9A87F869-ACC4-42E6-8BD1-169015AF527F}" srcOrd="0" destOrd="0" presId="urn:microsoft.com/office/officeart/2005/8/layout/chevron2"/>
    <dgm:cxn modelId="{E70E0146-AF61-4273-9D9B-4C35FF1DB9E6}" type="presOf" srcId="{4786410F-CC44-495A-A2CE-B5D2670EB4DC}" destId="{8839C54F-80A8-4547-8FAC-45120FB2E865}" srcOrd="0" destOrd="0" presId="urn:microsoft.com/office/officeart/2005/8/layout/chevron2"/>
    <dgm:cxn modelId="{00C5FC0F-FE05-445C-81D4-33DFEC059DDF}" type="presParOf" srcId="{4B10578D-9979-430A-9708-77FD348F1934}" destId="{9A4F7273-B3E4-47E5-9410-D4AD62ACF4D4}" srcOrd="0" destOrd="0" presId="urn:microsoft.com/office/officeart/2005/8/layout/chevron2"/>
    <dgm:cxn modelId="{B1F4DA8B-4591-419A-A389-D47FBB8C2D3A}" type="presParOf" srcId="{9A4F7273-B3E4-47E5-9410-D4AD62ACF4D4}" destId="{3F0E2269-6099-406D-BFE8-2339CB410F56}" srcOrd="0" destOrd="0" presId="urn:microsoft.com/office/officeart/2005/8/layout/chevron2"/>
    <dgm:cxn modelId="{E81A4A66-DBF7-430B-BF24-F1CFAAC99355}" type="presParOf" srcId="{9A4F7273-B3E4-47E5-9410-D4AD62ACF4D4}" destId="{DC9D721B-1E75-45A5-A0FB-A2DADFC1170E}" srcOrd="1" destOrd="0" presId="urn:microsoft.com/office/officeart/2005/8/layout/chevron2"/>
    <dgm:cxn modelId="{F1C37140-4967-4730-A65E-4765F87840F9}" type="presParOf" srcId="{4B10578D-9979-430A-9708-77FD348F1934}" destId="{51836B76-6125-4A86-B96C-F3A8BF79D534}" srcOrd="1" destOrd="0" presId="urn:microsoft.com/office/officeart/2005/8/layout/chevron2"/>
    <dgm:cxn modelId="{F306CA98-0EED-4E7C-A00D-59A2D0033250}" type="presParOf" srcId="{4B10578D-9979-430A-9708-77FD348F1934}" destId="{14DF4B00-5E8E-4B5C-8240-9B8D797CEC38}" srcOrd="2" destOrd="0" presId="urn:microsoft.com/office/officeart/2005/8/layout/chevron2"/>
    <dgm:cxn modelId="{5B5B22CD-6202-4D6A-8738-A8418D02A281}" type="presParOf" srcId="{14DF4B00-5E8E-4B5C-8240-9B8D797CEC38}" destId="{4455C0CB-D721-401A-A6CF-5327DA8D1B00}" srcOrd="0" destOrd="0" presId="urn:microsoft.com/office/officeart/2005/8/layout/chevron2"/>
    <dgm:cxn modelId="{2A158C5D-3BE1-477E-8BCD-1AE52044BC64}" type="presParOf" srcId="{14DF4B00-5E8E-4B5C-8240-9B8D797CEC38}" destId="{28157716-84C9-4AE3-AD8A-284FFFFAF829}" srcOrd="1" destOrd="0" presId="urn:microsoft.com/office/officeart/2005/8/layout/chevron2"/>
    <dgm:cxn modelId="{CF365B49-1434-4BFD-905B-3E3F87409F4B}" type="presParOf" srcId="{4B10578D-9979-430A-9708-77FD348F1934}" destId="{349FF45C-BCE4-47BA-9739-DC9181573948}" srcOrd="3" destOrd="0" presId="urn:microsoft.com/office/officeart/2005/8/layout/chevron2"/>
    <dgm:cxn modelId="{1C062D80-B939-413E-9B61-A870A237571D}" type="presParOf" srcId="{4B10578D-9979-430A-9708-77FD348F1934}" destId="{824FBA17-AFC0-4498-830B-48ABF825A5C1}" srcOrd="4" destOrd="0" presId="urn:microsoft.com/office/officeart/2005/8/layout/chevron2"/>
    <dgm:cxn modelId="{4FE7BA82-80ED-475C-94E6-06BD1C6D418F}" type="presParOf" srcId="{824FBA17-AFC0-4498-830B-48ABF825A5C1}" destId="{8839C54F-80A8-4547-8FAC-45120FB2E865}" srcOrd="0" destOrd="0" presId="urn:microsoft.com/office/officeart/2005/8/layout/chevron2"/>
    <dgm:cxn modelId="{7EB6DE56-BDA9-4A13-9BF4-040679894932}" type="presParOf" srcId="{824FBA17-AFC0-4498-830B-48ABF825A5C1}" destId="{98C61305-1231-4A5C-945A-2E0867C67368}" srcOrd="1" destOrd="0" presId="urn:microsoft.com/office/officeart/2005/8/layout/chevron2"/>
    <dgm:cxn modelId="{A0D9A839-361E-4FE0-97F3-AE3A7FC4E319}" type="presParOf" srcId="{4B10578D-9979-430A-9708-77FD348F1934}" destId="{B3F2A835-157D-4755-869B-8B5EB24FAE7B}" srcOrd="5" destOrd="0" presId="urn:microsoft.com/office/officeart/2005/8/layout/chevron2"/>
    <dgm:cxn modelId="{5A8D0B6E-8A81-4727-861E-DFC3D810E9E4}" type="presParOf" srcId="{4B10578D-9979-430A-9708-77FD348F1934}" destId="{03F3812E-715C-4ABC-A90C-FB7566261E4A}" srcOrd="6" destOrd="0" presId="urn:microsoft.com/office/officeart/2005/8/layout/chevron2"/>
    <dgm:cxn modelId="{B5F1C9D4-CD43-4C3C-A0D6-636BCB5A6584}" type="presParOf" srcId="{03F3812E-715C-4ABC-A90C-FB7566261E4A}" destId="{4E349FB2-AD9E-45BF-B7E2-DE4B462E6224}" srcOrd="0" destOrd="0" presId="urn:microsoft.com/office/officeart/2005/8/layout/chevron2"/>
    <dgm:cxn modelId="{02C68265-F91A-47AB-BB71-0B0740305103}" type="presParOf" srcId="{03F3812E-715C-4ABC-A90C-FB7566261E4A}" destId="{6A4E9E2A-600B-4A50-8F90-41EB33664771}" srcOrd="1" destOrd="0" presId="urn:microsoft.com/office/officeart/2005/8/layout/chevron2"/>
    <dgm:cxn modelId="{5CC3A4B1-FB2A-42EE-A034-310020A2B67E}" type="presParOf" srcId="{4B10578D-9979-430A-9708-77FD348F1934}" destId="{AB2308B6-E04A-4742-92F0-F0D84B807026}" srcOrd="7" destOrd="0" presId="urn:microsoft.com/office/officeart/2005/8/layout/chevron2"/>
    <dgm:cxn modelId="{BB34114F-AF5B-402E-8C3E-B6C484397941}" type="presParOf" srcId="{4B10578D-9979-430A-9708-77FD348F1934}" destId="{D904F718-BF61-4DD3-82D4-3F11C89CB4AC}" srcOrd="8" destOrd="0" presId="urn:microsoft.com/office/officeart/2005/8/layout/chevron2"/>
    <dgm:cxn modelId="{5C0BBB5C-9D77-4F8F-B286-C5AD065A3779}" type="presParOf" srcId="{D904F718-BF61-4DD3-82D4-3F11C89CB4AC}" destId="{9A87F869-ACC4-42E6-8BD1-169015AF527F}" srcOrd="0" destOrd="0" presId="urn:microsoft.com/office/officeart/2005/8/layout/chevron2"/>
    <dgm:cxn modelId="{5F533255-D492-42F9-9BE8-CB1B2B11E484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AED84D-BEA7-4139-A39A-50877EBFFE18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7AC67881-932E-4E82-AFDE-6005A7754DA3}">
      <dgm:prSet phldrT="[Texto]" custT="1"/>
      <dgm:spPr/>
      <dgm:t>
        <a:bodyPr/>
        <a:lstStyle/>
        <a:p>
          <a:r>
            <a:rPr lang="pt-BR" sz="3300" u="none" dirty="0" smtClean="0"/>
            <a:t>Realização e Propósito</a:t>
          </a:r>
          <a:endParaRPr lang="pt-BR" sz="3300" u="none" dirty="0"/>
        </a:p>
      </dgm:t>
    </dgm:pt>
    <dgm:pt modelId="{8C9EC6F4-70C1-40C4-8704-B35831E809AA}" type="parTrans" cxnId="{29A85B45-3138-4C67-BC7A-A751146C7403}">
      <dgm:prSet/>
      <dgm:spPr/>
      <dgm:t>
        <a:bodyPr/>
        <a:lstStyle/>
        <a:p>
          <a:endParaRPr lang="pt-BR"/>
        </a:p>
      </dgm:t>
    </dgm:pt>
    <dgm:pt modelId="{8ED80D32-273F-4A11-B4E5-94C4D6707172}" type="sibTrans" cxnId="{29A85B45-3138-4C67-BC7A-A751146C7403}">
      <dgm:prSet/>
      <dgm:spPr/>
      <dgm:t>
        <a:bodyPr/>
        <a:lstStyle/>
        <a:p>
          <a:endParaRPr lang="pt-BR"/>
        </a:p>
      </dgm:t>
    </dgm:pt>
    <dgm:pt modelId="{9081D3AD-A3BB-4BF6-8583-DA886CF7F7B4}">
      <dgm:prSet phldrT="[Texto]" custT="1"/>
      <dgm:spPr/>
      <dgm:t>
        <a:bodyPr/>
        <a:lstStyle/>
        <a:p>
          <a:r>
            <a:rPr lang="pt-BR" sz="3300" dirty="0" smtClean="0"/>
            <a:t>Recursos Financeiros</a:t>
          </a:r>
          <a:endParaRPr lang="pt-BR" sz="3300" dirty="0"/>
        </a:p>
      </dgm:t>
    </dgm:pt>
    <dgm:pt modelId="{D41A12E2-465D-4A9E-B86E-0C76143C57F3}" type="parTrans" cxnId="{E58CF16A-C1A0-494A-970A-93F325710D61}">
      <dgm:prSet/>
      <dgm:spPr/>
      <dgm:t>
        <a:bodyPr/>
        <a:lstStyle/>
        <a:p>
          <a:endParaRPr lang="pt-BR"/>
        </a:p>
      </dgm:t>
    </dgm:pt>
    <dgm:pt modelId="{E076867F-80AA-4454-8870-546B7DEBFB32}" type="sibTrans" cxnId="{E58CF16A-C1A0-494A-970A-93F325710D61}">
      <dgm:prSet/>
      <dgm:spPr/>
      <dgm:t>
        <a:bodyPr/>
        <a:lstStyle/>
        <a:p>
          <a:endParaRPr lang="pt-BR"/>
        </a:p>
      </dgm:t>
    </dgm:pt>
    <dgm:pt modelId="{9B04EED6-C6E2-4B55-9A17-B8B0180CB703}">
      <dgm:prSet phldrT="[Texto]" custT="1"/>
      <dgm:spPr/>
      <dgm:t>
        <a:bodyPr/>
        <a:lstStyle/>
        <a:p>
          <a:r>
            <a:rPr lang="pt-BR" sz="3300" dirty="0" smtClean="0"/>
            <a:t>Contribuição Social</a:t>
          </a:r>
          <a:endParaRPr lang="pt-BR" sz="3300" dirty="0"/>
        </a:p>
      </dgm:t>
    </dgm:pt>
    <dgm:pt modelId="{45D72ECA-1110-4A5F-BCD3-2D1DC4BC70B6}" type="parTrans" cxnId="{63828ACF-46A8-4555-A8B8-833BE3DB99D2}">
      <dgm:prSet/>
      <dgm:spPr/>
      <dgm:t>
        <a:bodyPr/>
        <a:lstStyle/>
        <a:p>
          <a:endParaRPr lang="pt-BR"/>
        </a:p>
      </dgm:t>
    </dgm:pt>
    <dgm:pt modelId="{5CC50B59-702B-4D47-A22D-90032888388A}" type="sibTrans" cxnId="{63828ACF-46A8-4555-A8B8-833BE3DB99D2}">
      <dgm:prSet/>
      <dgm:spPr/>
      <dgm:t>
        <a:bodyPr/>
        <a:lstStyle/>
        <a:p>
          <a:endParaRPr lang="pt-BR"/>
        </a:p>
      </dgm:t>
    </dgm:pt>
    <dgm:pt modelId="{8162554B-7B85-4991-ADB1-10D5AA0EDC7C}" type="pres">
      <dgm:prSet presAssocID="{04AED84D-BEA7-4139-A39A-50877EBFFE18}" presName="Name0" presStyleCnt="0">
        <dgm:presLayoutVars>
          <dgm:chMax val="7"/>
          <dgm:chPref val="7"/>
          <dgm:dir/>
        </dgm:presLayoutVars>
      </dgm:prSet>
      <dgm:spPr/>
    </dgm:pt>
    <dgm:pt modelId="{0FA7AA06-10A4-4FA1-BF2F-881BAF3EE1DE}" type="pres">
      <dgm:prSet presAssocID="{04AED84D-BEA7-4139-A39A-50877EBFFE18}" presName="Name1" presStyleCnt="0"/>
      <dgm:spPr/>
    </dgm:pt>
    <dgm:pt modelId="{BE1FA70F-D47E-46B6-9A22-D31B56950861}" type="pres">
      <dgm:prSet presAssocID="{04AED84D-BEA7-4139-A39A-50877EBFFE18}" presName="cycle" presStyleCnt="0"/>
      <dgm:spPr/>
    </dgm:pt>
    <dgm:pt modelId="{82530994-6CD3-4D22-8491-A556088F4495}" type="pres">
      <dgm:prSet presAssocID="{04AED84D-BEA7-4139-A39A-50877EBFFE18}" presName="srcNode" presStyleLbl="node1" presStyleIdx="0" presStyleCnt="3"/>
      <dgm:spPr/>
    </dgm:pt>
    <dgm:pt modelId="{367F4929-C170-4926-985A-2821978524DE}" type="pres">
      <dgm:prSet presAssocID="{04AED84D-BEA7-4139-A39A-50877EBFFE18}" presName="conn" presStyleLbl="parChTrans1D2" presStyleIdx="0" presStyleCnt="1"/>
      <dgm:spPr/>
    </dgm:pt>
    <dgm:pt modelId="{D9ABDC29-44E7-448C-AC53-5452B6AE3CD1}" type="pres">
      <dgm:prSet presAssocID="{04AED84D-BEA7-4139-A39A-50877EBFFE18}" presName="extraNode" presStyleLbl="node1" presStyleIdx="0" presStyleCnt="3"/>
      <dgm:spPr/>
    </dgm:pt>
    <dgm:pt modelId="{095121C6-4D1D-4B5A-B811-7CC1626631E7}" type="pres">
      <dgm:prSet presAssocID="{04AED84D-BEA7-4139-A39A-50877EBFFE18}" presName="dstNode" presStyleLbl="node1" presStyleIdx="0" presStyleCnt="3"/>
      <dgm:spPr/>
    </dgm:pt>
    <dgm:pt modelId="{498040F8-DC3F-4DCE-96BF-E33FA078A8D8}" type="pres">
      <dgm:prSet presAssocID="{7AC67881-932E-4E82-AFDE-6005A7754DA3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3A73DD-176B-4132-8B2D-514D19618C83}" type="pres">
      <dgm:prSet presAssocID="{7AC67881-932E-4E82-AFDE-6005A7754DA3}" presName="accent_1" presStyleCnt="0"/>
      <dgm:spPr/>
    </dgm:pt>
    <dgm:pt modelId="{32EEB05E-CBC3-4F42-BBCC-8CB6ABF6CB0A}" type="pres">
      <dgm:prSet presAssocID="{7AC67881-932E-4E82-AFDE-6005A7754DA3}" presName="accentRepeatNode" presStyleLbl="solidFgAcc1" presStyleIdx="0" presStyleCnt="3"/>
      <dgm:spPr/>
    </dgm:pt>
    <dgm:pt modelId="{8761F616-4A9F-4086-9154-2328E0D62F55}" type="pres">
      <dgm:prSet presAssocID="{9081D3AD-A3BB-4BF6-8583-DA886CF7F7B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EF58F4-7DCC-4FD0-9AE1-B956C9711781}" type="pres">
      <dgm:prSet presAssocID="{9081D3AD-A3BB-4BF6-8583-DA886CF7F7B4}" presName="accent_2" presStyleCnt="0"/>
      <dgm:spPr/>
    </dgm:pt>
    <dgm:pt modelId="{A3E36A7A-6CF5-46F9-8807-AD450E259A0C}" type="pres">
      <dgm:prSet presAssocID="{9081D3AD-A3BB-4BF6-8583-DA886CF7F7B4}" presName="accentRepeatNode" presStyleLbl="solidFgAcc1" presStyleIdx="1" presStyleCnt="3"/>
      <dgm:spPr/>
    </dgm:pt>
    <dgm:pt modelId="{DBD82E98-9AB0-4144-8E10-88BF2EFC2E0A}" type="pres">
      <dgm:prSet presAssocID="{9B04EED6-C6E2-4B55-9A17-B8B0180CB703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8E4FAD5-7174-4698-8A1E-664F69D73BEC}" type="pres">
      <dgm:prSet presAssocID="{9B04EED6-C6E2-4B55-9A17-B8B0180CB703}" presName="accent_3" presStyleCnt="0"/>
      <dgm:spPr/>
    </dgm:pt>
    <dgm:pt modelId="{259E55A1-4601-4394-BAF5-C23DF228F28D}" type="pres">
      <dgm:prSet presAssocID="{9B04EED6-C6E2-4B55-9A17-B8B0180CB703}" presName="accentRepeatNode" presStyleLbl="solidFgAcc1" presStyleIdx="2" presStyleCnt="3"/>
      <dgm:spPr/>
    </dgm:pt>
  </dgm:ptLst>
  <dgm:cxnLst>
    <dgm:cxn modelId="{63828ACF-46A8-4555-A8B8-833BE3DB99D2}" srcId="{04AED84D-BEA7-4139-A39A-50877EBFFE18}" destId="{9B04EED6-C6E2-4B55-9A17-B8B0180CB703}" srcOrd="2" destOrd="0" parTransId="{45D72ECA-1110-4A5F-BCD3-2D1DC4BC70B6}" sibTransId="{5CC50B59-702B-4D47-A22D-90032888388A}"/>
    <dgm:cxn modelId="{CF1007EC-6758-4566-8D14-1E95D6745DD3}" type="presOf" srcId="{04AED84D-BEA7-4139-A39A-50877EBFFE18}" destId="{8162554B-7B85-4991-ADB1-10D5AA0EDC7C}" srcOrd="0" destOrd="0" presId="urn:microsoft.com/office/officeart/2008/layout/VerticalCurvedList"/>
    <dgm:cxn modelId="{C3705D69-812A-4ACB-8D03-F1395D6DF4C1}" type="presOf" srcId="{9B04EED6-C6E2-4B55-9A17-B8B0180CB703}" destId="{DBD82E98-9AB0-4144-8E10-88BF2EFC2E0A}" srcOrd="0" destOrd="0" presId="urn:microsoft.com/office/officeart/2008/layout/VerticalCurvedList"/>
    <dgm:cxn modelId="{FEBEA4EF-47AE-40EA-B6D7-12562FDF6D79}" type="presOf" srcId="{9081D3AD-A3BB-4BF6-8583-DA886CF7F7B4}" destId="{8761F616-4A9F-4086-9154-2328E0D62F55}" srcOrd="0" destOrd="0" presId="urn:microsoft.com/office/officeart/2008/layout/VerticalCurvedList"/>
    <dgm:cxn modelId="{29A85B45-3138-4C67-BC7A-A751146C7403}" srcId="{04AED84D-BEA7-4139-A39A-50877EBFFE18}" destId="{7AC67881-932E-4E82-AFDE-6005A7754DA3}" srcOrd="0" destOrd="0" parTransId="{8C9EC6F4-70C1-40C4-8704-B35831E809AA}" sibTransId="{8ED80D32-273F-4A11-B4E5-94C4D6707172}"/>
    <dgm:cxn modelId="{755A2394-C976-4860-91FE-91F9B8A208E0}" type="presOf" srcId="{8ED80D32-273F-4A11-B4E5-94C4D6707172}" destId="{367F4929-C170-4926-985A-2821978524DE}" srcOrd="0" destOrd="0" presId="urn:microsoft.com/office/officeart/2008/layout/VerticalCurvedList"/>
    <dgm:cxn modelId="{E58CF16A-C1A0-494A-970A-93F325710D61}" srcId="{04AED84D-BEA7-4139-A39A-50877EBFFE18}" destId="{9081D3AD-A3BB-4BF6-8583-DA886CF7F7B4}" srcOrd="1" destOrd="0" parTransId="{D41A12E2-465D-4A9E-B86E-0C76143C57F3}" sibTransId="{E076867F-80AA-4454-8870-546B7DEBFB32}"/>
    <dgm:cxn modelId="{4780C6EB-BDA7-43F2-B05F-99099F93E141}" type="presOf" srcId="{7AC67881-932E-4E82-AFDE-6005A7754DA3}" destId="{498040F8-DC3F-4DCE-96BF-E33FA078A8D8}" srcOrd="0" destOrd="0" presId="urn:microsoft.com/office/officeart/2008/layout/VerticalCurvedList"/>
    <dgm:cxn modelId="{C4C1BAF2-88C3-4F76-89A1-24A9DF5F9105}" type="presParOf" srcId="{8162554B-7B85-4991-ADB1-10D5AA0EDC7C}" destId="{0FA7AA06-10A4-4FA1-BF2F-881BAF3EE1DE}" srcOrd="0" destOrd="0" presId="urn:microsoft.com/office/officeart/2008/layout/VerticalCurvedList"/>
    <dgm:cxn modelId="{FF06EA4B-7D97-4D1E-A625-A39A7538D12F}" type="presParOf" srcId="{0FA7AA06-10A4-4FA1-BF2F-881BAF3EE1DE}" destId="{BE1FA70F-D47E-46B6-9A22-D31B56950861}" srcOrd="0" destOrd="0" presId="urn:microsoft.com/office/officeart/2008/layout/VerticalCurvedList"/>
    <dgm:cxn modelId="{8B4945C3-815E-4365-B0BF-32D4A291A209}" type="presParOf" srcId="{BE1FA70F-D47E-46B6-9A22-D31B56950861}" destId="{82530994-6CD3-4D22-8491-A556088F4495}" srcOrd="0" destOrd="0" presId="urn:microsoft.com/office/officeart/2008/layout/VerticalCurvedList"/>
    <dgm:cxn modelId="{9A40EE4B-5690-4A17-8194-8C435CA7C9BF}" type="presParOf" srcId="{BE1FA70F-D47E-46B6-9A22-D31B56950861}" destId="{367F4929-C170-4926-985A-2821978524DE}" srcOrd="1" destOrd="0" presId="urn:microsoft.com/office/officeart/2008/layout/VerticalCurvedList"/>
    <dgm:cxn modelId="{F8E74A1B-022A-4233-BAE6-CB44836F3833}" type="presParOf" srcId="{BE1FA70F-D47E-46B6-9A22-D31B56950861}" destId="{D9ABDC29-44E7-448C-AC53-5452B6AE3CD1}" srcOrd="2" destOrd="0" presId="urn:microsoft.com/office/officeart/2008/layout/VerticalCurvedList"/>
    <dgm:cxn modelId="{699179B4-226B-4873-B5C6-7DEB2D082479}" type="presParOf" srcId="{BE1FA70F-D47E-46B6-9A22-D31B56950861}" destId="{095121C6-4D1D-4B5A-B811-7CC1626631E7}" srcOrd="3" destOrd="0" presId="urn:microsoft.com/office/officeart/2008/layout/VerticalCurvedList"/>
    <dgm:cxn modelId="{DEE84C7A-C230-43EA-AE73-5F45F228CF0A}" type="presParOf" srcId="{0FA7AA06-10A4-4FA1-BF2F-881BAF3EE1DE}" destId="{498040F8-DC3F-4DCE-96BF-E33FA078A8D8}" srcOrd="1" destOrd="0" presId="urn:microsoft.com/office/officeart/2008/layout/VerticalCurvedList"/>
    <dgm:cxn modelId="{0176AFE5-F93C-4077-8E5C-4AC26D709E0B}" type="presParOf" srcId="{0FA7AA06-10A4-4FA1-BF2F-881BAF3EE1DE}" destId="{E53A73DD-176B-4132-8B2D-514D19618C83}" srcOrd="2" destOrd="0" presId="urn:microsoft.com/office/officeart/2008/layout/VerticalCurvedList"/>
    <dgm:cxn modelId="{2E7DE6BC-305A-4B3C-AADF-2ACF41F83196}" type="presParOf" srcId="{E53A73DD-176B-4132-8B2D-514D19618C83}" destId="{32EEB05E-CBC3-4F42-BBCC-8CB6ABF6CB0A}" srcOrd="0" destOrd="0" presId="urn:microsoft.com/office/officeart/2008/layout/VerticalCurvedList"/>
    <dgm:cxn modelId="{37812B9F-7F49-4FE2-B684-D0759A84BCAF}" type="presParOf" srcId="{0FA7AA06-10A4-4FA1-BF2F-881BAF3EE1DE}" destId="{8761F616-4A9F-4086-9154-2328E0D62F55}" srcOrd="3" destOrd="0" presId="urn:microsoft.com/office/officeart/2008/layout/VerticalCurvedList"/>
    <dgm:cxn modelId="{01EC8717-B0C5-4EE7-978A-A755736AD229}" type="presParOf" srcId="{0FA7AA06-10A4-4FA1-BF2F-881BAF3EE1DE}" destId="{EDEF58F4-7DCC-4FD0-9AE1-B956C9711781}" srcOrd="4" destOrd="0" presId="urn:microsoft.com/office/officeart/2008/layout/VerticalCurvedList"/>
    <dgm:cxn modelId="{FDFE2E3F-28B7-4DDB-9FD1-93D83554D99B}" type="presParOf" srcId="{EDEF58F4-7DCC-4FD0-9AE1-B956C9711781}" destId="{A3E36A7A-6CF5-46F9-8807-AD450E259A0C}" srcOrd="0" destOrd="0" presId="urn:microsoft.com/office/officeart/2008/layout/VerticalCurvedList"/>
    <dgm:cxn modelId="{E9D4EBBC-3E90-40E4-BF41-CF3D8C84486C}" type="presParOf" srcId="{0FA7AA06-10A4-4FA1-BF2F-881BAF3EE1DE}" destId="{DBD82E98-9AB0-4144-8E10-88BF2EFC2E0A}" srcOrd="5" destOrd="0" presId="urn:microsoft.com/office/officeart/2008/layout/VerticalCurvedList"/>
    <dgm:cxn modelId="{66D6BB94-2440-4922-A732-149E94BBF234}" type="presParOf" srcId="{0FA7AA06-10A4-4FA1-BF2F-881BAF3EE1DE}" destId="{28E4FAD5-7174-4698-8A1E-664F69D73BEC}" srcOrd="6" destOrd="0" presId="urn:microsoft.com/office/officeart/2008/layout/VerticalCurvedList"/>
    <dgm:cxn modelId="{59A6D7D5-51FB-4D73-86DF-BD079FC12276}" type="presParOf" srcId="{28E4FAD5-7174-4698-8A1E-664F69D73BEC}" destId="{259E55A1-4601-4394-BAF5-C23DF228F28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Auto imagem profissional positiva.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Satisfação com a carreira.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Oportunidades de crescimento profissional.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Atividade profissional congruente com crenças e valores.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Ambiente de trabalho propício a desafios.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B74EB25-99B1-447B-84E6-ACEE76299FC9}" type="presOf" srcId="{505CBCC4-83BF-4993-8D76-D0B08BF63B49}" destId="{9A87F869-ACC4-42E6-8BD1-169015AF527F}" srcOrd="0" destOrd="0" presId="urn:microsoft.com/office/officeart/2005/8/layout/chevron2"/>
    <dgm:cxn modelId="{B26565EB-7CB1-4D35-8131-0D55B00F7A03}" type="presOf" srcId="{3C2DC19F-296B-4179-ABAF-83435A749A8C}" destId="{04A03ACC-2355-4C5B-9FA3-1A2A97758848}" srcOrd="0" destOrd="0" presId="urn:microsoft.com/office/officeart/2005/8/layout/chevron2"/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74291D8A-81BD-4320-990C-042B8F2E5E73}" type="presOf" srcId="{513D3A65-C260-4F68-B477-F9F8CE9F3413}" destId="{4B10578D-9979-430A-9708-77FD348F1934}" srcOrd="0" destOrd="0" presId="urn:microsoft.com/office/officeart/2005/8/layout/chevron2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B5D8A4E7-FE01-4101-B884-AAAE4C89CF55}" type="presOf" srcId="{F19A3D9B-5749-4B47-A344-FAC5A73D33D4}" destId="{4E349FB2-AD9E-45BF-B7E2-DE4B462E6224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4A73BE8B-46CA-4FF7-9660-1202F437C708}" type="presOf" srcId="{88FFC79B-2632-426D-BE45-B1779D63178B}" destId="{DC9D721B-1E75-45A5-A0FB-A2DADFC1170E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FCC288C6-FF94-4061-B896-EA03F6686878}" type="presOf" srcId="{0E0E6E3B-CBFC-44C2-99CA-854C563DC7B1}" destId="{6A4E9E2A-600B-4A50-8F90-41EB33664771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528F8F04-EB66-44EB-962D-5F1AD410435D}" type="presOf" srcId="{872FA8FF-FAFA-4607-BB86-1A652C6D39F6}" destId="{28157716-84C9-4AE3-AD8A-284FFFFAF829}" srcOrd="0" destOrd="0" presId="urn:microsoft.com/office/officeart/2005/8/layout/chevron2"/>
    <dgm:cxn modelId="{B8A31977-7F73-4396-926B-243F1DBEC6C5}" type="presOf" srcId="{7D36AB96-8366-419E-9E98-117A2DEF47E5}" destId="{98C61305-1231-4A5C-945A-2E0867C67368}" srcOrd="0" destOrd="0" presId="urn:microsoft.com/office/officeart/2005/8/layout/chevron2"/>
    <dgm:cxn modelId="{29E0C546-AF2F-4C58-B809-F861B813506A}" type="presOf" srcId="{7275B847-6191-4025-BECE-98790FDA8559}" destId="{4455C0CB-D721-401A-A6CF-5327DA8D1B00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26D5743E-492C-4B91-8109-62DEC5B3DA8E}" type="presOf" srcId="{B87E5840-55E2-4D26-9967-A7A5ED97544E}" destId="{3F0E2269-6099-406D-BFE8-2339CB410F56}" srcOrd="0" destOrd="0" presId="urn:microsoft.com/office/officeart/2005/8/layout/chevron2"/>
    <dgm:cxn modelId="{878A89C2-F859-40EF-9E4C-201796AD3848}" type="presOf" srcId="{4786410F-CC44-495A-A2CE-B5D2670EB4DC}" destId="{8839C54F-80A8-4547-8FAC-45120FB2E865}" srcOrd="0" destOrd="0" presId="urn:microsoft.com/office/officeart/2005/8/layout/chevron2"/>
    <dgm:cxn modelId="{D5C666A2-8B7D-4881-AD4B-6BA9AA1E6811}" type="presParOf" srcId="{4B10578D-9979-430A-9708-77FD348F1934}" destId="{9A4F7273-B3E4-47E5-9410-D4AD62ACF4D4}" srcOrd="0" destOrd="0" presId="urn:microsoft.com/office/officeart/2005/8/layout/chevron2"/>
    <dgm:cxn modelId="{B9DCC1E6-DF96-4697-A40E-EDEAF5852E12}" type="presParOf" srcId="{9A4F7273-B3E4-47E5-9410-D4AD62ACF4D4}" destId="{3F0E2269-6099-406D-BFE8-2339CB410F56}" srcOrd="0" destOrd="0" presId="urn:microsoft.com/office/officeart/2005/8/layout/chevron2"/>
    <dgm:cxn modelId="{3E34568F-0F72-46C7-AAE0-2686EBDA9E3B}" type="presParOf" srcId="{9A4F7273-B3E4-47E5-9410-D4AD62ACF4D4}" destId="{DC9D721B-1E75-45A5-A0FB-A2DADFC1170E}" srcOrd="1" destOrd="0" presId="urn:microsoft.com/office/officeart/2005/8/layout/chevron2"/>
    <dgm:cxn modelId="{6B96B2FD-2A2D-4F5B-A924-2770261C5C00}" type="presParOf" srcId="{4B10578D-9979-430A-9708-77FD348F1934}" destId="{51836B76-6125-4A86-B96C-F3A8BF79D534}" srcOrd="1" destOrd="0" presId="urn:microsoft.com/office/officeart/2005/8/layout/chevron2"/>
    <dgm:cxn modelId="{305EC56A-81BD-431E-9132-26E80FB907D8}" type="presParOf" srcId="{4B10578D-9979-430A-9708-77FD348F1934}" destId="{14DF4B00-5E8E-4B5C-8240-9B8D797CEC38}" srcOrd="2" destOrd="0" presId="urn:microsoft.com/office/officeart/2005/8/layout/chevron2"/>
    <dgm:cxn modelId="{8D1FC1DF-00F0-42AD-9482-66F3B27BE1BE}" type="presParOf" srcId="{14DF4B00-5E8E-4B5C-8240-9B8D797CEC38}" destId="{4455C0CB-D721-401A-A6CF-5327DA8D1B00}" srcOrd="0" destOrd="0" presId="urn:microsoft.com/office/officeart/2005/8/layout/chevron2"/>
    <dgm:cxn modelId="{9E66FFD0-5C3E-42FF-BAF9-4C5D243CCBD5}" type="presParOf" srcId="{14DF4B00-5E8E-4B5C-8240-9B8D797CEC38}" destId="{28157716-84C9-4AE3-AD8A-284FFFFAF829}" srcOrd="1" destOrd="0" presId="urn:microsoft.com/office/officeart/2005/8/layout/chevron2"/>
    <dgm:cxn modelId="{0EE901F8-8496-42D0-884F-DCA143D83D02}" type="presParOf" srcId="{4B10578D-9979-430A-9708-77FD348F1934}" destId="{349FF45C-BCE4-47BA-9739-DC9181573948}" srcOrd="3" destOrd="0" presId="urn:microsoft.com/office/officeart/2005/8/layout/chevron2"/>
    <dgm:cxn modelId="{28129CA2-951A-40CB-9878-339DE5CED578}" type="presParOf" srcId="{4B10578D-9979-430A-9708-77FD348F1934}" destId="{824FBA17-AFC0-4498-830B-48ABF825A5C1}" srcOrd="4" destOrd="0" presId="urn:microsoft.com/office/officeart/2005/8/layout/chevron2"/>
    <dgm:cxn modelId="{223A1B53-C57C-4F3E-82E0-89CC6B22A695}" type="presParOf" srcId="{824FBA17-AFC0-4498-830B-48ABF825A5C1}" destId="{8839C54F-80A8-4547-8FAC-45120FB2E865}" srcOrd="0" destOrd="0" presId="urn:microsoft.com/office/officeart/2005/8/layout/chevron2"/>
    <dgm:cxn modelId="{8EB0D7FB-36E2-4245-A1EE-4E2BD43DFA26}" type="presParOf" srcId="{824FBA17-AFC0-4498-830B-48ABF825A5C1}" destId="{98C61305-1231-4A5C-945A-2E0867C67368}" srcOrd="1" destOrd="0" presId="urn:microsoft.com/office/officeart/2005/8/layout/chevron2"/>
    <dgm:cxn modelId="{42DB0558-7534-42B3-AC7E-7C6AF5871A0E}" type="presParOf" srcId="{4B10578D-9979-430A-9708-77FD348F1934}" destId="{B3F2A835-157D-4755-869B-8B5EB24FAE7B}" srcOrd="5" destOrd="0" presId="urn:microsoft.com/office/officeart/2005/8/layout/chevron2"/>
    <dgm:cxn modelId="{08407452-1784-4719-A459-A5C80B8BCF3B}" type="presParOf" srcId="{4B10578D-9979-430A-9708-77FD348F1934}" destId="{03F3812E-715C-4ABC-A90C-FB7566261E4A}" srcOrd="6" destOrd="0" presId="urn:microsoft.com/office/officeart/2005/8/layout/chevron2"/>
    <dgm:cxn modelId="{D7037467-E8A3-45AC-ADDB-FEB6CCD8240B}" type="presParOf" srcId="{03F3812E-715C-4ABC-A90C-FB7566261E4A}" destId="{4E349FB2-AD9E-45BF-B7E2-DE4B462E6224}" srcOrd="0" destOrd="0" presId="urn:microsoft.com/office/officeart/2005/8/layout/chevron2"/>
    <dgm:cxn modelId="{9067D889-0A36-4B0A-9301-38949C1DFDE2}" type="presParOf" srcId="{03F3812E-715C-4ABC-A90C-FB7566261E4A}" destId="{6A4E9E2A-600B-4A50-8F90-41EB33664771}" srcOrd="1" destOrd="0" presId="urn:microsoft.com/office/officeart/2005/8/layout/chevron2"/>
    <dgm:cxn modelId="{5CD80809-8BE0-4AEC-A376-35C6F90A2F75}" type="presParOf" srcId="{4B10578D-9979-430A-9708-77FD348F1934}" destId="{AB2308B6-E04A-4742-92F0-F0D84B807026}" srcOrd="7" destOrd="0" presId="urn:microsoft.com/office/officeart/2005/8/layout/chevron2"/>
    <dgm:cxn modelId="{20E54D90-E187-4C9F-9C38-529B9F252239}" type="presParOf" srcId="{4B10578D-9979-430A-9708-77FD348F1934}" destId="{D904F718-BF61-4DD3-82D4-3F11C89CB4AC}" srcOrd="8" destOrd="0" presId="urn:microsoft.com/office/officeart/2005/8/layout/chevron2"/>
    <dgm:cxn modelId="{392AAAE6-5561-45AF-86C6-5120FA9E04D9}" type="presParOf" srcId="{D904F718-BF61-4DD3-82D4-3F11C89CB4AC}" destId="{9A87F869-ACC4-42E6-8BD1-169015AF527F}" srcOrd="0" destOrd="0" presId="urn:microsoft.com/office/officeart/2005/8/layout/chevron2"/>
    <dgm:cxn modelId="{009FDF15-1184-4192-9F34-0BD3683FF0F9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Satisfação com os recursos financeiros.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Equilíbrio entre ganhos e gastos.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Reservas para possíveis crises.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Satisfação com os investimentos realizados.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Oportunidades para aumentar renda.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A10D8403-EB3C-4E96-910B-9FAD09B13EAD}" type="presOf" srcId="{F19A3D9B-5749-4B47-A344-FAC5A73D33D4}" destId="{4E349FB2-AD9E-45BF-B7E2-DE4B462E6224}" srcOrd="0" destOrd="0" presId="urn:microsoft.com/office/officeart/2005/8/layout/chevron2"/>
    <dgm:cxn modelId="{75566B29-825B-46AB-9231-A5164C1139E4}" type="presOf" srcId="{505CBCC4-83BF-4993-8D76-D0B08BF63B49}" destId="{9A87F869-ACC4-42E6-8BD1-169015AF527F}" srcOrd="0" destOrd="0" presId="urn:microsoft.com/office/officeart/2005/8/layout/chevron2"/>
    <dgm:cxn modelId="{B6C48B8F-81B1-4F94-8D8B-39E8EBC4AD9C}" type="presOf" srcId="{872FA8FF-FAFA-4607-BB86-1A652C6D39F6}" destId="{28157716-84C9-4AE3-AD8A-284FFFFAF829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17A87464-E8CC-4424-8622-10CB5EC81C2C}" type="presOf" srcId="{4786410F-CC44-495A-A2CE-B5D2670EB4DC}" destId="{8839C54F-80A8-4547-8FAC-45120FB2E865}" srcOrd="0" destOrd="0" presId="urn:microsoft.com/office/officeart/2005/8/layout/chevron2"/>
    <dgm:cxn modelId="{E679D39D-213A-4EE3-A2B2-F0E8661262C5}" type="presOf" srcId="{7275B847-6191-4025-BECE-98790FDA8559}" destId="{4455C0CB-D721-401A-A6CF-5327DA8D1B00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6D9A059F-2CB2-4880-BF75-28E47D0CA572}" type="presOf" srcId="{7D36AB96-8366-419E-9E98-117A2DEF47E5}" destId="{98C61305-1231-4A5C-945A-2E0867C67368}" srcOrd="0" destOrd="0" presId="urn:microsoft.com/office/officeart/2005/8/layout/chevron2"/>
    <dgm:cxn modelId="{37EF077C-D73B-4EC0-BB31-55CB744CCD60}" type="presOf" srcId="{3C2DC19F-296B-4179-ABAF-83435A749A8C}" destId="{04A03ACC-2355-4C5B-9FA3-1A2A97758848}" srcOrd="0" destOrd="0" presId="urn:microsoft.com/office/officeart/2005/8/layout/chevron2"/>
    <dgm:cxn modelId="{4650CF78-F641-4FC6-AC9C-F0C4E9DD7020}" type="presOf" srcId="{B87E5840-55E2-4D26-9967-A7A5ED97544E}" destId="{3F0E2269-6099-406D-BFE8-2339CB410F56}" srcOrd="0" destOrd="0" presId="urn:microsoft.com/office/officeart/2005/8/layout/chevron2"/>
    <dgm:cxn modelId="{016A9729-8F9D-4829-A03A-8E01A6E7F06B}" type="presOf" srcId="{0E0E6E3B-CBFC-44C2-99CA-854C563DC7B1}" destId="{6A4E9E2A-600B-4A50-8F90-41EB33664771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5505E3CB-0829-4845-8100-AFD6B1EC2EAF}" type="presOf" srcId="{88FFC79B-2632-426D-BE45-B1779D63178B}" destId="{DC9D721B-1E75-45A5-A0FB-A2DADFC1170E}" srcOrd="0" destOrd="0" presId="urn:microsoft.com/office/officeart/2005/8/layout/chevron2"/>
    <dgm:cxn modelId="{F2578E41-7EA7-473A-B0E8-128E9718D7F7}" type="presOf" srcId="{513D3A65-C260-4F68-B477-F9F8CE9F3413}" destId="{4B10578D-9979-430A-9708-77FD348F1934}" srcOrd="0" destOrd="0" presId="urn:microsoft.com/office/officeart/2005/8/layout/chevron2"/>
    <dgm:cxn modelId="{39C366C5-FB5F-4C07-9244-41667B60FCE5}" type="presParOf" srcId="{4B10578D-9979-430A-9708-77FD348F1934}" destId="{9A4F7273-B3E4-47E5-9410-D4AD62ACF4D4}" srcOrd="0" destOrd="0" presId="urn:microsoft.com/office/officeart/2005/8/layout/chevron2"/>
    <dgm:cxn modelId="{D21EA573-8B0C-435F-81AF-B3D4816C01AD}" type="presParOf" srcId="{9A4F7273-B3E4-47E5-9410-D4AD62ACF4D4}" destId="{3F0E2269-6099-406D-BFE8-2339CB410F56}" srcOrd="0" destOrd="0" presId="urn:microsoft.com/office/officeart/2005/8/layout/chevron2"/>
    <dgm:cxn modelId="{A07DB36E-350E-4FC0-9DD0-AC613EF7A9D9}" type="presParOf" srcId="{9A4F7273-B3E4-47E5-9410-D4AD62ACF4D4}" destId="{DC9D721B-1E75-45A5-A0FB-A2DADFC1170E}" srcOrd="1" destOrd="0" presId="urn:microsoft.com/office/officeart/2005/8/layout/chevron2"/>
    <dgm:cxn modelId="{8FFED02F-82CA-4078-A40C-641A4B67E633}" type="presParOf" srcId="{4B10578D-9979-430A-9708-77FD348F1934}" destId="{51836B76-6125-4A86-B96C-F3A8BF79D534}" srcOrd="1" destOrd="0" presId="urn:microsoft.com/office/officeart/2005/8/layout/chevron2"/>
    <dgm:cxn modelId="{349AB9A5-E64E-486B-B033-0BC7C965E43E}" type="presParOf" srcId="{4B10578D-9979-430A-9708-77FD348F1934}" destId="{14DF4B00-5E8E-4B5C-8240-9B8D797CEC38}" srcOrd="2" destOrd="0" presId="urn:microsoft.com/office/officeart/2005/8/layout/chevron2"/>
    <dgm:cxn modelId="{B97ED41A-F519-4761-AFC7-6B2CA56FC35E}" type="presParOf" srcId="{14DF4B00-5E8E-4B5C-8240-9B8D797CEC38}" destId="{4455C0CB-D721-401A-A6CF-5327DA8D1B00}" srcOrd="0" destOrd="0" presId="urn:microsoft.com/office/officeart/2005/8/layout/chevron2"/>
    <dgm:cxn modelId="{648924C9-0BC6-4B50-AE0B-14A1B3BCDF7B}" type="presParOf" srcId="{14DF4B00-5E8E-4B5C-8240-9B8D797CEC38}" destId="{28157716-84C9-4AE3-AD8A-284FFFFAF829}" srcOrd="1" destOrd="0" presId="urn:microsoft.com/office/officeart/2005/8/layout/chevron2"/>
    <dgm:cxn modelId="{B8E1B43C-96DE-4774-A670-56FA91825EEA}" type="presParOf" srcId="{4B10578D-9979-430A-9708-77FD348F1934}" destId="{349FF45C-BCE4-47BA-9739-DC9181573948}" srcOrd="3" destOrd="0" presId="urn:microsoft.com/office/officeart/2005/8/layout/chevron2"/>
    <dgm:cxn modelId="{E77C172A-C574-4685-8E8B-2659CE6636E1}" type="presParOf" srcId="{4B10578D-9979-430A-9708-77FD348F1934}" destId="{824FBA17-AFC0-4498-830B-48ABF825A5C1}" srcOrd="4" destOrd="0" presId="urn:microsoft.com/office/officeart/2005/8/layout/chevron2"/>
    <dgm:cxn modelId="{CE0C5432-933F-4C1D-BA1A-F98768F09752}" type="presParOf" srcId="{824FBA17-AFC0-4498-830B-48ABF825A5C1}" destId="{8839C54F-80A8-4547-8FAC-45120FB2E865}" srcOrd="0" destOrd="0" presId="urn:microsoft.com/office/officeart/2005/8/layout/chevron2"/>
    <dgm:cxn modelId="{621A2131-3F3E-492C-97BC-66BC680261AD}" type="presParOf" srcId="{824FBA17-AFC0-4498-830B-48ABF825A5C1}" destId="{98C61305-1231-4A5C-945A-2E0867C67368}" srcOrd="1" destOrd="0" presId="urn:microsoft.com/office/officeart/2005/8/layout/chevron2"/>
    <dgm:cxn modelId="{655D7D8F-7C17-43F3-A3AC-6D9E33A47A10}" type="presParOf" srcId="{4B10578D-9979-430A-9708-77FD348F1934}" destId="{B3F2A835-157D-4755-869B-8B5EB24FAE7B}" srcOrd="5" destOrd="0" presId="urn:microsoft.com/office/officeart/2005/8/layout/chevron2"/>
    <dgm:cxn modelId="{A4F11853-7CD6-4D7A-AC56-DDE463DB7BD6}" type="presParOf" srcId="{4B10578D-9979-430A-9708-77FD348F1934}" destId="{03F3812E-715C-4ABC-A90C-FB7566261E4A}" srcOrd="6" destOrd="0" presId="urn:microsoft.com/office/officeart/2005/8/layout/chevron2"/>
    <dgm:cxn modelId="{16F451B9-6B30-43A4-957F-B96ECBAA67AC}" type="presParOf" srcId="{03F3812E-715C-4ABC-A90C-FB7566261E4A}" destId="{4E349FB2-AD9E-45BF-B7E2-DE4B462E6224}" srcOrd="0" destOrd="0" presId="urn:microsoft.com/office/officeart/2005/8/layout/chevron2"/>
    <dgm:cxn modelId="{24AB62D8-B4F3-4311-A09E-74C9D71FD12B}" type="presParOf" srcId="{03F3812E-715C-4ABC-A90C-FB7566261E4A}" destId="{6A4E9E2A-600B-4A50-8F90-41EB33664771}" srcOrd="1" destOrd="0" presId="urn:microsoft.com/office/officeart/2005/8/layout/chevron2"/>
    <dgm:cxn modelId="{6724FD6D-0355-43BA-8B55-26CE1C39AB04}" type="presParOf" srcId="{4B10578D-9979-430A-9708-77FD348F1934}" destId="{AB2308B6-E04A-4742-92F0-F0D84B807026}" srcOrd="7" destOrd="0" presId="urn:microsoft.com/office/officeart/2005/8/layout/chevron2"/>
    <dgm:cxn modelId="{ECA2260C-15A7-44B8-965E-E7CAE31DF092}" type="presParOf" srcId="{4B10578D-9979-430A-9708-77FD348F1934}" destId="{D904F718-BF61-4DD3-82D4-3F11C89CB4AC}" srcOrd="8" destOrd="0" presId="urn:microsoft.com/office/officeart/2005/8/layout/chevron2"/>
    <dgm:cxn modelId="{12C1989A-9902-4EE4-85A6-10CB50F291FB}" type="presParOf" srcId="{D904F718-BF61-4DD3-82D4-3F11C89CB4AC}" destId="{9A87F869-ACC4-42E6-8BD1-169015AF527F}" srcOrd="0" destOrd="0" presId="urn:microsoft.com/office/officeart/2005/8/layout/chevron2"/>
    <dgm:cxn modelId="{82F122FC-9359-4833-A972-8A24BC20301E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 custT="1"/>
      <dgm:spPr/>
      <dgm:t>
        <a:bodyPr/>
        <a:lstStyle/>
        <a:p>
          <a:r>
            <a:rPr lang="pt-BR" sz="2700" dirty="0" smtClean="0"/>
            <a:t>Desejo sincero.</a:t>
          </a:r>
          <a:endParaRPr lang="pt-BR" sz="2700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 custT="1"/>
      <dgm:spPr/>
      <dgm:t>
        <a:bodyPr/>
        <a:lstStyle/>
        <a:p>
          <a:r>
            <a:rPr lang="pt-BR" sz="2700" dirty="0" smtClean="0"/>
            <a:t>Cordialidade.</a:t>
          </a:r>
          <a:endParaRPr lang="pt-BR" sz="2700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 custT="1"/>
      <dgm:spPr/>
      <dgm:t>
        <a:bodyPr/>
        <a:lstStyle/>
        <a:p>
          <a:r>
            <a:rPr lang="pt-BR" sz="2700" dirty="0" smtClean="0"/>
            <a:t>Trabalho Voluntário.</a:t>
          </a:r>
          <a:endParaRPr lang="pt-BR" sz="2700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4EB9CFB-E774-4E2E-A92C-0497F7DC9E49}" type="presOf" srcId="{872FA8FF-FAFA-4607-BB86-1A652C6D39F6}" destId="{28157716-84C9-4AE3-AD8A-284FFFFAF829}" srcOrd="0" destOrd="0" presId="urn:microsoft.com/office/officeart/2005/8/layout/chevron2"/>
    <dgm:cxn modelId="{0CA3A1F0-F1CA-4528-8107-A7F60FF4B51B}" type="presOf" srcId="{B87E5840-55E2-4D26-9967-A7A5ED97544E}" destId="{3F0E2269-6099-406D-BFE8-2339CB410F56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5A623BA2-BEFA-479E-998A-0B07A7AF1B1F}" type="presOf" srcId="{7275B847-6191-4025-BECE-98790FDA8559}" destId="{4455C0CB-D721-401A-A6CF-5327DA8D1B00}" srcOrd="0" destOrd="0" presId="urn:microsoft.com/office/officeart/2005/8/layout/chevron2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76A882A7-8C10-4B2D-8A6F-2F6D5A137688}" type="presOf" srcId="{7D36AB96-8366-419E-9E98-117A2DEF47E5}" destId="{98C61305-1231-4A5C-945A-2E0867C67368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6097C8D6-FA1C-47A5-ABA3-DAECDE8515D6}" type="presOf" srcId="{513D3A65-C260-4F68-B477-F9F8CE9F3413}" destId="{4B10578D-9979-430A-9708-77FD348F1934}" srcOrd="0" destOrd="0" presId="urn:microsoft.com/office/officeart/2005/8/layout/chevron2"/>
    <dgm:cxn modelId="{8EE534C0-8410-441A-87A6-B98779F69624}" type="presOf" srcId="{88FFC79B-2632-426D-BE45-B1779D63178B}" destId="{DC9D721B-1E75-45A5-A0FB-A2DADFC1170E}" srcOrd="0" destOrd="0" presId="urn:microsoft.com/office/officeart/2005/8/layout/chevron2"/>
    <dgm:cxn modelId="{8FAD3F68-E45A-4006-B4FB-E20FE51C08DF}" type="presOf" srcId="{4786410F-CC44-495A-A2CE-B5D2670EB4DC}" destId="{8839C54F-80A8-4547-8FAC-45120FB2E865}" srcOrd="0" destOrd="0" presId="urn:microsoft.com/office/officeart/2005/8/layout/chevron2"/>
    <dgm:cxn modelId="{8850AAEA-6190-4CBF-A4EA-37E793DD3319}" type="presParOf" srcId="{4B10578D-9979-430A-9708-77FD348F1934}" destId="{9A4F7273-B3E4-47E5-9410-D4AD62ACF4D4}" srcOrd="0" destOrd="0" presId="urn:microsoft.com/office/officeart/2005/8/layout/chevron2"/>
    <dgm:cxn modelId="{B5130F2D-0226-47D6-B994-ADDC8DEC1017}" type="presParOf" srcId="{9A4F7273-B3E4-47E5-9410-D4AD62ACF4D4}" destId="{3F0E2269-6099-406D-BFE8-2339CB410F56}" srcOrd="0" destOrd="0" presId="urn:microsoft.com/office/officeart/2005/8/layout/chevron2"/>
    <dgm:cxn modelId="{A94F8A5D-2E9D-4B80-9C61-8A9B8891D47D}" type="presParOf" srcId="{9A4F7273-B3E4-47E5-9410-D4AD62ACF4D4}" destId="{DC9D721B-1E75-45A5-A0FB-A2DADFC1170E}" srcOrd="1" destOrd="0" presId="urn:microsoft.com/office/officeart/2005/8/layout/chevron2"/>
    <dgm:cxn modelId="{FD20F5D6-4BF9-4EE8-8048-2D3E77F048E6}" type="presParOf" srcId="{4B10578D-9979-430A-9708-77FD348F1934}" destId="{51836B76-6125-4A86-B96C-F3A8BF79D534}" srcOrd="1" destOrd="0" presId="urn:microsoft.com/office/officeart/2005/8/layout/chevron2"/>
    <dgm:cxn modelId="{28599FC8-AAC2-4400-A3A8-6C4F330A71F8}" type="presParOf" srcId="{4B10578D-9979-430A-9708-77FD348F1934}" destId="{14DF4B00-5E8E-4B5C-8240-9B8D797CEC38}" srcOrd="2" destOrd="0" presId="urn:microsoft.com/office/officeart/2005/8/layout/chevron2"/>
    <dgm:cxn modelId="{F5C20083-7053-4F6F-8142-B1F935A8C3A4}" type="presParOf" srcId="{14DF4B00-5E8E-4B5C-8240-9B8D797CEC38}" destId="{4455C0CB-D721-401A-A6CF-5327DA8D1B00}" srcOrd="0" destOrd="0" presId="urn:microsoft.com/office/officeart/2005/8/layout/chevron2"/>
    <dgm:cxn modelId="{72F2B1A6-33AB-47DB-93F4-33D401DEF004}" type="presParOf" srcId="{14DF4B00-5E8E-4B5C-8240-9B8D797CEC38}" destId="{28157716-84C9-4AE3-AD8A-284FFFFAF829}" srcOrd="1" destOrd="0" presId="urn:microsoft.com/office/officeart/2005/8/layout/chevron2"/>
    <dgm:cxn modelId="{93CD1BAB-60F4-4CB9-9127-D6D07B0C868D}" type="presParOf" srcId="{4B10578D-9979-430A-9708-77FD348F1934}" destId="{349FF45C-BCE4-47BA-9739-DC9181573948}" srcOrd="3" destOrd="0" presId="urn:microsoft.com/office/officeart/2005/8/layout/chevron2"/>
    <dgm:cxn modelId="{333452DB-5E0D-4803-A689-B82450B1143D}" type="presParOf" srcId="{4B10578D-9979-430A-9708-77FD348F1934}" destId="{824FBA17-AFC0-4498-830B-48ABF825A5C1}" srcOrd="4" destOrd="0" presId="urn:microsoft.com/office/officeart/2005/8/layout/chevron2"/>
    <dgm:cxn modelId="{C4FE9C93-FD83-48A1-B7ED-48994DA55D88}" type="presParOf" srcId="{824FBA17-AFC0-4498-830B-48ABF825A5C1}" destId="{8839C54F-80A8-4547-8FAC-45120FB2E865}" srcOrd="0" destOrd="0" presId="urn:microsoft.com/office/officeart/2005/8/layout/chevron2"/>
    <dgm:cxn modelId="{4AD8D95E-6868-46A2-8783-01F41D16D091}" type="presParOf" srcId="{824FBA17-AFC0-4498-830B-48ABF825A5C1}" destId="{98C61305-1231-4A5C-945A-2E0867C6736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4AED84D-BEA7-4139-A39A-50877EBFFE18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7AC67881-932E-4E82-AFDE-6005A7754DA3}">
      <dgm:prSet phldrT="[Texto]" custT="1"/>
      <dgm:spPr/>
      <dgm:t>
        <a:bodyPr/>
        <a:lstStyle/>
        <a:p>
          <a:r>
            <a:rPr lang="pt-BR" sz="3300" u="none" dirty="0" smtClean="0"/>
            <a:t>Família</a:t>
          </a:r>
          <a:endParaRPr lang="pt-BR" sz="3300" u="none" dirty="0"/>
        </a:p>
      </dgm:t>
    </dgm:pt>
    <dgm:pt modelId="{8C9EC6F4-70C1-40C4-8704-B35831E809AA}" type="parTrans" cxnId="{29A85B45-3138-4C67-BC7A-A751146C7403}">
      <dgm:prSet/>
      <dgm:spPr/>
      <dgm:t>
        <a:bodyPr/>
        <a:lstStyle/>
        <a:p>
          <a:endParaRPr lang="pt-BR"/>
        </a:p>
      </dgm:t>
    </dgm:pt>
    <dgm:pt modelId="{8ED80D32-273F-4A11-B4E5-94C4D6707172}" type="sibTrans" cxnId="{29A85B45-3138-4C67-BC7A-A751146C7403}">
      <dgm:prSet/>
      <dgm:spPr/>
      <dgm:t>
        <a:bodyPr/>
        <a:lstStyle/>
        <a:p>
          <a:endParaRPr lang="pt-BR"/>
        </a:p>
      </dgm:t>
    </dgm:pt>
    <dgm:pt modelId="{9081D3AD-A3BB-4BF6-8583-DA886CF7F7B4}">
      <dgm:prSet phldrT="[Texto]" custT="1"/>
      <dgm:spPr/>
      <dgm:t>
        <a:bodyPr/>
        <a:lstStyle/>
        <a:p>
          <a:r>
            <a:rPr lang="pt-BR" sz="3300" dirty="0" smtClean="0"/>
            <a:t>Relacionamento Amoroso</a:t>
          </a:r>
          <a:endParaRPr lang="pt-BR" sz="3300" dirty="0"/>
        </a:p>
      </dgm:t>
    </dgm:pt>
    <dgm:pt modelId="{D41A12E2-465D-4A9E-B86E-0C76143C57F3}" type="parTrans" cxnId="{E58CF16A-C1A0-494A-970A-93F325710D61}">
      <dgm:prSet/>
      <dgm:spPr/>
      <dgm:t>
        <a:bodyPr/>
        <a:lstStyle/>
        <a:p>
          <a:endParaRPr lang="pt-BR"/>
        </a:p>
      </dgm:t>
    </dgm:pt>
    <dgm:pt modelId="{E076867F-80AA-4454-8870-546B7DEBFB32}" type="sibTrans" cxnId="{E58CF16A-C1A0-494A-970A-93F325710D61}">
      <dgm:prSet/>
      <dgm:spPr/>
      <dgm:t>
        <a:bodyPr/>
        <a:lstStyle/>
        <a:p>
          <a:endParaRPr lang="pt-BR"/>
        </a:p>
      </dgm:t>
    </dgm:pt>
    <dgm:pt modelId="{9B04EED6-C6E2-4B55-9A17-B8B0180CB703}">
      <dgm:prSet phldrT="[Texto]" custT="1"/>
      <dgm:spPr/>
      <dgm:t>
        <a:bodyPr/>
        <a:lstStyle/>
        <a:p>
          <a:r>
            <a:rPr lang="pt-BR" sz="3300" dirty="0" smtClean="0"/>
            <a:t>Vida Social</a:t>
          </a:r>
          <a:endParaRPr lang="pt-BR" sz="3300" dirty="0"/>
        </a:p>
      </dgm:t>
    </dgm:pt>
    <dgm:pt modelId="{45D72ECA-1110-4A5F-BCD3-2D1DC4BC70B6}" type="parTrans" cxnId="{63828ACF-46A8-4555-A8B8-833BE3DB99D2}">
      <dgm:prSet/>
      <dgm:spPr/>
      <dgm:t>
        <a:bodyPr/>
        <a:lstStyle/>
        <a:p>
          <a:endParaRPr lang="pt-BR"/>
        </a:p>
      </dgm:t>
    </dgm:pt>
    <dgm:pt modelId="{5CC50B59-702B-4D47-A22D-90032888388A}" type="sibTrans" cxnId="{63828ACF-46A8-4555-A8B8-833BE3DB99D2}">
      <dgm:prSet/>
      <dgm:spPr/>
      <dgm:t>
        <a:bodyPr/>
        <a:lstStyle/>
        <a:p>
          <a:endParaRPr lang="pt-BR"/>
        </a:p>
      </dgm:t>
    </dgm:pt>
    <dgm:pt modelId="{8162554B-7B85-4991-ADB1-10D5AA0EDC7C}" type="pres">
      <dgm:prSet presAssocID="{04AED84D-BEA7-4139-A39A-50877EBFFE18}" presName="Name0" presStyleCnt="0">
        <dgm:presLayoutVars>
          <dgm:chMax val="7"/>
          <dgm:chPref val="7"/>
          <dgm:dir/>
        </dgm:presLayoutVars>
      </dgm:prSet>
      <dgm:spPr/>
    </dgm:pt>
    <dgm:pt modelId="{0FA7AA06-10A4-4FA1-BF2F-881BAF3EE1DE}" type="pres">
      <dgm:prSet presAssocID="{04AED84D-BEA7-4139-A39A-50877EBFFE18}" presName="Name1" presStyleCnt="0"/>
      <dgm:spPr/>
    </dgm:pt>
    <dgm:pt modelId="{BE1FA70F-D47E-46B6-9A22-D31B56950861}" type="pres">
      <dgm:prSet presAssocID="{04AED84D-BEA7-4139-A39A-50877EBFFE18}" presName="cycle" presStyleCnt="0"/>
      <dgm:spPr/>
    </dgm:pt>
    <dgm:pt modelId="{82530994-6CD3-4D22-8491-A556088F4495}" type="pres">
      <dgm:prSet presAssocID="{04AED84D-BEA7-4139-A39A-50877EBFFE18}" presName="srcNode" presStyleLbl="node1" presStyleIdx="0" presStyleCnt="3"/>
      <dgm:spPr/>
    </dgm:pt>
    <dgm:pt modelId="{367F4929-C170-4926-985A-2821978524DE}" type="pres">
      <dgm:prSet presAssocID="{04AED84D-BEA7-4139-A39A-50877EBFFE18}" presName="conn" presStyleLbl="parChTrans1D2" presStyleIdx="0" presStyleCnt="1"/>
      <dgm:spPr/>
    </dgm:pt>
    <dgm:pt modelId="{D9ABDC29-44E7-448C-AC53-5452B6AE3CD1}" type="pres">
      <dgm:prSet presAssocID="{04AED84D-BEA7-4139-A39A-50877EBFFE18}" presName="extraNode" presStyleLbl="node1" presStyleIdx="0" presStyleCnt="3"/>
      <dgm:spPr/>
    </dgm:pt>
    <dgm:pt modelId="{095121C6-4D1D-4B5A-B811-7CC1626631E7}" type="pres">
      <dgm:prSet presAssocID="{04AED84D-BEA7-4139-A39A-50877EBFFE18}" presName="dstNode" presStyleLbl="node1" presStyleIdx="0" presStyleCnt="3"/>
      <dgm:spPr/>
    </dgm:pt>
    <dgm:pt modelId="{498040F8-DC3F-4DCE-96BF-E33FA078A8D8}" type="pres">
      <dgm:prSet presAssocID="{7AC67881-932E-4E82-AFDE-6005A7754DA3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3A73DD-176B-4132-8B2D-514D19618C83}" type="pres">
      <dgm:prSet presAssocID="{7AC67881-932E-4E82-AFDE-6005A7754DA3}" presName="accent_1" presStyleCnt="0"/>
      <dgm:spPr/>
    </dgm:pt>
    <dgm:pt modelId="{32EEB05E-CBC3-4F42-BBCC-8CB6ABF6CB0A}" type="pres">
      <dgm:prSet presAssocID="{7AC67881-932E-4E82-AFDE-6005A7754DA3}" presName="accentRepeatNode" presStyleLbl="solidFgAcc1" presStyleIdx="0" presStyleCnt="3"/>
      <dgm:spPr/>
    </dgm:pt>
    <dgm:pt modelId="{8761F616-4A9F-4086-9154-2328E0D62F55}" type="pres">
      <dgm:prSet presAssocID="{9081D3AD-A3BB-4BF6-8583-DA886CF7F7B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EF58F4-7DCC-4FD0-9AE1-B956C9711781}" type="pres">
      <dgm:prSet presAssocID="{9081D3AD-A3BB-4BF6-8583-DA886CF7F7B4}" presName="accent_2" presStyleCnt="0"/>
      <dgm:spPr/>
    </dgm:pt>
    <dgm:pt modelId="{A3E36A7A-6CF5-46F9-8807-AD450E259A0C}" type="pres">
      <dgm:prSet presAssocID="{9081D3AD-A3BB-4BF6-8583-DA886CF7F7B4}" presName="accentRepeatNode" presStyleLbl="solidFgAcc1" presStyleIdx="1" presStyleCnt="3"/>
      <dgm:spPr/>
    </dgm:pt>
    <dgm:pt modelId="{DBD82E98-9AB0-4144-8E10-88BF2EFC2E0A}" type="pres">
      <dgm:prSet presAssocID="{9B04EED6-C6E2-4B55-9A17-B8B0180CB703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8E4FAD5-7174-4698-8A1E-664F69D73BEC}" type="pres">
      <dgm:prSet presAssocID="{9B04EED6-C6E2-4B55-9A17-B8B0180CB703}" presName="accent_3" presStyleCnt="0"/>
      <dgm:spPr/>
    </dgm:pt>
    <dgm:pt modelId="{259E55A1-4601-4394-BAF5-C23DF228F28D}" type="pres">
      <dgm:prSet presAssocID="{9B04EED6-C6E2-4B55-9A17-B8B0180CB703}" presName="accentRepeatNode" presStyleLbl="solidFgAcc1" presStyleIdx="2" presStyleCnt="3"/>
      <dgm:spPr/>
    </dgm:pt>
  </dgm:ptLst>
  <dgm:cxnLst>
    <dgm:cxn modelId="{63828ACF-46A8-4555-A8B8-833BE3DB99D2}" srcId="{04AED84D-BEA7-4139-A39A-50877EBFFE18}" destId="{9B04EED6-C6E2-4B55-9A17-B8B0180CB703}" srcOrd="2" destOrd="0" parTransId="{45D72ECA-1110-4A5F-BCD3-2D1DC4BC70B6}" sibTransId="{5CC50B59-702B-4D47-A22D-90032888388A}"/>
    <dgm:cxn modelId="{08E30E11-3960-4AFA-AFAF-97BE16D7C3D8}" type="presOf" srcId="{9081D3AD-A3BB-4BF6-8583-DA886CF7F7B4}" destId="{8761F616-4A9F-4086-9154-2328E0D62F55}" srcOrd="0" destOrd="0" presId="urn:microsoft.com/office/officeart/2008/layout/VerticalCurvedList"/>
    <dgm:cxn modelId="{29A85B45-3138-4C67-BC7A-A751146C7403}" srcId="{04AED84D-BEA7-4139-A39A-50877EBFFE18}" destId="{7AC67881-932E-4E82-AFDE-6005A7754DA3}" srcOrd="0" destOrd="0" parTransId="{8C9EC6F4-70C1-40C4-8704-B35831E809AA}" sibTransId="{8ED80D32-273F-4A11-B4E5-94C4D6707172}"/>
    <dgm:cxn modelId="{400B4B23-2BD0-4C30-8BC4-09405B121312}" type="presOf" srcId="{8ED80D32-273F-4A11-B4E5-94C4D6707172}" destId="{367F4929-C170-4926-985A-2821978524DE}" srcOrd="0" destOrd="0" presId="urn:microsoft.com/office/officeart/2008/layout/VerticalCurvedList"/>
    <dgm:cxn modelId="{FAD4AD0F-1D7C-4910-B1F4-3906EE1AE3B0}" type="presOf" srcId="{9B04EED6-C6E2-4B55-9A17-B8B0180CB703}" destId="{DBD82E98-9AB0-4144-8E10-88BF2EFC2E0A}" srcOrd="0" destOrd="0" presId="urn:microsoft.com/office/officeart/2008/layout/VerticalCurvedList"/>
    <dgm:cxn modelId="{2E2C13D4-53A6-4E8E-8FF4-DDAB721250EC}" type="presOf" srcId="{04AED84D-BEA7-4139-A39A-50877EBFFE18}" destId="{8162554B-7B85-4991-ADB1-10D5AA0EDC7C}" srcOrd="0" destOrd="0" presId="urn:microsoft.com/office/officeart/2008/layout/VerticalCurvedList"/>
    <dgm:cxn modelId="{B39CEDC1-9E20-4B99-BDA7-E3D1593035DE}" type="presOf" srcId="{7AC67881-932E-4E82-AFDE-6005A7754DA3}" destId="{498040F8-DC3F-4DCE-96BF-E33FA078A8D8}" srcOrd="0" destOrd="0" presId="urn:microsoft.com/office/officeart/2008/layout/VerticalCurvedList"/>
    <dgm:cxn modelId="{E58CF16A-C1A0-494A-970A-93F325710D61}" srcId="{04AED84D-BEA7-4139-A39A-50877EBFFE18}" destId="{9081D3AD-A3BB-4BF6-8583-DA886CF7F7B4}" srcOrd="1" destOrd="0" parTransId="{D41A12E2-465D-4A9E-B86E-0C76143C57F3}" sibTransId="{E076867F-80AA-4454-8870-546B7DEBFB32}"/>
    <dgm:cxn modelId="{82598F65-1CC3-4C4A-839A-B6F04243C33A}" type="presParOf" srcId="{8162554B-7B85-4991-ADB1-10D5AA0EDC7C}" destId="{0FA7AA06-10A4-4FA1-BF2F-881BAF3EE1DE}" srcOrd="0" destOrd="0" presId="urn:microsoft.com/office/officeart/2008/layout/VerticalCurvedList"/>
    <dgm:cxn modelId="{8AD64EF1-D261-41CE-B38B-E4C4D66A0048}" type="presParOf" srcId="{0FA7AA06-10A4-4FA1-BF2F-881BAF3EE1DE}" destId="{BE1FA70F-D47E-46B6-9A22-D31B56950861}" srcOrd="0" destOrd="0" presId="urn:microsoft.com/office/officeart/2008/layout/VerticalCurvedList"/>
    <dgm:cxn modelId="{8E6A021A-F4B6-4436-889E-94C939AF6043}" type="presParOf" srcId="{BE1FA70F-D47E-46B6-9A22-D31B56950861}" destId="{82530994-6CD3-4D22-8491-A556088F4495}" srcOrd="0" destOrd="0" presId="urn:microsoft.com/office/officeart/2008/layout/VerticalCurvedList"/>
    <dgm:cxn modelId="{4D72761B-C12A-4C8F-83C7-C8B6578DEB6B}" type="presParOf" srcId="{BE1FA70F-D47E-46B6-9A22-D31B56950861}" destId="{367F4929-C170-4926-985A-2821978524DE}" srcOrd="1" destOrd="0" presId="urn:microsoft.com/office/officeart/2008/layout/VerticalCurvedList"/>
    <dgm:cxn modelId="{2E6F7033-6E49-4661-865B-5C6618A6EEB2}" type="presParOf" srcId="{BE1FA70F-D47E-46B6-9A22-D31B56950861}" destId="{D9ABDC29-44E7-448C-AC53-5452B6AE3CD1}" srcOrd="2" destOrd="0" presId="urn:microsoft.com/office/officeart/2008/layout/VerticalCurvedList"/>
    <dgm:cxn modelId="{3F1A6103-C32B-48DC-B6D2-3F783D578F87}" type="presParOf" srcId="{BE1FA70F-D47E-46B6-9A22-D31B56950861}" destId="{095121C6-4D1D-4B5A-B811-7CC1626631E7}" srcOrd="3" destOrd="0" presId="urn:microsoft.com/office/officeart/2008/layout/VerticalCurvedList"/>
    <dgm:cxn modelId="{B2F84D44-EEA9-4D34-9924-215CD4CC0C07}" type="presParOf" srcId="{0FA7AA06-10A4-4FA1-BF2F-881BAF3EE1DE}" destId="{498040F8-DC3F-4DCE-96BF-E33FA078A8D8}" srcOrd="1" destOrd="0" presId="urn:microsoft.com/office/officeart/2008/layout/VerticalCurvedList"/>
    <dgm:cxn modelId="{82EDE577-F211-412D-A913-EFA8F32F2663}" type="presParOf" srcId="{0FA7AA06-10A4-4FA1-BF2F-881BAF3EE1DE}" destId="{E53A73DD-176B-4132-8B2D-514D19618C83}" srcOrd="2" destOrd="0" presId="urn:microsoft.com/office/officeart/2008/layout/VerticalCurvedList"/>
    <dgm:cxn modelId="{430D215A-6C64-48C1-A570-385D7C8C952F}" type="presParOf" srcId="{E53A73DD-176B-4132-8B2D-514D19618C83}" destId="{32EEB05E-CBC3-4F42-BBCC-8CB6ABF6CB0A}" srcOrd="0" destOrd="0" presId="urn:microsoft.com/office/officeart/2008/layout/VerticalCurvedList"/>
    <dgm:cxn modelId="{AAE18534-1F7B-45FD-AA95-C071DCE8A3B2}" type="presParOf" srcId="{0FA7AA06-10A4-4FA1-BF2F-881BAF3EE1DE}" destId="{8761F616-4A9F-4086-9154-2328E0D62F55}" srcOrd="3" destOrd="0" presId="urn:microsoft.com/office/officeart/2008/layout/VerticalCurvedList"/>
    <dgm:cxn modelId="{A3C90192-5281-490F-8595-FED37239EA90}" type="presParOf" srcId="{0FA7AA06-10A4-4FA1-BF2F-881BAF3EE1DE}" destId="{EDEF58F4-7DCC-4FD0-9AE1-B956C9711781}" srcOrd="4" destOrd="0" presId="urn:microsoft.com/office/officeart/2008/layout/VerticalCurvedList"/>
    <dgm:cxn modelId="{DBF8625C-1ACF-4A0D-8709-4723F91951B6}" type="presParOf" srcId="{EDEF58F4-7DCC-4FD0-9AE1-B956C9711781}" destId="{A3E36A7A-6CF5-46F9-8807-AD450E259A0C}" srcOrd="0" destOrd="0" presId="urn:microsoft.com/office/officeart/2008/layout/VerticalCurvedList"/>
    <dgm:cxn modelId="{37B44D67-845E-47C5-B31A-899DF028F4E9}" type="presParOf" srcId="{0FA7AA06-10A4-4FA1-BF2F-881BAF3EE1DE}" destId="{DBD82E98-9AB0-4144-8E10-88BF2EFC2E0A}" srcOrd="5" destOrd="0" presId="urn:microsoft.com/office/officeart/2008/layout/VerticalCurvedList"/>
    <dgm:cxn modelId="{3B7DBB56-9E97-42C4-BA7E-B539CD22C43C}" type="presParOf" srcId="{0FA7AA06-10A4-4FA1-BF2F-881BAF3EE1DE}" destId="{28E4FAD5-7174-4698-8A1E-664F69D73BEC}" srcOrd="6" destOrd="0" presId="urn:microsoft.com/office/officeart/2008/layout/VerticalCurvedList"/>
    <dgm:cxn modelId="{E3C0BEDD-3D81-44C6-950D-FD7D181EA571}" type="presParOf" srcId="{28E4FAD5-7174-4698-8A1E-664F69D73BEC}" destId="{259E55A1-4601-4394-BAF5-C23DF228F28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Tempo dedicado aos familiares.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Momentos agradáveis e amistosos em família.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Dialogo e boa vontade para resolver conflitos.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Grau de abertura para falar e ouvir.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Confia e apoio mútuos.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4962810-5CFA-4657-AE64-EFFD59126428}" type="presOf" srcId="{B87E5840-55E2-4D26-9967-A7A5ED97544E}" destId="{3F0E2269-6099-406D-BFE8-2339CB410F56}" srcOrd="0" destOrd="0" presId="urn:microsoft.com/office/officeart/2005/8/layout/chevron2"/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BFB2F1F-2522-4953-9DC2-5D08552C1BFF}" type="presOf" srcId="{505CBCC4-83BF-4993-8D76-D0B08BF63B49}" destId="{9A87F869-ACC4-42E6-8BD1-169015AF527F}" srcOrd="0" destOrd="0" presId="urn:microsoft.com/office/officeart/2005/8/layout/chevron2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62048662-E90E-41D3-A7B8-3C318F5745DB}" type="presOf" srcId="{7275B847-6191-4025-BECE-98790FDA8559}" destId="{4455C0CB-D721-401A-A6CF-5327DA8D1B00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7D05E44B-6C46-435F-BDC7-8ED6935E694B}" type="presOf" srcId="{513D3A65-C260-4F68-B477-F9F8CE9F3413}" destId="{4B10578D-9979-430A-9708-77FD348F1934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DB7E2DEE-321A-4B96-BC71-14556422A72B}" type="presOf" srcId="{4786410F-CC44-495A-A2CE-B5D2670EB4DC}" destId="{8839C54F-80A8-4547-8FAC-45120FB2E865}" srcOrd="0" destOrd="0" presId="urn:microsoft.com/office/officeart/2005/8/layout/chevron2"/>
    <dgm:cxn modelId="{E73BE3EC-CAAA-42E3-978A-F997ACEB6226}" type="presOf" srcId="{3C2DC19F-296B-4179-ABAF-83435A749A8C}" destId="{04A03ACC-2355-4C5B-9FA3-1A2A97758848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400C120B-2D92-4EA3-BFD6-480E75BB66E9}" type="presOf" srcId="{872FA8FF-FAFA-4607-BB86-1A652C6D39F6}" destId="{28157716-84C9-4AE3-AD8A-284FFFFAF829}" srcOrd="0" destOrd="0" presId="urn:microsoft.com/office/officeart/2005/8/layout/chevron2"/>
    <dgm:cxn modelId="{E11F9316-2227-4842-969F-FA97928538AA}" type="presOf" srcId="{0E0E6E3B-CBFC-44C2-99CA-854C563DC7B1}" destId="{6A4E9E2A-600B-4A50-8F90-41EB33664771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6DA79A4A-E7E8-495E-8C3E-115DD612BC98}" type="presOf" srcId="{88FFC79B-2632-426D-BE45-B1779D63178B}" destId="{DC9D721B-1E75-45A5-A0FB-A2DADFC1170E}" srcOrd="0" destOrd="0" presId="urn:microsoft.com/office/officeart/2005/8/layout/chevron2"/>
    <dgm:cxn modelId="{8108AB32-7D44-4032-8E64-F3354282D2F3}" type="presOf" srcId="{7D36AB96-8366-419E-9E98-117A2DEF47E5}" destId="{98C61305-1231-4A5C-945A-2E0867C67368}" srcOrd="0" destOrd="0" presId="urn:microsoft.com/office/officeart/2005/8/layout/chevron2"/>
    <dgm:cxn modelId="{CA99DF9F-3B0F-4E02-8A57-45F52F1132C0}" type="presOf" srcId="{F19A3D9B-5749-4B47-A344-FAC5A73D33D4}" destId="{4E349FB2-AD9E-45BF-B7E2-DE4B462E6224}" srcOrd="0" destOrd="0" presId="urn:microsoft.com/office/officeart/2005/8/layout/chevron2"/>
    <dgm:cxn modelId="{B9A067DF-A9A4-4F9C-B84B-23F6DC18BB37}" type="presParOf" srcId="{4B10578D-9979-430A-9708-77FD348F1934}" destId="{9A4F7273-B3E4-47E5-9410-D4AD62ACF4D4}" srcOrd="0" destOrd="0" presId="urn:microsoft.com/office/officeart/2005/8/layout/chevron2"/>
    <dgm:cxn modelId="{2DB2F38D-348B-448A-BAB9-232FFB09AA63}" type="presParOf" srcId="{9A4F7273-B3E4-47E5-9410-D4AD62ACF4D4}" destId="{3F0E2269-6099-406D-BFE8-2339CB410F56}" srcOrd="0" destOrd="0" presId="urn:microsoft.com/office/officeart/2005/8/layout/chevron2"/>
    <dgm:cxn modelId="{C5275A02-15D1-4144-9C65-6DE45129C481}" type="presParOf" srcId="{9A4F7273-B3E4-47E5-9410-D4AD62ACF4D4}" destId="{DC9D721B-1E75-45A5-A0FB-A2DADFC1170E}" srcOrd="1" destOrd="0" presId="urn:microsoft.com/office/officeart/2005/8/layout/chevron2"/>
    <dgm:cxn modelId="{E9327D30-4F93-4CB1-AD09-B72E813F4660}" type="presParOf" srcId="{4B10578D-9979-430A-9708-77FD348F1934}" destId="{51836B76-6125-4A86-B96C-F3A8BF79D534}" srcOrd="1" destOrd="0" presId="urn:microsoft.com/office/officeart/2005/8/layout/chevron2"/>
    <dgm:cxn modelId="{DD5F73D6-30C8-44F3-B3D0-2524502F2D36}" type="presParOf" srcId="{4B10578D-9979-430A-9708-77FD348F1934}" destId="{14DF4B00-5E8E-4B5C-8240-9B8D797CEC38}" srcOrd="2" destOrd="0" presId="urn:microsoft.com/office/officeart/2005/8/layout/chevron2"/>
    <dgm:cxn modelId="{C8D690DE-7460-449B-ABC3-2A8A571A2CDF}" type="presParOf" srcId="{14DF4B00-5E8E-4B5C-8240-9B8D797CEC38}" destId="{4455C0CB-D721-401A-A6CF-5327DA8D1B00}" srcOrd="0" destOrd="0" presId="urn:microsoft.com/office/officeart/2005/8/layout/chevron2"/>
    <dgm:cxn modelId="{9B7A591B-8DF0-48C1-8491-D419754A661E}" type="presParOf" srcId="{14DF4B00-5E8E-4B5C-8240-9B8D797CEC38}" destId="{28157716-84C9-4AE3-AD8A-284FFFFAF829}" srcOrd="1" destOrd="0" presId="urn:microsoft.com/office/officeart/2005/8/layout/chevron2"/>
    <dgm:cxn modelId="{A31F4E92-0420-4F85-A242-0C00326BBDAA}" type="presParOf" srcId="{4B10578D-9979-430A-9708-77FD348F1934}" destId="{349FF45C-BCE4-47BA-9739-DC9181573948}" srcOrd="3" destOrd="0" presId="urn:microsoft.com/office/officeart/2005/8/layout/chevron2"/>
    <dgm:cxn modelId="{3480D873-7BAC-4FE6-AE71-42F9CACAFAFA}" type="presParOf" srcId="{4B10578D-9979-430A-9708-77FD348F1934}" destId="{824FBA17-AFC0-4498-830B-48ABF825A5C1}" srcOrd="4" destOrd="0" presId="urn:microsoft.com/office/officeart/2005/8/layout/chevron2"/>
    <dgm:cxn modelId="{64AA7818-A8E3-4C33-8E54-246CFB9BAD27}" type="presParOf" srcId="{824FBA17-AFC0-4498-830B-48ABF825A5C1}" destId="{8839C54F-80A8-4547-8FAC-45120FB2E865}" srcOrd="0" destOrd="0" presId="urn:microsoft.com/office/officeart/2005/8/layout/chevron2"/>
    <dgm:cxn modelId="{44CBB5FB-866D-4FE5-8847-4E58692E4E59}" type="presParOf" srcId="{824FBA17-AFC0-4498-830B-48ABF825A5C1}" destId="{98C61305-1231-4A5C-945A-2E0867C67368}" srcOrd="1" destOrd="0" presId="urn:microsoft.com/office/officeart/2005/8/layout/chevron2"/>
    <dgm:cxn modelId="{A44D75DD-808C-4EF6-A086-011BCE91D06E}" type="presParOf" srcId="{4B10578D-9979-430A-9708-77FD348F1934}" destId="{B3F2A835-157D-4755-869B-8B5EB24FAE7B}" srcOrd="5" destOrd="0" presId="urn:microsoft.com/office/officeart/2005/8/layout/chevron2"/>
    <dgm:cxn modelId="{0FB55AD5-06B5-43CF-9D84-DE95FBD8BBC2}" type="presParOf" srcId="{4B10578D-9979-430A-9708-77FD348F1934}" destId="{03F3812E-715C-4ABC-A90C-FB7566261E4A}" srcOrd="6" destOrd="0" presId="urn:microsoft.com/office/officeart/2005/8/layout/chevron2"/>
    <dgm:cxn modelId="{ABFEF716-0B60-4F68-BE69-E9CE7881E9E5}" type="presParOf" srcId="{03F3812E-715C-4ABC-A90C-FB7566261E4A}" destId="{4E349FB2-AD9E-45BF-B7E2-DE4B462E6224}" srcOrd="0" destOrd="0" presId="urn:microsoft.com/office/officeart/2005/8/layout/chevron2"/>
    <dgm:cxn modelId="{783E43E5-46D5-4FB8-BA91-0EBCC8D6AC35}" type="presParOf" srcId="{03F3812E-715C-4ABC-A90C-FB7566261E4A}" destId="{6A4E9E2A-600B-4A50-8F90-41EB33664771}" srcOrd="1" destOrd="0" presId="urn:microsoft.com/office/officeart/2005/8/layout/chevron2"/>
    <dgm:cxn modelId="{8752207A-DABA-45B5-9D94-C515EFEA4E65}" type="presParOf" srcId="{4B10578D-9979-430A-9708-77FD348F1934}" destId="{AB2308B6-E04A-4742-92F0-F0D84B807026}" srcOrd="7" destOrd="0" presId="urn:microsoft.com/office/officeart/2005/8/layout/chevron2"/>
    <dgm:cxn modelId="{6C61C584-34E8-4FFC-94C1-2DEE374AE891}" type="presParOf" srcId="{4B10578D-9979-430A-9708-77FD348F1934}" destId="{D904F718-BF61-4DD3-82D4-3F11C89CB4AC}" srcOrd="8" destOrd="0" presId="urn:microsoft.com/office/officeart/2005/8/layout/chevron2"/>
    <dgm:cxn modelId="{6FF3E1BC-B7DC-4B3E-A564-6CEDA3A924A9}" type="presParOf" srcId="{D904F718-BF61-4DD3-82D4-3F11C89CB4AC}" destId="{9A87F869-ACC4-42E6-8BD1-169015AF527F}" srcOrd="0" destOrd="0" presId="urn:microsoft.com/office/officeart/2005/8/layout/chevron2"/>
    <dgm:cxn modelId="{CE048E1E-CB82-4A5B-8074-8C7F18905952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O quanto estou satisfeito no relacionamento ou com o fato de estar sozinho.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Tempo dedicado ao parceiro.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Grau de abertura para falar e ouvir.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Dedicação de atenção e cuidado para assuntos do relacionamento.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Compartilhamento de sonhos e expectativas de vida.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8E281272-0817-4884-9D22-1D6AEFF0E772}" type="presOf" srcId="{F19A3D9B-5749-4B47-A344-FAC5A73D33D4}" destId="{4E349FB2-AD9E-45BF-B7E2-DE4B462E6224}" srcOrd="0" destOrd="0" presId="urn:microsoft.com/office/officeart/2005/8/layout/chevron2"/>
    <dgm:cxn modelId="{B2752228-2715-4E1F-87B5-6A7D9FC3BB57}" type="presOf" srcId="{872FA8FF-FAFA-4607-BB86-1A652C6D39F6}" destId="{28157716-84C9-4AE3-AD8A-284FFFFAF829}" srcOrd="0" destOrd="0" presId="urn:microsoft.com/office/officeart/2005/8/layout/chevron2"/>
    <dgm:cxn modelId="{6A05B1F2-1D72-447F-9166-728219074B89}" type="presOf" srcId="{7D36AB96-8366-419E-9E98-117A2DEF47E5}" destId="{98C61305-1231-4A5C-945A-2E0867C67368}" srcOrd="0" destOrd="0" presId="urn:microsoft.com/office/officeart/2005/8/layout/chevron2"/>
    <dgm:cxn modelId="{E9445B11-E956-463C-BD8F-DD068C2061B7}" type="presOf" srcId="{3C2DC19F-296B-4179-ABAF-83435A749A8C}" destId="{04A03ACC-2355-4C5B-9FA3-1A2A97758848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ADCD9F55-C3FF-4B80-B0D1-AA5739845E47}" type="presOf" srcId="{B87E5840-55E2-4D26-9967-A7A5ED97544E}" destId="{3F0E2269-6099-406D-BFE8-2339CB410F56}" srcOrd="0" destOrd="0" presId="urn:microsoft.com/office/officeart/2005/8/layout/chevron2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6B78F84E-70E1-4CF4-A121-D2FE87AFB19A}" type="presOf" srcId="{0E0E6E3B-CBFC-44C2-99CA-854C563DC7B1}" destId="{6A4E9E2A-600B-4A50-8F90-41EB33664771}" srcOrd="0" destOrd="0" presId="urn:microsoft.com/office/officeart/2005/8/layout/chevron2"/>
    <dgm:cxn modelId="{6F42E953-274B-4E5E-B3D5-B7CF68219897}" type="presOf" srcId="{505CBCC4-83BF-4993-8D76-D0B08BF63B49}" destId="{9A87F869-ACC4-42E6-8BD1-169015AF527F}" srcOrd="0" destOrd="0" presId="urn:microsoft.com/office/officeart/2005/8/layout/chevron2"/>
    <dgm:cxn modelId="{6F1AF994-ED63-464A-B51E-E9C971963B7B}" type="presOf" srcId="{7275B847-6191-4025-BECE-98790FDA8559}" destId="{4455C0CB-D721-401A-A6CF-5327DA8D1B00}" srcOrd="0" destOrd="0" presId="urn:microsoft.com/office/officeart/2005/8/layout/chevron2"/>
    <dgm:cxn modelId="{02CA7EB1-FA79-478D-A640-796E5A412322}" type="presOf" srcId="{88FFC79B-2632-426D-BE45-B1779D63178B}" destId="{DC9D721B-1E75-45A5-A0FB-A2DADFC1170E}" srcOrd="0" destOrd="0" presId="urn:microsoft.com/office/officeart/2005/8/layout/chevron2"/>
    <dgm:cxn modelId="{5C5663BE-565A-419C-93D8-A9DDB5F688EF}" type="presOf" srcId="{4786410F-CC44-495A-A2CE-B5D2670EB4DC}" destId="{8839C54F-80A8-4547-8FAC-45120FB2E865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7DE2470B-502F-4DBD-B098-D14F6DC04BDE}" type="presOf" srcId="{513D3A65-C260-4F68-B477-F9F8CE9F3413}" destId="{4B10578D-9979-430A-9708-77FD348F1934}" srcOrd="0" destOrd="0" presId="urn:microsoft.com/office/officeart/2005/8/layout/chevron2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27B3C884-6F85-4680-93A0-E3848E9D7920}" type="presParOf" srcId="{4B10578D-9979-430A-9708-77FD348F1934}" destId="{9A4F7273-B3E4-47E5-9410-D4AD62ACF4D4}" srcOrd="0" destOrd="0" presId="urn:microsoft.com/office/officeart/2005/8/layout/chevron2"/>
    <dgm:cxn modelId="{47FF51A2-1EE2-4AE9-A5E8-25C21ED1A9D4}" type="presParOf" srcId="{9A4F7273-B3E4-47E5-9410-D4AD62ACF4D4}" destId="{3F0E2269-6099-406D-BFE8-2339CB410F56}" srcOrd="0" destOrd="0" presId="urn:microsoft.com/office/officeart/2005/8/layout/chevron2"/>
    <dgm:cxn modelId="{461D73E3-8747-4A1F-9CF6-8F7B6503B3C2}" type="presParOf" srcId="{9A4F7273-B3E4-47E5-9410-D4AD62ACF4D4}" destId="{DC9D721B-1E75-45A5-A0FB-A2DADFC1170E}" srcOrd="1" destOrd="0" presId="urn:microsoft.com/office/officeart/2005/8/layout/chevron2"/>
    <dgm:cxn modelId="{3CA4A411-361A-4619-AF8A-B476CD768C10}" type="presParOf" srcId="{4B10578D-9979-430A-9708-77FD348F1934}" destId="{51836B76-6125-4A86-B96C-F3A8BF79D534}" srcOrd="1" destOrd="0" presId="urn:microsoft.com/office/officeart/2005/8/layout/chevron2"/>
    <dgm:cxn modelId="{47B2AD55-14DC-4D0B-A7F5-AEE671348861}" type="presParOf" srcId="{4B10578D-9979-430A-9708-77FD348F1934}" destId="{14DF4B00-5E8E-4B5C-8240-9B8D797CEC38}" srcOrd="2" destOrd="0" presId="urn:microsoft.com/office/officeart/2005/8/layout/chevron2"/>
    <dgm:cxn modelId="{56DD334E-91BF-4A7E-AA3D-3D4CA04BA90E}" type="presParOf" srcId="{14DF4B00-5E8E-4B5C-8240-9B8D797CEC38}" destId="{4455C0CB-D721-401A-A6CF-5327DA8D1B00}" srcOrd="0" destOrd="0" presId="urn:microsoft.com/office/officeart/2005/8/layout/chevron2"/>
    <dgm:cxn modelId="{F14FA219-21EF-440B-8799-1C4F5656C006}" type="presParOf" srcId="{14DF4B00-5E8E-4B5C-8240-9B8D797CEC38}" destId="{28157716-84C9-4AE3-AD8A-284FFFFAF829}" srcOrd="1" destOrd="0" presId="urn:microsoft.com/office/officeart/2005/8/layout/chevron2"/>
    <dgm:cxn modelId="{E4A1651F-93D9-4339-B17F-0761DC82B7CD}" type="presParOf" srcId="{4B10578D-9979-430A-9708-77FD348F1934}" destId="{349FF45C-BCE4-47BA-9739-DC9181573948}" srcOrd="3" destOrd="0" presId="urn:microsoft.com/office/officeart/2005/8/layout/chevron2"/>
    <dgm:cxn modelId="{4A22DFBA-0A41-43A8-9D92-DDD48665A389}" type="presParOf" srcId="{4B10578D-9979-430A-9708-77FD348F1934}" destId="{824FBA17-AFC0-4498-830B-48ABF825A5C1}" srcOrd="4" destOrd="0" presId="urn:microsoft.com/office/officeart/2005/8/layout/chevron2"/>
    <dgm:cxn modelId="{C4053C44-D0AE-441E-AF27-97A3CF497F40}" type="presParOf" srcId="{824FBA17-AFC0-4498-830B-48ABF825A5C1}" destId="{8839C54F-80A8-4547-8FAC-45120FB2E865}" srcOrd="0" destOrd="0" presId="urn:microsoft.com/office/officeart/2005/8/layout/chevron2"/>
    <dgm:cxn modelId="{4B8A239A-0183-49DC-A033-32D1FE51E5D9}" type="presParOf" srcId="{824FBA17-AFC0-4498-830B-48ABF825A5C1}" destId="{98C61305-1231-4A5C-945A-2E0867C67368}" srcOrd="1" destOrd="0" presId="urn:microsoft.com/office/officeart/2005/8/layout/chevron2"/>
    <dgm:cxn modelId="{90E0E5D8-E82A-4006-B878-F75A07182CBE}" type="presParOf" srcId="{4B10578D-9979-430A-9708-77FD348F1934}" destId="{B3F2A835-157D-4755-869B-8B5EB24FAE7B}" srcOrd="5" destOrd="0" presId="urn:microsoft.com/office/officeart/2005/8/layout/chevron2"/>
    <dgm:cxn modelId="{F80370B8-6D56-49ED-9FEC-7B4164CA6D49}" type="presParOf" srcId="{4B10578D-9979-430A-9708-77FD348F1934}" destId="{03F3812E-715C-4ABC-A90C-FB7566261E4A}" srcOrd="6" destOrd="0" presId="urn:microsoft.com/office/officeart/2005/8/layout/chevron2"/>
    <dgm:cxn modelId="{E9063320-BBDB-48EE-B6E4-4D5EA0FF1B6F}" type="presParOf" srcId="{03F3812E-715C-4ABC-A90C-FB7566261E4A}" destId="{4E349FB2-AD9E-45BF-B7E2-DE4B462E6224}" srcOrd="0" destOrd="0" presId="urn:microsoft.com/office/officeart/2005/8/layout/chevron2"/>
    <dgm:cxn modelId="{11BD2FD4-DAC3-4E9D-AB8A-20BEF10E8438}" type="presParOf" srcId="{03F3812E-715C-4ABC-A90C-FB7566261E4A}" destId="{6A4E9E2A-600B-4A50-8F90-41EB33664771}" srcOrd="1" destOrd="0" presId="urn:microsoft.com/office/officeart/2005/8/layout/chevron2"/>
    <dgm:cxn modelId="{D4D3DAC9-07ED-437F-9744-59CCC3FA6D92}" type="presParOf" srcId="{4B10578D-9979-430A-9708-77FD348F1934}" destId="{AB2308B6-E04A-4742-92F0-F0D84B807026}" srcOrd="7" destOrd="0" presId="urn:microsoft.com/office/officeart/2005/8/layout/chevron2"/>
    <dgm:cxn modelId="{C500786A-2728-46FB-BE99-B5E3C3FC2AAD}" type="presParOf" srcId="{4B10578D-9979-430A-9708-77FD348F1934}" destId="{D904F718-BF61-4DD3-82D4-3F11C89CB4AC}" srcOrd="8" destOrd="0" presId="urn:microsoft.com/office/officeart/2005/8/layout/chevron2"/>
    <dgm:cxn modelId="{96BF4420-94CC-4345-A93B-F7D8BF9226B0}" type="presParOf" srcId="{D904F718-BF61-4DD3-82D4-3F11C89CB4AC}" destId="{9A87F869-ACC4-42E6-8BD1-169015AF527F}" srcOrd="0" destOrd="0" presId="urn:microsoft.com/office/officeart/2005/8/layout/chevron2"/>
    <dgm:cxn modelId="{518CE9B1-087E-4779-A12F-7DF84D26B101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Festas e reuniões de amigos (periodicidade).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Esforço para manter contato com amigos.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Quantidade de encontros com amigos.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Participação em atividades em grupo.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6D166B93-7144-4C08-A5BD-22AFA96369D5}" type="presOf" srcId="{7275B847-6191-4025-BECE-98790FDA8559}" destId="{4455C0CB-D721-401A-A6CF-5327DA8D1B00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A636EA04-8B2D-4CCD-B675-3B89342B1C57}" type="presOf" srcId="{0E0E6E3B-CBFC-44C2-99CA-854C563DC7B1}" destId="{6A4E9E2A-600B-4A50-8F90-41EB33664771}" srcOrd="0" destOrd="0" presId="urn:microsoft.com/office/officeart/2005/8/layout/chevron2"/>
    <dgm:cxn modelId="{7BDEEE73-44E9-4F26-ABE8-0A52C027B41D}" type="presOf" srcId="{F19A3D9B-5749-4B47-A344-FAC5A73D33D4}" destId="{4E349FB2-AD9E-45BF-B7E2-DE4B462E6224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34A39EBB-0066-4804-9867-8DE711CD010B}" type="presOf" srcId="{872FA8FF-FAFA-4607-BB86-1A652C6D39F6}" destId="{28157716-84C9-4AE3-AD8A-284FFFFAF829}" srcOrd="0" destOrd="0" presId="urn:microsoft.com/office/officeart/2005/8/layout/chevron2"/>
    <dgm:cxn modelId="{921B7D2E-2470-4720-85B9-873B81CD0958}" type="presOf" srcId="{88FFC79B-2632-426D-BE45-B1779D63178B}" destId="{DC9D721B-1E75-45A5-A0FB-A2DADFC1170E}" srcOrd="0" destOrd="0" presId="urn:microsoft.com/office/officeart/2005/8/layout/chevron2"/>
    <dgm:cxn modelId="{26876E35-49D6-477F-89B3-9D79C542D293}" type="presOf" srcId="{7D36AB96-8366-419E-9E98-117A2DEF47E5}" destId="{98C61305-1231-4A5C-945A-2E0867C67368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E2CA6F5C-445F-4280-9810-3A5727ECECA8}" type="presOf" srcId="{513D3A65-C260-4F68-B477-F9F8CE9F3413}" destId="{4B10578D-9979-430A-9708-77FD348F1934}" srcOrd="0" destOrd="0" presId="urn:microsoft.com/office/officeart/2005/8/layout/chevron2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A4DF9CD1-43A3-4985-9423-ABD5E20E4C6F}" type="presOf" srcId="{B87E5840-55E2-4D26-9967-A7A5ED97544E}" destId="{3F0E2269-6099-406D-BFE8-2339CB410F56}" srcOrd="0" destOrd="0" presId="urn:microsoft.com/office/officeart/2005/8/layout/chevron2"/>
    <dgm:cxn modelId="{067F2BDE-6DF3-4E5B-85E0-E151EE8229FE}" type="presOf" srcId="{4786410F-CC44-495A-A2CE-B5D2670EB4DC}" destId="{8839C54F-80A8-4547-8FAC-45120FB2E865}" srcOrd="0" destOrd="0" presId="urn:microsoft.com/office/officeart/2005/8/layout/chevron2"/>
    <dgm:cxn modelId="{CC59BF2E-E68A-451E-B298-02CF8D6908F8}" type="presParOf" srcId="{4B10578D-9979-430A-9708-77FD348F1934}" destId="{9A4F7273-B3E4-47E5-9410-D4AD62ACF4D4}" srcOrd="0" destOrd="0" presId="urn:microsoft.com/office/officeart/2005/8/layout/chevron2"/>
    <dgm:cxn modelId="{8F9FCF11-60D2-4F8F-AE9C-B84351636C02}" type="presParOf" srcId="{9A4F7273-B3E4-47E5-9410-D4AD62ACF4D4}" destId="{3F0E2269-6099-406D-BFE8-2339CB410F56}" srcOrd="0" destOrd="0" presId="urn:microsoft.com/office/officeart/2005/8/layout/chevron2"/>
    <dgm:cxn modelId="{DF327675-9779-441D-B3D7-B8A43B5A05F5}" type="presParOf" srcId="{9A4F7273-B3E4-47E5-9410-D4AD62ACF4D4}" destId="{DC9D721B-1E75-45A5-A0FB-A2DADFC1170E}" srcOrd="1" destOrd="0" presId="urn:microsoft.com/office/officeart/2005/8/layout/chevron2"/>
    <dgm:cxn modelId="{93B31FB8-19DA-4FF1-BDE7-503FA724FA72}" type="presParOf" srcId="{4B10578D-9979-430A-9708-77FD348F1934}" destId="{51836B76-6125-4A86-B96C-F3A8BF79D534}" srcOrd="1" destOrd="0" presId="urn:microsoft.com/office/officeart/2005/8/layout/chevron2"/>
    <dgm:cxn modelId="{7A3B5877-382B-4C77-917E-0AB461CDE063}" type="presParOf" srcId="{4B10578D-9979-430A-9708-77FD348F1934}" destId="{14DF4B00-5E8E-4B5C-8240-9B8D797CEC38}" srcOrd="2" destOrd="0" presId="urn:microsoft.com/office/officeart/2005/8/layout/chevron2"/>
    <dgm:cxn modelId="{214A3F27-534D-4CA6-9B55-625F6A166096}" type="presParOf" srcId="{14DF4B00-5E8E-4B5C-8240-9B8D797CEC38}" destId="{4455C0CB-D721-401A-A6CF-5327DA8D1B00}" srcOrd="0" destOrd="0" presId="urn:microsoft.com/office/officeart/2005/8/layout/chevron2"/>
    <dgm:cxn modelId="{8B395ABD-A8EC-4046-955B-C6A4F7715157}" type="presParOf" srcId="{14DF4B00-5E8E-4B5C-8240-9B8D797CEC38}" destId="{28157716-84C9-4AE3-AD8A-284FFFFAF829}" srcOrd="1" destOrd="0" presId="urn:microsoft.com/office/officeart/2005/8/layout/chevron2"/>
    <dgm:cxn modelId="{2157DCEA-5CD1-46B8-8043-600BDFE1EAD0}" type="presParOf" srcId="{4B10578D-9979-430A-9708-77FD348F1934}" destId="{349FF45C-BCE4-47BA-9739-DC9181573948}" srcOrd="3" destOrd="0" presId="urn:microsoft.com/office/officeart/2005/8/layout/chevron2"/>
    <dgm:cxn modelId="{8783E450-41D8-4422-A4DD-1E85E2A7174E}" type="presParOf" srcId="{4B10578D-9979-430A-9708-77FD348F1934}" destId="{824FBA17-AFC0-4498-830B-48ABF825A5C1}" srcOrd="4" destOrd="0" presId="urn:microsoft.com/office/officeart/2005/8/layout/chevron2"/>
    <dgm:cxn modelId="{F7B48CC1-B068-4062-A5D7-34E98F0570EF}" type="presParOf" srcId="{824FBA17-AFC0-4498-830B-48ABF825A5C1}" destId="{8839C54F-80A8-4547-8FAC-45120FB2E865}" srcOrd="0" destOrd="0" presId="urn:microsoft.com/office/officeart/2005/8/layout/chevron2"/>
    <dgm:cxn modelId="{F7740222-E011-492B-BFFE-8AB02712972F}" type="presParOf" srcId="{824FBA17-AFC0-4498-830B-48ABF825A5C1}" destId="{98C61305-1231-4A5C-945A-2E0867C67368}" srcOrd="1" destOrd="0" presId="urn:microsoft.com/office/officeart/2005/8/layout/chevron2"/>
    <dgm:cxn modelId="{9AF11287-1BC8-4CBB-BE80-225A9CACF9BA}" type="presParOf" srcId="{4B10578D-9979-430A-9708-77FD348F1934}" destId="{B3F2A835-157D-4755-869B-8B5EB24FAE7B}" srcOrd="5" destOrd="0" presId="urn:microsoft.com/office/officeart/2005/8/layout/chevron2"/>
    <dgm:cxn modelId="{106A6191-54E1-4FDF-BE23-C13C85B682A3}" type="presParOf" srcId="{4B10578D-9979-430A-9708-77FD348F1934}" destId="{03F3812E-715C-4ABC-A90C-FB7566261E4A}" srcOrd="6" destOrd="0" presId="urn:microsoft.com/office/officeart/2005/8/layout/chevron2"/>
    <dgm:cxn modelId="{5EA249A4-DB5A-4646-B085-7A19221A0575}" type="presParOf" srcId="{03F3812E-715C-4ABC-A90C-FB7566261E4A}" destId="{4E349FB2-AD9E-45BF-B7E2-DE4B462E6224}" srcOrd="0" destOrd="0" presId="urn:microsoft.com/office/officeart/2005/8/layout/chevron2"/>
    <dgm:cxn modelId="{6807F2FA-4E2D-4862-B7EE-5C3410898E4E}" type="presParOf" srcId="{03F3812E-715C-4ABC-A90C-FB7566261E4A}" destId="{6A4E9E2A-600B-4A50-8F90-41EB336647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4AED84D-BEA7-4139-A39A-50877EBFFE18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7AC67881-932E-4E82-AFDE-6005A7754DA3}">
      <dgm:prSet phldrT="[Texto]" custT="1"/>
      <dgm:spPr/>
      <dgm:t>
        <a:bodyPr/>
        <a:lstStyle/>
        <a:p>
          <a:r>
            <a:rPr lang="pt-BR" sz="3300" u="none" dirty="0" smtClean="0"/>
            <a:t>Hobbies e Diversão</a:t>
          </a:r>
          <a:endParaRPr lang="pt-BR" sz="3300" u="none" dirty="0"/>
        </a:p>
      </dgm:t>
    </dgm:pt>
    <dgm:pt modelId="{8C9EC6F4-70C1-40C4-8704-B35831E809AA}" type="parTrans" cxnId="{29A85B45-3138-4C67-BC7A-A751146C7403}">
      <dgm:prSet/>
      <dgm:spPr/>
      <dgm:t>
        <a:bodyPr/>
        <a:lstStyle/>
        <a:p>
          <a:endParaRPr lang="pt-BR"/>
        </a:p>
      </dgm:t>
    </dgm:pt>
    <dgm:pt modelId="{8ED80D32-273F-4A11-B4E5-94C4D6707172}" type="sibTrans" cxnId="{29A85B45-3138-4C67-BC7A-A751146C7403}">
      <dgm:prSet/>
      <dgm:spPr/>
      <dgm:t>
        <a:bodyPr/>
        <a:lstStyle/>
        <a:p>
          <a:endParaRPr lang="pt-BR"/>
        </a:p>
      </dgm:t>
    </dgm:pt>
    <dgm:pt modelId="{9081D3AD-A3BB-4BF6-8583-DA886CF7F7B4}">
      <dgm:prSet phldrT="[Texto]" custT="1"/>
      <dgm:spPr/>
      <dgm:t>
        <a:bodyPr/>
        <a:lstStyle/>
        <a:p>
          <a:r>
            <a:rPr lang="pt-BR" sz="3300" dirty="0" smtClean="0"/>
            <a:t>Plenitude e Felicidade</a:t>
          </a:r>
          <a:endParaRPr lang="pt-BR" sz="3300" dirty="0"/>
        </a:p>
      </dgm:t>
    </dgm:pt>
    <dgm:pt modelId="{D41A12E2-465D-4A9E-B86E-0C76143C57F3}" type="parTrans" cxnId="{E58CF16A-C1A0-494A-970A-93F325710D61}">
      <dgm:prSet/>
      <dgm:spPr/>
      <dgm:t>
        <a:bodyPr/>
        <a:lstStyle/>
        <a:p>
          <a:endParaRPr lang="pt-BR"/>
        </a:p>
      </dgm:t>
    </dgm:pt>
    <dgm:pt modelId="{E076867F-80AA-4454-8870-546B7DEBFB32}" type="sibTrans" cxnId="{E58CF16A-C1A0-494A-970A-93F325710D61}">
      <dgm:prSet/>
      <dgm:spPr/>
      <dgm:t>
        <a:bodyPr/>
        <a:lstStyle/>
        <a:p>
          <a:endParaRPr lang="pt-BR"/>
        </a:p>
      </dgm:t>
    </dgm:pt>
    <dgm:pt modelId="{9B04EED6-C6E2-4B55-9A17-B8B0180CB703}">
      <dgm:prSet phldrT="[Texto]" custT="1"/>
      <dgm:spPr/>
      <dgm:t>
        <a:bodyPr/>
        <a:lstStyle/>
        <a:p>
          <a:r>
            <a:rPr lang="pt-BR" sz="3300" dirty="0" smtClean="0"/>
            <a:t>Espiritualidade</a:t>
          </a:r>
          <a:endParaRPr lang="pt-BR" sz="3300" dirty="0"/>
        </a:p>
      </dgm:t>
    </dgm:pt>
    <dgm:pt modelId="{45D72ECA-1110-4A5F-BCD3-2D1DC4BC70B6}" type="parTrans" cxnId="{63828ACF-46A8-4555-A8B8-833BE3DB99D2}">
      <dgm:prSet/>
      <dgm:spPr/>
      <dgm:t>
        <a:bodyPr/>
        <a:lstStyle/>
        <a:p>
          <a:endParaRPr lang="pt-BR"/>
        </a:p>
      </dgm:t>
    </dgm:pt>
    <dgm:pt modelId="{5CC50B59-702B-4D47-A22D-90032888388A}" type="sibTrans" cxnId="{63828ACF-46A8-4555-A8B8-833BE3DB99D2}">
      <dgm:prSet/>
      <dgm:spPr/>
      <dgm:t>
        <a:bodyPr/>
        <a:lstStyle/>
        <a:p>
          <a:endParaRPr lang="pt-BR"/>
        </a:p>
      </dgm:t>
    </dgm:pt>
    <dgm:pt modelId="{8162554B-7B85-4991-ADB1-10D5AA0EDC7C}" type="pres">
      <dgm:prSet presAssocID="{04AED84D-BEA7-4139-A39A-50877EBFFE18}" presName="Name0" presStyleCnt="0">
        <dgm:presLayoutVars>
          <dgm:chMax val="7"/>
          <dgm:chPref val="7"/>
          <dgm:dir/>
        </dgm:presLayoutVars>
      </dgm:prSet>
      <dgm:spPr/>
    </dgm:pt>
    <dgm:pt modelId="{0FA7AA06-10A4-4FA1-BF2F-881BAF3EE1DE}" type="pres">
      <dgm:prSet presAssocID="{04AED84D-BEA7-4139-A39A-50877EBFFE18}" presName="Name1" presStyleCnt="0"/>
      <dgm:spPr/>
    </dgm:pt>
    <dgm:pt modelId="{BE1FA70F-D47E-46B6-9A22-D31B56950861}" type="pres">
      <dgm:prSet presAssocID="{04AED84D-BEA7-4139-A39A-50877EBFFE18}" presName="cycle" presStyleCnt="0"/>
      <dgm:spPr/>
    </dgm:pt>
    <dgm:pt modelId="{82530994-6CD3-4D22-8491-A556088F4495}" type="pres">
      <dgm:prSet presAssocID="{04AED84D-BEA7-4139-A39A-50877EBFFE18}" presName="srcNode" presStyleLbl="node1" presStyleIdx="0" presStyleCnt="3"/>
      <dgm:spPr/>
    </dgm:pt>
    <dgm:pt modelId="{367F4929-C170-4926-985A-2821978524DE}" type="pres">
      <dgm:prSet presAssocID="{04AED84D-BEA7-4139-A39A-50877EBFFE18}" presName="conn" presStyleLbl="parChTrans1D2" presStyleIdx="0" presStyleCnt="1"/>
      <dgm:spPr/>
    </dgm:pt>
    <dgm:pt modelId="{D9ABDC29-44E7-448C-AC53-5452B6AE3CD1}" type="pres">
      <dgm:prSet presAssocID="{04AED84D-BEA7-4139-A39A-50877EBFFE18}" presName="extraNode" presStyleLbl="node1" presStyleIdx="0" presStyleCnt="3"/>
      <dgm:spPr/>
    </dgm:pt>
    <dgm:pt modelId="{095121C6-4D1D-4B5A-B811-7CC1626631E7}" type="pres">
      <dgm:prSet presAssocID="{04AED84D-BEA7-4139-A39A-50877EBFFE18}" presName="dstNode" presStyleLbl="node1" presStyleIdx="0" presStyleCnt="3"/>
      <dgm:spPr/>
    </dgm:pt>
    <dgm:pt modelId="{498040F8-DC3F-4DCE-96BF-E33FA078A8D8}" type="pres">
      <dgm:prSet presAssocID="{7AC67881-932E-4E82-AFDE-6005A7754DA3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3A73DD-176B-4132-8B2D-514D19618C83}" type="pres">
      <dgm:prSet presAssocID="{7AC67881-932E-4E82-AFDE-6005A7754DA3}" presName="accent_1" presStyleCnt="0"/>
      <dgm:spPr/>
    </dgm:pt>
    <dgm:pt modelId="{32EEB05E-CBC3-4F42-BBCC-8CB6ABF6CB0A}" type="pres">
      <dgm:prSet presAssocID="{7AC67881-932E-4E82-AFDE-6005A7754DA3}" presName="accentRepeatNode" presStyleLbl="solidFgAcc1" presStyleIdx="0" presStyleCnt="3"/>
      <dgm:spPr/>
    </dgm:pt>
    <dgm:pt modelId="{8761F616-4A9F-4086-9154-2328E0D62F55}" type="pres">
      <dgm:prSet presAssocID="{9081D3AD-A3BB-4BF6-8583-DA886CF7F7B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EF58F4-7DCC-4FD0-9AE1-B956C9711781}" type="pres">
      <dgm:prSet presAssocID="{9081D3AD-A3BB-4BF6-8583-DA886CF7F7B4}" presName="accent_2" presStyleCnt="0"/>
      <dgm:spPr/>
    </dgm:pt>
    <dgm:pt modelId="{A3E36A7A-6CF5-46F9-8807-AD450E259A0C}" type="pres">
      <dgm:prSet presAssocID="{9081D3AD-A3BB-4BF6-8583-DA886CF7F7B4}" presName="accentRepeatNode" presStyleLbl="solidFgAcc1" presStyleIdx="1" presStyleCnt="3"/>
      <dgm:spPr/>
    </dgm:pt>
    <dgm:pt modelId="{DBD82E98-9AB0-4144-8E10-88BF2EFC2E0A}" type="pres">
      <dgm:prSet presAssocID="{9B04EED6-C6E2-4B55-9A17-B8B0180CB703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8E4FAD5-7174-4698-8A1E-664F69D73BEC}" type="pres">
      <dgm:prSet presAssocID="{9B04EED6-C6E2-4B55-9A17-B8B0180CB703}" presName="accent_3" presStyleCnt="0"/>
      <dgm:spPr/>
    </dgm:pt>
    <dgm:pt modelId="{259E55A1-4601-4394-BAF5-C23DF228F28D}" type="pres">
      <dgm:prSet presAssocID="{9B04EED6-C6E2-4B55-9A17-B8B0180CB703}" presName="accentRepeatNode" presStyleLbl="solidFgAcc1" presStyleIdx="2" presStyleCnt="3"/>
      <dgm:spPr/>
    </dgm:pt>
  </dgm:ptLst>
  <dgm:cxnLst>
    <dgm:cxn modelId="{1C97FDB3-B80C-411E-B9E0-7FC01AAC471B}" type="presOf" srcId="{04AED84D-BEA7-4139-A39A-50877EBFFE18}" destId="{8162554B-7B85-4991-ADB1-10D5AA0EDC7C}" srcOrd="0" destOrd="0" presId="urn:microsoft.com/office/officeart/2008/layout/VerticalCurvedList"/>
    <dgm:cxn modelId="{36EF405C-FB25-4CCB-B5FA-7396AE37A0AF}" type="presOf" srcId="{9B04EED6-C6E2-4B55-9A17-B8B0180CB703}" destId="{DBD82E98-9AB0-4144-8E10-88BF2EFC2E0A}" srcOrd="0" destOrd="0" presId="urn:microsoft.com/office/officeart/2008/layout/VerticalCurvedList"/>
    <dgm:cxn modelId="{63828ACF-46A8-4555-A8B8-833BE3DB99D2}" srcId="{04AED84D-BEA7-4139-A39A-50877EBFFE18}" destId="{9B04EED6-C6E2-4B55-9A17-B8B0180CB703}" srcOrd="2" destOrd="0" parTransId="{45D72ECA-1110-4A5F-BCD3-2D1DC4BC70B6}" sibTransId="{5CC50B59-702B-4D47-A22D-90032888388A}"/>
    <dgm:cxn modelId="{EDA6525F-288A-46CF-A6F7-F25684C4927C}" type="presOf" srcId="{9081D3AD-A3BB-4BF6-8583-DA886CF7F7B4}" destId="{8761F616-4A9F-4086-9154-2328E0D62F55}" srcOrd="0" destOrd="0" presId="urn:microsoft.com/office/officeart/2008/layout/VerticalCurvedList"/>
    <dgm:cxn modelId="{E58CF16A-C1A0-494A-970A-93F325710D61}" srcId="{04AED84D-BEA7-4139-A39A-50877EBFFE18}" destId="{9081D3AD-A3BB-4BF6-8583-DA886CF7F7B4}" srcOrd="1" destOrd="0" parTransId="{D41A12E2-465D-4A9E-B86E-0C76143C57F3}" sibTransId="{E076867F-80AA-4454-8870-546B7DEBFB32}"/>
    <dgm:cxn modelId="{C37F29C7-209D-4646-9165-A02189E8C30E}" type="presOf" srcId="{7AC67881-932E-4E82-AFDE-6005A7754DA3}" destId="{498040F8-DC3F-4DCE-96BF-E33FA078A8D8}" srcOrd="0" destOrd="0" presId="urn:microsoft.com/office/officeart/2008/layout/VerticalCurvedList"/>
    <dgm:cxn modelId="{29A85B45-3138-4C67-BC7A-A751146C7403}" srcId="{04AED84D-BEA7-4139-A39A-50877EBFFE18}" destId="{7AC67881-932E-4E82-AFDE-6005A7754DA3}" srcOrd="0" destOrd="0" parTransId="{8C9EC6F4-70C1-40C4-8704-B35831E809AA}" sibTransId="{8ED80D32-273F-4A11-B4E5-94C4D6707172}"/>
    <dgm:cxn modelId="{359263F5-EB32-480B-A7BC-CF62955E83F6}" type="presOf" srcId="{8ED80D32-273F-4A11-B4E5-94C4D6707172}" destId="{367F4929-C170-4926-985A-2821978524DE}" srcOrd="0" destOrd="0" presId="urn:microsoft.com/office/officeart/2008/layout/VerticalCurvedList"/>
    <dgm:cxn modelId="{AB9DE896-8105-4224-BA5D-84C833DB18B6}" type="presParOf" srcId="{8162554B-7B85-4991-ADB1-10D5AA0EDC7C}" destId="{0FA7AA06-10A4-4FA1-BF2F-881BAF3EE1DE}" srcOrd="0" destOrd="0" presId="urn:microsoft.com/office/officeart/2008/layout/VerticalCurvedList"/>
    <dgm:cxn modelId="{1214B9C9-586F-4699-9C2D-5A220FE62312}" type="presParOf" srcId="{0FA7AA06-10A4-4FA1-BF2F-881BAF3EE1DE}" destId="{BE1FA70F-D47E-46B6-9A22-D31B56950861}" srcOrd="0" destOrd="0" presId="urn:microsoft.com/office/officeart/2008/layout/VerticalCurvedList"/>
    <dgm:cxn modelId="{1E40F10C-BCDB-47F3-A7CE-D60AFB906DED}" type="presParOf" srcId="{BE1FA70F-D47E-46B6-9A22-D31B56950861}" destId="{82530994-6CD3-4D22-8491-A556088F4495}" srcOrd="0" destOrd="0" presId="urn:microsoft.com/office/officeart/2008/layout/VerticalCurvedList"/>
    <dgm:cxn modelId="{0761A66C-F4CB-4628-9B03-B1517B57AF84}" type="presParOf" srcId="{BE1FA70F-D47E-46B6-9A22-D31B56950861}" destId="{367F4929-C170-4926-985A-2821978524DE}" srcOrd="1" destOrd="0" presId="urn:microsoft.com/office/officeart/2008/layout/VerticalCurvedList"/>
    <dgm:cxn modelId="{7B6BA0AF-3086-4A6C-ADBC-330EA36502D6}" type="presParOf" srcId="{BE1FA70F-D47E-46B6-9A22-D31B56950861}" destId="{D9ABDC29-44E7-448C-AC53-5452B6AE3CD1}" srcOrd="2" destOrd="0" presId="urn:microsoft.com/office/officeart/2008/layout/VerticalCurvedList"/>
    <dgm:cxn modelId="{A63E2AE6-ADF0-4E65-9539-89E0921E1A3B}" type="presParOf" srcId="{BE1FA70F-D47E-46B6-9A22-D31B56950861}" destId="{095121C6-4D1D-4B5A-B811-7CC1626631E7}" srcOrd="3" destOrd="0" presId="urn:microsoft.com/office/officeart/2008/layout/VerticalCurvedList"/>
    <dgm:cxn modelId="{EE37FC00-7BB0-4D23-8903-A4B2540926DD}" type="presParOf" srcId="{0FA7AA06-10A4-4FA1-BF2F-881BAF3EE1DE}" destId="{498040F8-DC3F-4DCE-96BF-E33FA078A8D8}" srcOrd="1" destOrd="0" presId="urn:microsoft.com/office/officeart/2008/layout/VerticalCurvedList"/>
    <dgm:cxn modelId="{F963649C-9EB1-4F3E-8FCC-A10C46E9E506}" type="presParOf" srcId="{0FA7AA06-10A4-4FA1-BF2F-881BAF3EE1DE}" destId="{E53A73DD-176B-4132-8B2D-514D19618C83}" srcOrd="2" destOrd="0" presId="urn:microsoft.com/office/officeart/2008/layout/VerticalCurvedList"/>
    <dgm:cxn modelId="{F07FA1C5-24A1-44BF-8C0C-CA0632C0296B}" type="presParOf" srcId="{E53A73DD-176B-4132-8B2D-514D19618C83}" destId="{32EEB05E-CBC3-4F42-BBCC-8CB6ABF6CB0A}" srcOrd="0" destOrd="0" presId="urn:microsoft.com/office/officeart/2008/layout/VerticalCurvedList"/>
    <dgm:cxn modelId="{6CAF4611-1D6D-4047-AC21-A9210B4713D2}" type="presParOf" srcId="{0FA7AA06-10A4-4FA1-BF2F-881BAF3EE1DE}" destId="{8761F616-4A9F-4086-9154-2328E0D62F55}" srcOrd="3" destOrd="0" presId="urn:microsoft.com/office/officeart/2008/layout/VerticalCurvedList"/>
    <dgm:cxn modelId="{D812D379-1203-42CE-80E9-29FD1D9AB7AC}" type="presParOf" srcId="{0FA7AA06-10A4-4FA1-BF2F-881BAF3EE1DE}" destId="{EDEF58F4-7DCC-4FD0-9AE1-B956C9711781}" srcOrd="4" destOrd="0" presId="urn:microsoft.com/office/officeart/2008/layout/VerticalCurvedList"/>
    <dgm:cxn modelId="{C039DAD5-8499-4D85-B211-F3E04C9467F1}" type="presParOf" srcId="{EDEF58F4-7DCC-4FD0-9AE1-B956C9711781}" destId="{A3E36A7A-6CF5-46F9-8807-AD450E259A0C}" srcOrd="0" destOrd="0" presId="urn:microsoft.com/office/officeart/2008/layout/VerticalCurvedList"/>
    <dgm:cxn modelId="{340059A9-3F8C-477B-978B-2FBFCC942066}" type="presParOf" srcId="{0FA7AA06-10A4-4FA1-BF2F-881BAF3EE1DE}" destId="{DBD82E98-9AB0-4144-8E10-88BF2EFC2E0A}" srcOrd="5" destOrd="0" presId="urn:microsoft.com/office/officeart/2008/layout/VerticalCurvedList"/>
    <dgm:cxn modelId="{1247B994-BBA2-4D5C-87E9-F425817CDAE4}" type="presParOf" srcId="{0FA7AA06-10A4-4FA1-BF2F-881BAF3EE1DE}" destId="{28E4FAD5-7174-4698-8A1E-664F69D73BEC}" srcOrd="6" destOrd="0" presId="urn:microsoft.com/office/officeart/2008/layout/VerticalCurvedList"/>
    <dgm:cxn modelId="{890992BE-77AE-4307-A9E3-5B37D7F13300}" type="presParOf" srcId="{28E4FAD5-7174-4698-8A1E-664F69D73BEC}" destId="{259E55A1-4601-4394-BAF5-C23DF228F28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Qualidade do tempo dedicado ao </a:t>
          </a:r>
          <a:r>
            <a:rPr lang="pt-BR" dirty="0" err="1" smtClean="0"/>
            <a:t>Hobbie</a:t>
          </a:r>
          <a:r>
            <a:rPr lang="pt-BR" dirty="0" smtClean="0"/>
            <a:t> e lazer.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Diversidade de formas para relaxar e se divertir.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Prazer que as atividades proporcionam.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Periodicidade das atividades de </a:t>
          </a:r>
          <a:r>
            <a:rPr lang="pt-BR" dirty="0" err="1" smtClean="0"/>
            <a:t>Hobbie</a:t>
          </a:r>
          <a:r>
            <a:rPr lang="pt-BR" dirty="0" smtClean="0"/>
            <a:t> e lazer.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Relaxamento ou revigoramento após atividades.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74C0F48B-89E7-46B5-8AC7-E11D50C7960E}" type="presOf" srcId="{3C2DC19F-296B-4179-ABAF-83435A749A8C}" destId="{04A03ACC-2355-4C5B-9FA3-1A2A97758848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92F94D25-FB0A-4C10-BA8A-68D483573A64}" type="presOf" srcId="{4786410F-CC44-495A-A2CE-B5D2670EB4DC}" destId="{8839C54F-80A8-4547-8FAC-45120FB2E865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1FB261DC-89FC-47D8-A15A-20C006C8565B}" type="presOf" srcId="{872FA8FF-FAFA-4607-BB86-1A652C6D39F6}" destId="{28157716-84C9-4AE3-AD8A-284FFFFAF829}" srcOrd="0" destOrd="0" presId="urn:microsoft.com/office/officeart/2005/8/layout/chevron2"/>
    <dgm:cxn modelId="{C739DF6D-A210-42E8-A99C-192C7466A57A}" type="presOf" srcId="{B87E5840-55E2-4D26-9967-A7A5ED97544E}" destId="{3F0E2269-6099-406D-BFE8-2339CB410F56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BADAAC78-2FD6-4F01-9D63-97E223678E4A}" type="presOf" srcId="{88FFC79B-2632-426D-BE45-B1779D63178B}" destId="{DC9D721B-1E75-45A5-A0FB-A2DADFC1170E}" srcOrd="0" destOrd="0" presId="urn:microsoft.com/office/officeart/2005/8/layout/chevron2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0C823BE7-A0F1-4254-B152-AC34D48B31DD}" type="presOf" srcId="{513D3A65-C260-4F68-B477-F9F8CE9F3413}" destId="{4B10578D-9979-430A-9708-77FD348F1934}" srcOrd="0" destOrd="0" presId="urn:microsoft.com/office/officeart/2005/8/layout/chevron2"/>
    <dgm:cxn modelId="{4CCEC9A6-9EF4-48A8-A788-36322B80377A}" type="presOf" srcId="{7275B847-6191-4025-BECE-98790FDA8559}" destId="{4455C0CB-D721-401A-A6CF-5327DA8D1B00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F8DD97BB-8BA0-4F3B-A96B-2E5E60809EC9}" type="presOf" srcId="{0E0E6E3B-CBFC-44C2-99CA-854C563DC7B1}" destId="{6A4E9E2A-600B-4A50-8F90-41EB33664771}" srcOrd="0" destOrd="0" presId="urn:microsoft.com/office/officeart/2005/8/layout/chevron2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C8163748-C371-4949-8697-592556B9B45C}" type="presOf" srcId="{F19A3D9B-5749-4B47-A344-FAC5A73D33D4}" destId="{4E349FB2-AD9E-45BF-B7E2-DE4B462E6224}" srcOrd="0" destOrd="0" presId="urn:microsoft.com/office/officeart/2005/8/layout/chevron2"/>
    <dgm:cxn modelId="{AACE3780-CADF-4C37-8CDB-9A79523C3028}" type="presOf" srcId="{505CBCC4-83BF-4993-8D76-D0B08BF63B49}" destId="{9A87F869-ACC4-42E6-8BD1-169015AF527F}" srcOrd="0" destOrd="0" presId="urn:microsoft.com/office/officeart/2005/8/layout/chevron2"/>
    <dgm:cxn modelId="{009F0C4B-FEB4-4DAB-BEA5-61CACCD1D2CB}" type="presOf" srcId="{7D36AB96-8366-419E-9E98-117A2DEF47E5}" destId="{98C61305-1231-4A5C-945A-2E0867C67368}" srcOrd="0" destOrd="0" presId="urn:microsoft.com/office/officeart/2005/8/layout/chevron2"/>
    <dgm:cxn modelId="{F0A81C44-1637-41AF-9982-1C34854485E8}" type="presParOf" srcId="{4B10578D-9979-430A-9708-77FD348F1934}" destId="{9A4F7273-B3E4-47E5-9410-D4AD62ACF4D4}" srcOrd="0" destOrd="0" presId="urn:microsoft.com/office/officeart/2005/8/layout/chevron2"/>
    <dgm:cxn modelId="{C0131B49-9E8D-4CDE-9C15-6ADCD1BE33E5}" type="presParOf" srcId="{9A4F7273-B3E4-47E5-9410-D4AD62ACF4D4}" destId="{3F0E2269-6099-406D-BFE8-2339CB410F56}" srcOrd="0" destOrd="0" presId="urn:microsoft.com/office/officeart/2005/8/layout/chevron2"/>
    <dgm:cxn modelId="{CE6BFA8E-8FC9-477C-9054-94EB5C1B34D0}" type="presParOf" srcId="{9A4F7273-B3E4-47E5-9410-D4AD62ACF4D4}" destId="{DC9D721B-1E75-45A5-A0FB-A2DADFC1170E}" srcOrd="1" destOrd="0" presId="urn:microsoft.com/office/officeart/2005/8/layout/chevron2"/>
    <dgm:cxn modelId="{933BEF69-4542-4649-A1F0-7DD4A49450AA}" type="presParOf" srcId="{4B10578D-9979-430A-9708-77FD348F1934}" destId="{51836B76-6125-4A86-B96C-F3A8BF79D534}" srcOrd="1" destOrd="0" presId="urn:microsoft.com/office/officeart/2005/8/layout/chevron2"/>
    <dgm:cxn modelId="{4CFAD7DD-14D2-40D2-95CD-99D28A776BFC}" type="presParOf" srcId="{4B10578D-9979-430A-9708-77FD348F1934}" destId="{14DF4B00-5E8E-4B5C-8240-9B8D797CEC38}" srcOrd="2" destOrd="0" presId="urn:microsoft.com/office/officeart/2005/8/layout/chevron2"/>
    <dgm:cxn modelId="{FAE0D06E-AC0B-4896-9327-822334CBA0B0}" type="presParOf" srcId="{14DF4B00-5E8E-4B5C-8240-9B8D797CEC38}" destId="{4455C0CB-D721-401A-A6CF-5327DA8D1B00}" srcOrd="0" destOrd="0" presId="urn:microsoft.com/office/officeart/2005/8/layout/chevron2"/>
    <dgm:cxn modelId="{0254BBFC-1F3C-43E7-9816-A13F69E320D5}" type="presParOf" srcId="{14DF4B00-5E8E-4B5C-8240-9B8D797CEC38}" destId="{28157716-84C9-4AE3-AD8A-284FFFFAF829}" srcOrd="1" destOrd="0" presId="urn:microsoft.com/office/officeart/2005/8/layout/chevron2"/>
    <dgm:cxn modelId="{0D87485B-C9EB-46A2-87B5-7B5AFEB54EBA}" type="presParOf" srcId="{4B10578D-9979-430A-9708-77FD348F1934}" destId="{349FF45C-BCE4-47BA-9739-DC9181573948}" srcOrd="3" destOrd="0" presId="urn:microsoft.com/office/officeart/2005/8/layout/chevron2"/>
    <dgm:cxn modelId="{5B5EDF81-D544-4806-B3EB-97BBF9B0A6DC}" type="presParOf" srcId="{4B10578D-9979-430A-9708-77FD348F1934}" destId="{824FBA17-AFC0-4498-830B-48ABF825A5C1}" srcOrd="4" destOrd="0" presId="urn:microsoft.com/office/officeart/2005/8/layout/chevron2"/>
    <dgm:cxn modelId="{0CBDC744-19F4-4363-AA38-27E3960C050F}" type="presParOf" srcId="{824FBA17-AFC0-4498-830B-48ABF825A5C1}" destId="{8839C54F-80A8-4547-8FAC-45120FB2E865}" srcOrd="0" destOrd="0" presId="urn:microsoft.com/office/officeart/2005/8/layout/chevron2"/>
    <dgm:cxn modelId="{CFE6A29D-ECFA-4837-A8F4-A9DC262F2E30}" type="presParOf" srcId="{824FBA17-AFC0-4498-830B-48ABF825A5C1}" destId="{98C61305-1231-4A5C-945A-2E0867C67368}" srcOrd="1" destOrd="0" presId="urn:microsoft.com/office/officeart/2005/8/layout/chevron2"/>
    <dgm:cxn modelId="{C865A47C-B357-45BA-91A2-E4AE6A9368E5}" type="presParOf" srcId="{4B10578D-9979-430A-9708-77FD348F1934}" destId="{B3F2A835-157D-4755-869B-8B5EB24FAE7B}" srcOrd="5" destOrd="0" presId="urn:microsoft.com/office/officeart/2005/8/layout/chevron2"/>
    <dgm:cxn modelId="{C5479726-F745-47DF-B7FE-99A412C9D295}" type="presParOf" srcId="{4B10578D-9979-430A-9708-77FD348F1934}" destId="{03F3812E-715C-4ABC-A90C-FB7566261E4A}" srcOrd="6" destOrd="0" presId="urn:microsoft.com/office/officeart/2005/8/layout/chevron2"/>
    <dgm:cxn modelId="{AFC55635-420F-4B02-936F-1F931E8D1DD2}" type="presParOf" srcId="{03F3812E-715C-4ABC-A90C-FB7566261E4A}" destId="{4E349FB2-AD9E-45BF-B7E2-DE4B462E6224}" srcOrd="0" destOrd="0" presId="urn:microsoft.com/office/officeart/2005/8/layout/chevron2"/>
    <dgm:cxn modelId="{4F9EE8C8-ABD5-48AF-BBD1-042918D93CB8}" type="presParOf" srcId="{03F3812E-715C-4ABC-A90C-FB7566261E4A}" destId="{6A4E9E2A-600B-4A50-8F90-41EB33664771}" srcOrd="1" destOrd="0" presId="urn:microsoft.com/office/officeart/2005/8/layout/chevron2"/>
    <dgm:cxn modelId="{774F936A-DFE5-4B8D-97BB-A11596818EE6}" type="presParOf" srcId="{4B10578D-9979-430A-9708-77FD348F1934}" destId="{AB2308B6-E04A-4742-92F0-F0D84B807026}" srcOrd="7" destOrd="0" presId="urn:microsoft.com/office/officeart/2005/8/layout/chevron2"/>
    <dgm:cxn modelId="{F43B5090-A23D-45AF-8AF5-7DFB5B02392A}" type="presParOf" srcId="{4B10578D-9979-430A-9708-77FD348F1934}" destId="{D904F718-BF61-4DD3-82D4-3F11C89CB4AC}" srcOrd="8" destOrd="0" presId="urn:microsoft.com/office/officeart/2005/8/layout/chevron2"/>
    <dgm:cxn modelId="{49B1E135-0EE5-4B8D-BD38-EAD6C1B9767E}" type="presParOf" srcId="{D904F718-BF61-4DD3-82D4-3F11C89CB4AC}" destId="{9A87F869-ACC4-42E6-8BD1-169015AF527F}" srcOrd="0" destOrd="0" presId="urn:microsoft.com/office/officeart/2005/8/layout/chevron2"/>
    <dgm:cxn modelId="{1940CF0F-D4B3-4BD4-B6D8-00AB8E6B1E8D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Otimismo em relação ao futuro.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Satisfação com a vida atual.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Frequência que você sorri.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Autoconfiança.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505CBCC4-83BF-4993-8D76-D0B08BF63B49}">
      <dgm:prSet phldrT="[Texto]" phldr="1"/>
      <dgm:spPr/>
      <dgm:t>
        <a:bodyPr/>
        <a:lstStyle/>
        <a:p>
          <a:endParaRPr lang="pt-BR"/>
        </a:p>
      </dgm:t>
    </dgm:pt>
    <dgm:pt modelId="{3375EA67-6969-4B10-AFF7-C6B7C43039DE}" type="parTrans" cxnId="{5E63140D-7CEF-41C5-AC3F-23B5D6421595}">
      <dgm:prSet/>
      <dgm:spPr/>
      <dgm:t>
        <a:bodyPr/>
        <a:lstStyle/>
        <a:p>
          <a:endParaRPr lang="pt-BR"/>
        </a:p>
      </dgm:t>
    </dgm:pt>
    <dgm:pt modelId="{814D940E-997A-456E-8193-554E565EF873}" type="sibTrans" cxnId="{5E63140D-7CEF-41C5-AC3F-23B5D6421595}">
      <dgm:prSet/>
      <dgm:spPr/>
      <dgm:t>
        <a:bodyPr/>
        <a:lstStyle/>
        <a:p>
          <a:endParaRPr lang="pt-BR"/>
        </a:p>
      </dgm:t>
    </dgm:pt>
    <dgm:pt modelId="{3C2DC19F-296B-4179-ABAF-83435A749A8C}">
      <dgm:prSet/>
      <dgm:spPr/>
      <dgm:t>
        <a:bodyPr/>
        <a:lstStyle/>
        <a:p>
          <a:r>
            <a:rPr lang="pt-BR" dirty="0" smtClean="0"/>
            <a:t>Sentimento de orgulho pelas conquistas do passado.</a:t>
          </a:r>
          <a:endParaRPr lang="pt-BR" dirty="0"/>
        </a:p>
      </dgm:t>
    </dgm:pt>
    <dgm:pt modelId="{38834B5E-0BA3-4812-A6A5-C64A1A24F7E0}" type="parTrans" cxnId="{DC92E0C2-6E6C-409B-98C0-DDFC8C888FF7}">
      <dgm:prSet/>
      <dgm:spPr/>
      <dgm:t>
        <a:bodyPr/>
        <a:lstStyle/>
        <a:p>
          <a:endParaRPr lang="pt-BR"/>
        </a:p>
      </dgm:t>
    </dgm:pt>
    <dgm:pt modelId="{01E8F997-BD08-484D-8B2B-067C94DD0911}" type="sibTrans" cxnId="{DC92E0C2-6E6C-409B-98C0-DDFC8C888FF7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308B6-E04A-4742-92F0-F0D84B807026}" type="pres">
      <dgm:prSet presAssocID="{6E755D6C-BAC3-49F2-8B64-537C1A69F931}" presName="sp" presStyleCnt="0"/>
      <dgm:spPr/>
    </dgm:pt>
    <dgm:pt modelId="{D904F718-BF61-4DD3-82D4-3F11C89CB4AC}" type="pres">
      <dgm:prSet presAssocID="{505CBCC4-83BF-4993-8D76-D0B08BF63B49}" presName="composite" presStyleCnt="0"/>
      <dgm:spPr/>
    </dgm:pt>
    <dgm:pt modelId="{9A87F869-ACC4-42E6-8BD1-169015AF527F}" type="pres">
      <dgm:prSet presAssocID="{505CBCC4-83BF-4993-8D76-D0B08BF63B49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4A03ACC-2355-4C5B-9FA3-1A2A97758848}" type="pres">
      <dgm:prSet presAssocID="{505CBCC4-83BF-4993-8D76-D0B08BF63B4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64E4D88-B021-4637-8C0D-079E94312324}" type="presOf" srcId="{7275B847-6191-4025-BECE-98790FDA8559}" destId="{4455C0CB-D721-401A-A6CF-5327DA8D1B00}" srcOrd="0" destOrd="0" presId="urn:microsoft.com/office/officeart/2005/8/layout/chevron2"/>
    <dgm:cxn modelId="{8F5D694F-E18F-4B2F-B541-D3635DA0AAE4}" type="presOf" srcId="{4786410F-CC44-495A-A2CE-B5D2670EB4DC}" destId="{8839C54F-80A8-4547-8FAC-45120FB2E865}" srcOrd="0" destOrd="0" presId="urn:microsoft.com/office/officeart/2005/8/layout/chevron2"/>
    <dgm:cxn modelId="{5E63140D-7CEF-41C5-AC3F-23B5D6421595}" srcId="{513D3A65-C260-4F68-B477-F9F8CE9F3413}" destId="{505CBCC4-83BF-4993-8D76-D0B08BF63B49}" srcOrd="4" destOrd="0" parTransId="{3375EA67-6969-4B10-AFF7-C6B7C43039DE}" sibTransId="{814D940E-997A-456E-8193-554E565EF873}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DC7A0F97-6B46-4C32-A17D-17BEFE30249D}" type="presOf" srcId="{0E0E6E3B-CBFC-44C2-99CA-854C563DC7B1}" destId="{6A4E9E2A-600B-4A50-8F90-41EB33664771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A4617100-515E-4CF1-B04F-17698E1F0C2E}" type="presOf" srcId="{505CBCC4-83BF-4993-8D76-D0B08BF63B49}" destId="{9A87F869-ACC4-42E6-8BD1-169015AF527F}" srcOrd="0" destOrd="0" presId="urn:microsoft.com/office/officeart/2005/8/layout/chevron2"/>
    <dgm:cxn modelId="{176F5914-E958-4DD5-9772-AE6F2877A080}" type="presOf" srcId="{3C2DC19F-296B-4179-ABAF-83435A749A8C}" destId="{04A03ACC-2355-4C5B-9FA3-1A2A97758848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2FA95740-21E8-4D38-8C90-C7219E6D78EE}" type="presOf" srcId="{872FA8FF-FAFA-4607-BB86-1A652C6D39F6}" destId="{28157716-84C9-4AE3-AD8A-284FFFFAF829}" srcOrd="0" destOrd="0" presId="urn:microsoft.com/office/officeart/2005/8/layout/chevron2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6F764C9E-9D73-4483-AF00-6D60837F7C55}" type="presOf" srcId="{F19A3D9B-5749-4B47-A344-FAC5A73D33D4}" destId="{4E349FB2-AD9E-45BF-B7E2-DE4B462E6224}" srcOrd="0" destOrd="0" presId="urn:microsoft.com/office/officeart/2005/8/layout/chevron2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B2B4A31A-0EB6-416E-9E13-5E83617AB4E8}" type="presOf" srcId="{88FFC79B-2632-426D-BE45-B1779D63178B}" destId="{DC9D721B-1E75-45A5-A0FB-A2DADFC1170E}" srcOrd="0" destOrd="0" presId="urn:microsoft.com/office/officeart/2005/8/layout/chevron2"/>
    <dgm:cxn modelId="{6A2AFC33-FABD-45CB-B896-B07DFDD93C34}" type="presOf" srcId="{7D36AB96-8366-419E-9E98-117A2DEF47E5}" destId="{98C61305-1231-4A5C-945A-2E0867C67368}" srcOrd="0" destOrd="0" presId="urn:microsoft.com/office/officeart/2005/8/layout/chevron2"/>
    <dgm:cxn modelId="{EE91CE2D-E0AA-4DE6-8050-885E597D0A3F}" type="presOf" srcId="{B87E5840-55E2-4D26-9967-A7A5ED97544E}" destId="{3F0E2269-6099-406D-BFE8-2339CB410F56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DC92E0C2-6E6C-409B-98C0-DDFC8C888FF7}" srcId="{505CBCC4-83BF-4993-8D76-D0B08BF63B49}" destId="{3C2DC19F-296B-4179-ABAF-83435A749A8C}" srcOrd="0" destOrd="0" parTransId="{38834B5E-0BA3-4812-A6A5-C64A1A24F7E0}" sibTransId="{01E8F997-BD08-484D-8B2B-067C94DD0911}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32673B61-C8C2-4E87-BF86-A5498846843D}" type="presOf" srcId="{513D3A65-C260-4F68-B477-F9F8CE9F3413}" destId="{4B10578D-9979-430A-9708-77FD348F1934}" srcOrd="0" destOrd="0" presId="urn:microsoft.com/office/officeart/2005/8/layout/chevron2"/>
    <dgm:cxn modelId="{80933C98-19C1-4BE8-954B-83C9BCA0805D}" type="presParOf" srcId="{4B10578D-9979-430A-9708-77FD348F1934}" destId="{9A4F7273-B3E4-47E5-9410-D4AD62ACF4D4}" srcOrd="0" destOrd="0" presId="urn:microsoft.com/office/officeart/2005/8/layout/chevron2"/>
    <dgm:cxn modelId="{8733102F-C729-415B-A1A8-7039D33B5BAA}" type="presParOf" srcId="{9A4F7273-B3E4-47E5-9410-D4AD62ACF4D4}" destId="{3F0E2269-6099-406D-BFE8-2339CB410F56}" srcOrd="0" destOrd="0" presId="urn:microsoft.com/office/officeart/2005/8/layout/chevron2"/>
    <dgm:cxn modelId="{67C6A2D8-5E82-4575-B63E-BD41B6EFD444}" type="presParOf" srcId="{9A4F7273-B3E4-47E5-9410-D4AD62ACF4D4}" destId="{DC9D721B-1E75-45A5-A0FB-A2DADFC1170E}" srcOrd="1" destOrd="0" presId="urn:microsoft.com/office/officeart/2005/8/layout/chevron2"/>
    <dgm:cxn modelId="{4E5817DB-02F1-44D2-AC9F-5FDEE96253EF}" type="presParOf" srcId="{4B10578D-9979-430A-9708-77FD348F1934}" destId="{51836B76-6125-4A86-B96C-F3A8BF79D534}" srcOrd="1" destOrd="0" presId="urn:microsoft.com/office/officeart/2005/8/layout/chevron2"/>
    <dgm:cxn modelId="{320546B1-AF69-40A6-A093-1AB6CD7F9BF5}" type="presParOf" srcId="{4B10578D-9979-430A-9708-77FD348F1934}" destId="{14DF4B00-5E8E-4B5C-8240-9B8D797CEC38}" srcOrd="2" destOrd="0" presId="urn:microsoft.com/office/officeart/2005/8/layout/chevron2"/>
    <dgm:cxn modelId="{C88672D7-1322-4505-BC77-D922429FE934}" type="presParOf" srcId="{14DF4B00-5E8E-4B5C-8240-9B8D797CEC38}" destId="{4455C0CB-D721-401A-A6CF-5327DA8D1B00}" srcOrd="0" destOrd="0" presId="urn:microsoft.com/office/officeart/2005/8/layout/chevron2"/>
    <dgm:cxn modelId="{4D0D500C-B2A8-410D-AB3A-2487075F959E}" type="presParOf" srcId="{14DF4B00-5E8E-4B5C-8240-9B8D797CEC38}" destId="{28157716-84C9-4AE3-AD8A-284FFFFAF829}" srcOrd="1" destOrd="0" presId="urn:microsoft.com/office/officeart/2005/8/layout/chevron2"/>
    <dgm:cxn modelId="{D9000DE4-1045-475C-933E-A9CD1929546D}" type="presParOf" srcId="{4B10578D-9979-430A-9708-77FD348F1934}" destId="{349FF45C-BCE4-47BA-9739-DC9181573948}" srcOrd="3" destOrd="0" presId="urn:microsoft.com/office/officeart/2005/8/layout/chevron2"/>
    <dgm:cxn modelId="{3149C503-6A4E-4037-828B-382CE1B226FE}" type="presParOf" srcId="{4B10578D-9979-430A-9708-77FD348F1934}" destId="{824FBA17-AFC0-4498-830B-48ABF825A5C1}" srcOrd="4" destOrd="0" presId="urn:microsoft.com/office/officeart/2005/8/layout/chevron2"/>
    <dgm:cxn modelId="{18B93D81-2CDA-4A90-8612-4815A9CB0341}" type="presParOf" srcId="{824FBA17-AFC0-4498-830B-48ABF825A5C1}" destId="{8839C54F-80A8-4547-8FAC-45120FB2E865}" srcOrd="0" destOrd="0" presId="urn:microsoft.com/office/officeart/2005/8/layout/chevron2"/>
    <dgm:cxn modelId="{C6CD3A4F-69C6-4009-A2BC-F25903DE01FB}" type="presParOf" srcId="{824FBA17-AFC0-4498-830B-48ABF825A5C1}" destId="{98C61305-1231-4A5C-945A-2E0867C67368}" srcOrd="1" destOrd="0" presId="urn:microsoft.com/office/officeart/2005/8/layout/chevron2"/>
    <dgm:cxn modelId="{B980594D-24B8-4C82-B313-767A85D1877F}" type="presParOf" srcId="{4B10578D-9979-430A-9708-77FD348F1934}" destId="{B3F2A835-157D-4755-869B-8B5EB24FAE7B}" srcOrd="5" destOrd="0" presId="urn:microsoft.com/office/officeart/2005/8/layout/chevron2"/>
    <dgm:cxn modelId="{C1AD62EB-7BC5-40A7-B270-F9F918B6BB4F}" type="presParOf" srcId="{4B10578D-9979-430A-9708-77FD348F1934}" destId="{03F3812E-715C-4ABC-A90C-FB7566261E4A}" srcOrd="6" destOrd="0" presId="urn:microsoft.com/office/officeart/2005/8/layout/chevron2"/>
    <dgm:cxn modelId="{30087C41-CFCB-456D-89E8-3CF9E78AD367}" type="presParOf" srcId="{03F3812E-715C-4ABC-A90C-FB7566261E4A}" destId="{4E349FB2-AD9E-45BF-B7E2-DE4B462E6224}" srcOrd="0" destOrd="0" presId="urn:microsoft.com/office/officeart/2005/8/layout/chevron2"/>
    <dgm:cxn modelId="{288ACB5A-BF54-49E6-A057-86B29C52D72D}" type="presParOf" srcId="{03F3812E-715C-4ABC-A90C-FB7566261E4A}" destId="{6A4E9E2A-600B-4A50-8F90-41EB33664771}" srcOrd="1" destOrd="0" presId="urn:microsoft.com/office/officeart/2005/8/layout/chevron2"/>
    <dgm:cxn modelId="{136B54AD-DBDB-4352-8383-6B6D60783936}" type="presParOf" srcId="{4B10578D-9979-430A-9708-77FD348F1934}" destId="{AB2308B6-E04A-4742-92F0-F0D84B807026}" srcOrd="7" destOrd="0" presId="urn:microsoft.com/office/officeart/2005/8/layout/chevron2"/>
    <dgm:cxn modelId="{E6EBAA29-1A27-45A8-8F64-9A7BFAAB1D9D}" type="presParOf" srcId="{4B10578D-9979-430A-9708-77FD348F1934}" destId="{D904F718-BF61-4DD3-82D4-3F11C89CB4AC}" srcOrd="8" destOrd="0" presId="urn:microsoft.com/office/officeart/2005/8/layout/chevron2"/>
    <dgm:cxn modelId="{25A7922F-FA6E-47CA-9F9D-DD0BF478B496}" type="presParOf" srcId="{D904F718-BF61-4DD3-82D4-3F11C89CB4AC}" destId="{9A87F869-ACC4-42E6-8BD1-169015AF527F}" srcOrd="0" destOrd="0" presId="urn:microsoft.com/office/officeart/2005/8/layout/chevron2"/>
    <dgm:cxn modelId="{2EE3C2AE-797D-4BC9-BFDC-AD592622EADC}" type="presParOf" srcId="{D904F718-BF61-4DD3-82D4-3F11C89CB4AC}" destId="{04A03ACC-2355-4C5B-9FA3-1A2A977588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13D3A65-C260-4F68-B477-F9F8CE9F34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7E5840-55E2-4D26-9967-A7A5ED97544E}">
      <dgm:prSet phldrT="[Texto]" phldr="1"/>
      <dgm:spPr/>
      <dgm:t>
        <a:bodyPr/>
        <a:lstStyle/>
        <a:p>
          <a:endParaRPr lang="pt-BR" dirty="0"/>
        </a:p>
      </dgm:t>
    </dgm:pt>
    <dgm:pt modelId="{33209A14-FB3E-41F5-BA70-681D80CF1919}" type="parTrans" cxnId="{884F57A3-58F8-4F10-BFF8-FC694A76F0D3}">
      <dgm:prSet/>
      <dgm:spPr/>
      <dgm:t>
        <a:bodyPr/>
        <a:lstStyle/>
        <a:p>
          <a:endParaRPr lang="pt-BR"/>
        </a:p>
      </dgm:t>
    </dgm:pt>
    <dgm:pt modelId="{61B296C9-5E7E-45D6-9A91-06D3C8D56668}" type="sibTrans" cxnId="{884F57A3-58F8-4F10-BFF8-FC694A76F0D3}">
      <dgm:prSet/>
      <dgm:spPr/>
      <dgm:t>
        <a:bodyPr/>
        <a:lstStyle/>
        <a:p>
          <a:endParaRPr lang="pt-BR"/>
        </a:p>
      </dgm:t>
    </dgm:pt>
    <dgm:pt modelId="{88FFC79B-2632-426D-BE45-B1779D63178B}">
      <dgm:prSet phldrT="[Texto]"/>
      <dgm:spPr/>
      <dgm:t>
        <a:bodyPr/>
        <a:lstStyle/>
        <a:p>
          <a:r>
            <a:rPr lang="pt-BR" dirty="0" smtClean="0"/>
            <a:t>Paz interior.</a:t>
          </a:r>
          <a:endParaRPr lang="pt-BR" dirty="0"/>
        </a:p>
      </dgm:t>
    </dgm:pt>
    <dgm:pt modelId="{9C936182-EE32-4ED1-BE6C-F9D0EE44CC99}" type="parTrans" cxnId="{1E24972A-0B3A-4760-ACA3-BBCCF1D2A4A4}">
      <dgm:prSet/>
      <dgm:spPr/>
      <dgm:t>
        <a:bodyPr/>
        <a:lstStyle/>
        <a:p>
          <a:endParaRPr lang="pt-BR"/>
        </a:p>
      </dgm:t>
    </dgm:pt>
    <dgm:pt modelId="{A41751EC-75E5-4D72-B2AD-EFDE0E67ADDF}" type="sibTrans" cxnId="{1E24972A-0B3A-4760-ACA3-BBCCF1D2A4A4}">
      <dgm:prSet/>
      <dgm:spPr/>
      <dgm:t>
        <a:bodyPr/>
        <a:lstStyle/>
        <a:p>
          <a:endParaRPr lang="pt-BR"/>
        </a:p>
      </dgm:t>
    </dgm:pt>
    <dgm:pt modelId="{F19A3D9B-5749-4B47-A344-FAC5A73D33D4}">
      <dgm:prSet phldrT="[Texto]" phldr="1"/>
      <dgm:spPr/>
      <dgm:t>
        <a:bodyPr/>
        <a:lstStyle/>
        <a:p>
          <a:endParaRPr lang="pt-BR"/>
        </a:p>
      </dgm:t>
    </dgm:pt>
    <dgm:pt modelId="{50DCF201-3E83-4606-B6C5-6C027C437812}" type="parTrans" cxnId="{B1A2F30C-27B3-4A2D-903A-8A255B055D19}">
      <dgm:prSet/>
      <dgm:spPr/>
      <dgm:t>
        <a:bodyPr/>
        <a:lstStyle/>
        <a:p>
          <a:endParaRPr lang="pt-BR"/>
        </a:p>
      </dgm:t>
    </dgm:pt>
    <dgm:pt modelId="{6E755D6C-BAC3-49F2-8B64-537C1A69F931}" type="sibTrans" cxnId="{B1A2F30C-27B3-4A2D-903A-8A255B055D19}">
      <dgm:prSet/>
      <dgm:spPr/>
      <dgm:t>
        <a:bodyPr/>
        <a:lstStyle/>
        <a:p>
          <a:endParaRPr lang="pt-BR"/>
        </a:p>
      </dgm:t>
    </dgm:pt>
    <dgm:pt modelId="{7275B847-6191-4025-BECE-98790FDA8559}">
      <dgm:prSet phldrT="[Texto]" phldr="1"/>
      <dgm:spPr/>
      <dgm:t>
        <a:bodyPr/>
        <a:lstStyle/>
        <a:p>
          <a:endParaRPr lang="pt-BR"/>
        </a:p>
      </dgm:t>
    </dgm:pt>
    <dgm:pt modelId="{9FAE0C72-0DE9-49EF-AE54-DF680F3A8AA9}" type="parTrans" cxnId="{0D40BD1F-D143-450A-A942-24435288A3C2}">
      <dgm:prSet/>
      <dgm:spPr/>
      <dgm:t>
        <a:bodyPr/>
        <a:lstStyle/>
        <a:p>
          <a:endParaRPr lang="pt-BR"/>
        </a:p>
      </dgm:t>
    </dgm:pt>
    <dgm:pt modelId="{E4E5A093-6D2C-4413-ADBF-94796AB343B9}" type="sibTrans" cxnId="{0D40BD1F-D143-450A-A942-24435288A3C2}">
      <dgm:prSet/>
      <dgm:spPr/>
      <dgm:t>
        <a:bodyPr/>
        <a:lstStyle/>
        <a:p>
          <a:endParaRPr lang="pt-BR"/>
        </a:p>
      </dgm:t>
    </dgm:pt>
    <dgm:pt modelId="{4786410F-CC44-495A-A2CE-B5D2670EB4DC}">
      <dgm:prSet phldrT="[Texto]" phldr="1"/>
      <dgm:spPr/>
      <dgm:t>
        <a:bodyPr/>
        <a:lstStyle/>
        <a:p>
          <a:endParaRPr lang="pt-BR"/>
        </a:p>
      </dgm:t>
    </dgm:pt>
    <dgm:pt modelId="{0A0ACB1E-8CC2-478D-824C-75E35D97E1D8}" type="parTrans" cxnId="{BA84421C-4CF8-4BB0-8AB5-8BD677E1BE6A}">
      <dgm:prSet/>
      <dgm:spPr/>
      <dgm:t>
        <a:bodyPr/>
        <a:lstStyle/>
        <a:p>
          <a:endParaRPr lang="pt-BR"/>
        </a:p>
      </dgm:t>
    </dgm:pt>
    <dgm:pt modelId="{FAF7570A-4293-4C29-8770-9545FE5B7775}" type="sibTrans" cxnId="{BA84421C-4CF8-4BB0-8AB5-8BD677E1BE6A}">
      <dgm:prSet/>
      <dgm:spPr/>
      <dgm:t>
        <a:bodyPr/>
        <a:lstStyle/>
        <a:p>
          <a:endParaRPr lang="pt-BR"/>
        </a:p>
      </dgm:t>
    </dgm:pt>
    <dgm:pt modelId="{872FA8FF-FAFA-4607-BB86-1A652C6D39F6}">
      <dgm:prSet/>
      <dgm:spPr/>
      <dgm:t>
        <a:bodyPr/>
        <a:lstStyle/>
        <a:p>
          <a:r>
            <a:rPr lang="pt-BR" dirty="0" smtClean="0"/>
            <a:t>Coerência de valores. (Faz o que “prega”)</a:t>
          </a:r>
          <a:endParaRPr lang="pt-BR" dirty="0"/>
        </a:p>
      </dgm:t>
    </dgm:pt>
    <dgm:pt modelId="{D0BBA133-ABBA-4937-B797-1F0C5C8B7DFA}" type="parTrans" cxnId="{6A27BB36-8AB0-434C-8F12-898D75E1A286}">
      <dgm:prSet/>
      <dgm:spPr/>
      <dgm:t>
        <a:bodyPr/>
        <a:lstStyle/>
        <a:p>
          <a:endParaRPr lang="pt-BR"/>
        </a:p>
      </dgm:t>
    </dgm:pt>
    <dgm:pt modelId="{05745148-16F6-40FB-811A-B1DC6425AF4E}" type="sibTrans" cxnId="{6A27BB36-8AB0-434C-8F12-898D75E1A286}">
      <dgm:prSet/>
      <dgm:spPr/>
      <dgm:t>
        <a:bodyPr/>
        <a:lstStyle/>
        <a:p>
          <a:endParaRPr lang="pt-BR"/>
        </a:p>
      </dgm:t>
    </dgm:pt>
    <dgm:pt modelId="{7D36AB96-8366-419E-9E98-117A2DEF47E5}">
      <dgm:prSet/>
      <dgm:spPr/>
      <dgm:t>
        <a:bodyPr/>
        <a:lstStyle/>
        <a:p>
          <a:r>
            <a:rPr lang="pt-BR" dirty="0" smtClean="0"/>
            <a:t>Foco e equilíbrio interior.</a:t>
          </a:r>
          <a:endParaRPr lang="pt-BR" dirty="0"/>
        </a:p>
      </dgm:t>
    </dgm:pt>
    <dgm:pt modelId="{DF1A4D1B-5C0A-4FA6-BEDD-BF1B76EDED8B}" type="parTrans" cxnId="{7EF0BFBD-59F0-485F-9614-B2C0BBFCC3E9}">
      <dgm:prSet/>
      <dgm:spPr/>
      <dgm:t>
        <a:bodyPr/>
        <a:lstStyle/>
        <a:p>
          <a:endParaRPr lang="pt-BR"/>
        </a:p>
      </dgm:t>
    </dgm:pt>
    <dgm:pt modelId="{D6CE2540-DD03-4186-8BED-BB0722EC51B7}" type="sibTrans" cxnId="{7EF0BFBD-59F0-485F-9614-B2C0BBFCC3E9}">
      <dgm:prSet/>
      <dgm:spPr/>
      <dgm:t>
        <a:bodyPr/>
        <a:lstStyle/>
        <a:p>
          <a:endParaRPr lang="pt-BR"/>
        </a:p>
      </dgm:t>
    </dgm:pt>
    <dgm:pt modelId="{0E0E6E3B-CBFC-44C2-99CA-854C563DC7B1}">
      <dgm:prSet/>
      <dgm:spPr/>
      <dgm:t>
        <a:bodyPr/>
        <a:lstStyle/>
        <a:p>
          <a:r>
            <a:rPr lang="pt-BR" dirty="0" smtClean="0"/>
            <a:t>Tempo para si.</a:t>
          </a:r>
          <a:endParaRPr lang="pt-BR" dirty="0"/>
        </a:p>
      </dgm:t>
    </dgm:pt>
    <dgm:pt modelId="{0C8BCAD6-8DC5-42A6-B083-941111BC6F77}" type="parTrans" cxnId="{6922D143-3EAA-4E1C-8BFC-9AB755B5022E}">
      <dgm:prSet/>
      <dgm:spPr/>
      <dgm:t>
        <a:bodyPr/>
        <a:lstStyle/>
        <a:p>
          <a:endParaRPr lang="pt-BR"/>
        </a:p>
      </dgm:t>
    </dgm:pt>
    <dgm:pt modelId="{05A99937-3E31-45CF-8559-DA6927EEAEF7}" type="sibTrans" cxnId="{6922D143-3EAA-4E1C-8BFC-9AB755B5022E}">
      <dgm:prSet/>
      <dgm:spPr/>
      <dgm:t>
        <a:bodyPr/>
        <a:lstStyle/>
        <a:p>
          <a:endParaRPr lang="pt-BR"/>
        </a:p>
      </dgm:t>
    </dgm:pt>
    <dgm:pt modelId="{4B10578D-9979-430A-9708-77FD348F1934}" type="pres">
      <dgm:prSet presAssocID="{513D3A65-C260-4F68-B477-F9F8CE9F3413}" presName="linearFlow" presStyleCnt="0">
        <dgm:presLayoutVars>
          <dgm:dir/>
          <dgm:animLvl val="lvl"/>
          <dgm:resizeHandles val="exact"/>
        </dgm:presLayoutVars>
      </dgm:prSet>
      <dgm:spPr/>
    </dgm:pt>
    <dgm:pt modelId="{9A4F7273-B3E4-47E5-9410-D4AD62ACF4D4}" type="pres">
      <dgm:prSet presAssocID="{B87E5840-55E2-4D26-9967-A7A5ED97544E}" presName="composite" presStyleCnt="0"/>
      <dgm:spPr/>
    </dgm:pt>
    <dgm:pt modelId="{3F0E2269-6099-406D-BFE8-2339CB410F56}" type="pres">
      <dgm:prSet presAssocID="{B87E5840-55E2-4D26-9967-A7A5ED97544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C9D721B-1E75-45A5-A0FB-A2DADFC1170E}" type="pres">
      <dgm:prSet presAssocID="{B87E5840-55E2-4D26-9967-A7A5ED97544E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836B76-6125-4A86-B96C-F3A8BF79D534}" type="pres">
      <dgm:prSet presAssocID="{61B296C9-5E7E-45D6-9A91-06D3C8D56668}" presName="sp" presStyleCnt="0"/>
      <dgm:spPr/>
    </dgm:pt>
    <dgm:pt modelId="{14DF4B00-5E8E-4B5C-8240-9B8D797CEC38}" type="pres">
      <dgm:prSet presAssocID="{7275B847-6191-4025-BECE-98790FDA8559}" presName="composite" presStyleCnt="0"/>
      <dgm:spPr/>
    </dgm:pt>
    <dgm:pt modelId="{4455C0CB-D721-401A-A6CF-5327DA8D1B00}" type="pres">
      <dgm:prSet presAssocID="{7275B847-6191-4025-BECE-98790FDA855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8157716-84C9-4AE3-AD8A-284FFFFAF829}" type="pres">
      <dgm:prSet presAssocID="{7275B847-6191-4025-BECE-98790FDA8559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49FF45C-BCE4-47BA-9739-DC9181573948}" type="pres">
      <dgm:prSet presAssocID="{E4E5A093-6D2C-4413-ADBF-94796AB343B9}" presName="sp" presStyleCnt="0"/>
      <dgm:spPr/>
    </dgm:pt>
    <dgm:pt modelId="{824FBA17-AFC0-4498-830B-48ABF825A5C1}" type="pres">
      <dgm:prSet presAssocID="{4786410F-CC44-495A-A2CE-B5D2670EB4DC}" presName="composite" presStyleCnt="0"/>
      <dgm:spPr/>
    </dgm:pt>
    <dgm:pt modelId="{8839C54F-80A8-4547-8FAC-45120FB2E865}" type="pres">
      <dgm:prSet presAssocID="{4786410F-CC44-495A-A2CE-B5D2670EB4D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98C61305-1231-4A5C-945A-2E0867C67368}" type="pres">
      <dgm:prSet presAssocID="{4786410F-CC44-495A-A2CE-B5D2670EB4DC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F2A835-157D-4755-869B-8B5EB24FAE7B}" type="pres">
      <dgm:prSet presAssocID="{FAF7570A-4293-4C29-8770-9545FE5B7775}" presName="sp" presStyleCnt="0"/>
      <dgm:spPr/>
    </dgm:pt>
    <dgm:pt modelId="{03F3812E-715C-4ABC-A90C-FB7566261E4A}" type="pres">
      <dgm:prSet presAssocID="{F19A3D9B-5749-4B47-A344-FAC5A73D33D4}" presName="composite" presStyleCnt="0"/>
      <dgm:spPr/>
    </dgm:pt>
    <dgm:pt modelId="{4E349FB2-AD9E-45BF-B7E2-DE4B462E6224}" type="pres">
      <dgm:prSet presAssocID="{F19A3D9B-5749-4B47-A344-FAC5A73D33D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6A4E9E2A-600B-4A50-8F90-41EB33664771}" type="pres">
      <dgm:prSet presAssocID="{F19A3D9B-5749-4B47-A344-FAC5A73D33D4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B2EAB98-4DC5-4370-84E0-80284B553B33}" type="presOf" srcId="{4786410F-CC44-495A-A2CE-B5D2670EB4DC}" destId="{8839C54F-80A8-4547-8FAC-45120FB2E865}" srcOrd="0" destOrd="0" presId="urn:microsoft.com/office/officeart/2005/8/layout/chevron2"/>
    <dgm:cxn modelId="{B1A2F30C-27B3-4A2D-903A-8A255B055D19}" srcId="{513D3A65-C260-4F68-B477-F9F8CE9F3413}" destId="{F19A3D9B-5749-4B47-A344-FAC5A73D33D4}" srcOrd="3" destOrd="0" parTransId="{50DCF201-3E83-4606-B6C5-6C027C437812}" sibTransId="{6E755D6C-BAC3-49F2-8B64-537C1A69F931}"/>
    <dgm:cxn modelId="{8326B108-79D8-4A04-A0EC-DDA85D1BD4A7}" type="presOf" srcId="{0E0E6E3B-CBFC-44C2-99CA-854C563DC7B1}" destId="{6A4E9E2A-600B-4A50-8F90-41EB33664771}" srcOrd="0" destOrd="0" presId="urn:microsoft.com/office/officeart/2005/8/layout/chevron2"/>
    <dgm:cxn modelId="{DB99B27F-73D4-49C9-8C85-816106B94BA7}" type="presOf" srcId="{872FA8FF-FAFA-4607-BB86-1A652C6D39F6}" destId="{28157716-84C9-4AE3-AD8A-284FFFFAF829}" srcOrd="0" destOrd="0" presId="urn:microsoft.com/office/officeart/2005/8/layout/chevron2"/>
    <dgm:cxn modelId="{6B088BD0-B64A-4A73-98AF-628C1405C7AB}" type="presOf" srcId="{7D36AB96-8366-419E-9E98-117A2DEF47E5}" destId="{98C61305-1231-4A5C-945A-2E0867C67368}" srcOrd="0" destOrd="0" presId="urn:microsoft.com/office/officeart/2005/8/layout/chevron2"/>
    <dgm:cxn modelId="{BA84421C-4CF8-4BB0-8AB5-8BD677E1BE6A}" srcId="{513D3A65-C260-4F68-B477-F9F8CE9F3413}" destId="{4786410F-CC44-495A-A2CE-B5D2670EB4DC}" srcOrd="2" destOrd="0" parTransId="{0A0ACB1E-8CC2-478D-824C-75E35D97E1D8}" sibTransId="{FAF7570A-4293-4C29-8770-9545FE5B7775}"/>
    <dgm:cxn modelId="{5C1ABB1E-42C9-4326-A1D8-C31E90863933}" type="presOf" srcId="{88FFC79B-2632-426D-BE45-B1779D63178B}" destId="{DC9D721B-1E75-45A5-A0FB-A2DADFC1170E}" srcOrd="0" destOrd="0" presId="urn:microsoft.com/office/officeart/2005/8/layout/chevron2"/>
    <dgm:cxn modelId="{7EF0BFBD-59F0-485F-9614-B2C0BBFCC3E9}" srcId="{4786410F-CC44-495A-A2CE-B5D2670EB4DC}" destId="{7D36AB96-8366-419E-9E98-117A2DEF47E5}" srcOrd="0" destOrd="0" parTransId="{DF1A4D1B-5C0A-4FA6-BEDD-BF1B76EDED8B}" sibTransId="{D6CE2540-DD03-4186-8BED-BB0722EC51B7}"/>
    <dgm:cxn modelId="{6922D143-3EAA-4E1C-8BFC-9AB755B5022E}" srcId="{F19A3D9B-5749-4B47-A344-FAC5A73D33D4}" destId="{0E0E6E3B-CBFC-44C2-99CA-854C563DC7B1}" srcOrd="0" destOrd="0" parTransId="{0C8BCAD6-8DC5-42A6-B083-941111BC6F77}" sibTransId="{05A99937-3E31-45CF-8559-DA6927EEAEF7}"/>
    <dgm:cxn modelId="{0D40BD1F-D143-450A-A942-24435288A3C2}" srcId="{513D3A65-C260-4F68-B477-F9F8CE9F3413}" destId="{7275B847-6191-4025-BECE-98790FDA8559}" srcOrd="1" destOrd="0" parTransId="{9FAE0C72-0DE9-49EF-AE54-DF680F3A8AA9}" sibTransId="{E4E5A093-6D2C-4413-ADBF-94796AB343B9}"/>
    <dgm:cxn modelId="{6A27BB36-8AB0-434C-8F12-898D75E1A286}" srcId="{7275B847-6191-4025-BECE-98790FDA8559}" destId="{872FA8FF-FAFA-4607-BB86-1A652C6D39F6}" srcOrd="0" destOrd="0" parTransId="{D0BBA133-ABBA-4937-B797-1F0C5C8B7DFA}" sibTransId="{05745148-16F6-40FB-811A-B1DC6425AF4E}"/>
    <dgm:cxn modelId="{3DBE899B-8787-4427-BBA7-90066F0FC6FD}" type="presOf" srcId="{7275B847-6191-4025-BECE-98790FDA8559}" destId="{4455C0CB-D721-401A-A6CF-5327DA8D1B00}" srcOrd="0" destOrd="0" presId="urn:microsoft.com/office/officeart/2005/8/layout/chevron2"/>
    <dgm:cxn modelId="{7046F9C1-5621-4037-BCAB-A333CA3BBBAA}" type="presOf" srcId="{F19A3D9B-5749-4B47-A344-FAC5A73D33D4}" destId="{4E349FB2-AD9E-45BF-B7E2-DE4B462E6224}" srcOrd="0" destOrd="0" presId="urn:microsoft.com/office/officeart/2005/8/layout/chevron2"/>
    <dgm:cxn modelId="{1E24972A-0B3A-4760-ACA3-BBCCF1D2A4A4}" srcId="{B87E5840-55E2-4D26-9967-A7A5ED97544E}" destId="{88FFC79B-2632-426D-BE45-B1779D63178B}" srcOrd="0" destOrd="0" parTransId="{9C936182-EE32-4ED1-BE6C-F9D0EE44CC99}" sibTransId="{A41751EC-75E5-4D72-B2AD-EFDE0E67ADDF}"/>
    <dgm:cxn modelId="{7BE7E67B-D169-47CD-BC7E-5764E969912C}" type="presOf" srcId="{513D3A65-C260-4F68-B477-F9F8CE9F3413}" destId="{4B10578D-9979-430A-9708-77FD348F1934}" srcOrd="0" destOrd="0" presId="urn:microsoft.com/office/officeart/2005/8/layout/chevron2"/>
    <dgm:cxn modelId="{884F57A3-58F8-4F10-BFF8-FC694A76F0D3}" srcId="{513D3A65-C260-4F68-B477-F9F8CE9F3413}" destId="{B87E5840-55E2-4D26-9967-A7A5ED97544E}" srcOrd="0" destOrd="0" parTransId="{33209A14-FB3E-41F5-BA70-681D80CF1919}" sibTransId="{61B296C9-5E7E-45D6-9A91-06D3C8D56668}"/>
    <dgm:cxn modelId="{ABB7B22A-FEE8-4B8D-8181-7D683AA58B75}" type="presOf" srcId="{B87E5840-55E2-4D26-9967-A7A5ED97544E}" destId="{3F0E2269-6099-406D-BFE8-2339CB410F56}" srcOrd="0" destOrd="0" presId="urn:microsoft.com/office/officeart/2005/8/layout/chevron2"/>
    <dgm:cxn modelId="{5027745B-B7A4-48D0-88CB-9143BE515029}" type="presParOf" srcId="{4B10578D-9979-430A-9708-77FD348F1934}" destId="{9A4F7273-B3E4-47E5-9410-D4AD62ACF4D4}" srcOrd="0" destOrd="0" presId="urn:microsoft.com/office/officeart/2005/8/layout/chevron2"/>
    <dgm:cxn modelId="{5B90A7D8-A762-4197-AD75-6818B99DAF87}" type="presParOf" srcId="{9A4F7273-B3E4-47E5-9410-D4AD62ACF4D4}" destId="{3F0E2269-6099-406D-BFE8-2339CB410F56}" srcOrd="0" destOrd="0" presId="urn:microsoft.com/office/officeart/2005/8/layout/chevron2"/>
    <dgm:cxn modelId="{DDC45E27-F57D-434B-AC06-9266BDAED91F}" type="presParOf" srcId="{9A4F7273-B3E4-47E5-9410-D4AD62ACF4D4}" destId="{DC9D721B-1E75-45A5-A0FB-A2DADFC1170E}" srcOrd="1" destOrd="0" presId="urn:microsoft.com/office/officeart/2005/8/layout/chevron2"/>
    <dgm:cxn modelId="{C25E421E-67D4-48EE-BF0F-2DABD37ECCE5}" type="presParOf" srcId="{4B10578D-9979-430A-9708-77FD348F1934}" destId="{51836B76-6125-4A86-B96C-F3A8BF79D534}" srcOrd="1" destOrd="0" presId="urn:microsoft.com/office/officeart/2005/8/layout/chevron2"/>
    <dgm:cxn modelId="{6846FEB6-C1D9-4608-AA95-C88EC6DC6B1E}" type="presParOf" srcId="{4B10578D-9979-430A-9708-77FD348F1934}" destId="{14DF4B00-5E8E-4B5C-8240-9B8D797CEC38}" srcOrd="2" destOrd="0" presId="urn:microsoft.com/office/officeart/2005/8/layout/chevron2"/>
    <dgm:cxn modelId="{A4B80F3D-85B6-477E-8CE3-EBD0EBEFD543}" type="presParOf" srcId="{14DF4B00-5E8E-4B5C-8240-9B8D797CEC38}" destId="{4455C0CB-D721-401A-A6CF-5327DA8D1B00}" srcOrd="0" destOrd="0" presId="urn:microsoft.com/office/officeart/2005/8/layout/chevron2"/>
    <dgm:cxn modelId="{53F0B320-5B9E-48D3-B4A0-56A8CCB72633}" type="presParOf" srcId="{14DF4B00-5E8E-4B5C-8240-9B8D797CEC38}" destId="{28157716-84C9-4AE3-AD8A-284FFFFAF829}" srcOrd="1" destOrd="0" presId="urn:microsoft.com/office/officeart/2005/8/layout/chevron2"/>
    <dgm:cxn modelId="{36E4E562-5EAE-449E-9514-24E0E6F371FF}" type="presParOf" srcId="{4B10578D-9979-430A-9708-77FD348F1934}" destId="{349FF45C-BCE4-47BA-9739-DC9181573948}" srcOrd="3" destOrd="0" presId="urn:microsoft.com/office/officeart/2005/8/layout/chevron2"/>
    <dgm:cxn modelId="{760DB823-0333-469D-A3F0-6CCE6E4E698E}" type="presParOf" srcId="{4B10578D-9979-430A-9708-77FD348F1934}" destId="{824FBA17-AFC0-4498-830B-48ABF825A5C1}" srcOrd="4" destOrd="0" presId="urn:microsoft.com/office/officeart/2005/8/layout/chevron2"/>
    <dgm:cxn modelId="{45AB1881-22DA-4D21-A2BC-AF9C64C3F7B9}" type="presParOf" srcId="{824FBA17-AFC0-4498-830B-48ABF825A5C1}" destId="{8839C54F-80A8-4547-8FAC-45120FB2E865}" srcOrd="0" destOrd="0" presId="urn:microsoft.com/office/officeart/2005/8/layout/chevron2"/>
    <dgm:cxn modelId="{0BFB5682-8141-433D-B3EA-2F082F5549DE}" type="presParOf" srcId="{824FBA17-AFC0-4498-830B-48ABF825A5C1}" destId="{98C61305-1231-4A5C-945A-2E0867C67368}" srcOrd="1" destOrd="0" presId="urn:microsoft.com/office/officeart/2005/8/layout/chevron2"/>
    <dgm:cxn modelId="{6D964B7B-2C22-41CC-8DFF-58F0E52BBE41}" type="presParOf" srcId="{4B10578D-9979-430A-9708-77FD348F1934}" destId="{B3F2A835-157D-4755-869B-8B5EB24FAE7B}" srcOrd="5" destOrd="0" presId="urn:microsoft.com/office/officeart/2005/8/layout/chevron2"/>
    <dgm:cxn modelId="{48DE9C05-6B9E-4737-953F-7829228879E6}" type="presParOf" srcId="{4B10578D-9979-430A-9708-77FD348F1934}" destId="{03F3812E-715C-4ABC-A90C-FB7566261E4A}" srcOrd="6" destOrd="0" presId="urn:microsoft.com/office/officeart/2005/8/layout/chevron2"/>
    <dgm:cxn modelId="{E3F5F002-504D-4C5C-B310-2F6A8B3343E6}" type="presParOf" srcId="{03F3812E-715C-4ABC-A90C-FB7566261E4A}" destId="{4E349FB2-AD9E-45BF-B7E2-DE4B462E6224}" srcOrd="0" destOrd="0" presId="urn:microsoft.com/office/officeart/2005/8/layout/chevron2"/>
    <dgm:cxn modelId="{5558E6B6-5D0A-42F5-BECE-4C7818E5EEE2}" type="presParOf" srcId="{03F3812E-715C-4ABC-A90C-FB7566261E4A}" destId="{6A4E9E2A-600B-4A50-8F90-41EB336647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F4929-C170-4926-985A-2821978524DE}">
      <dsp:nvSpPr>
        <dsp:cNvPr id="0" name=""/>
        <dsp:cNvSpPr/>
      </dsp:nvSpPr>
      <dsp:spPr>
        <a:xfrm>
          <a:off x="-4965981" y="-760907"/>
          <a:ext cx="5914303" cy="5914303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040F8-DC3F-4DCE-96BF-E33FA078A8D8}">
      <dsp:nvSpPr>
        <dsp:cNvPr id="0" name=""/>
        <dsp:cNvSpPr/>
      </dsp:nvSpPr>
      <dsp:spPr>
        <a:xfrm>
          <a:off x="609918" y="439248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u="none" kern="1200" dirty="0" smtClean="0"/>
            <a:t>Saúde</a:t>
          </a:r>
          <a:endParaRPr lang="pt-BR" sz="3300" u="none" kern="1200" dirty="0"/>
        </a:p>
      </dsp:txBody>
      <dsp:txXfrm>
        <a:off x="609918" y="439248"/>
        <a:ext cx="6530506" cy="878497"/>
      </dsp:txXfrm>
    </dsp:sp>
    <dsp:sp modelId="{32EEB05E-CBC3-4F42-BBCC-8CB6ABF6CB0A}">
      <dsp:nvSpPr>
        <dsp:cNvPr id="0" name=""/>
        <dsp:cNvSpPr/>
      </dsp:nvSpPr>
      <dsp:spPr>
        <a:xfrm>
          <a:off x="60857" y="329436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1F616-4A9F-4086-9154-2328E0D62F55}">
      <dsp:nvSpPr>
        <dsp:cNvPr id="0" name=""/>
        <dsp:cNvSpPr/>
      </dsp:nvSpPr>
      <dsp:spPr>
        <a:xfrm>
          <a:off x="929252" y="1756995"/>
          <a:ext cx="6211172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Desenvolvimento Intelectual</a:t>
          </a:r>
          <a:endParaRPr lang="pt-BR" sz="3300" kern="1200" dirty="0"/>
        </a:p>
      </dsp:txBody>
      <dsp:txXfrm>
        <a:off x="929252" y="1756995"/>
        <a:ext cx="6211172" cy="878497"/>
      </dsp:txXfrm>
    </dsp:sp>
    <dsp:sp modelId="{A3E36A7A-6CF5-46F9-8807-AD450E259A0C}">
      <dsp:nvSpPr>
        <dsp:cNvPr id="0" name=""/>
        <dsp:cNvSpPr/>
      </dsp:nvSpPr>
      <dsp:spPr>
        <a:xfrm>
          <a:off x="380191" y="1647183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82E98-9AB0-4144-8E10-88BF2EFC2E0A}">
      <dsp:nvSpPr>
        <dsp:cNvPr id="0" name=""/>
        <dsp:cNvSpPr/>
      </dsp:nvSpPr>
      <dsp:spPr>
        <a:xfrm>
          <a:off x="609918" y="3074741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Equilíbrio Emocional</a:t>
          </a:r>
          <a:endParaRPr lang="pt-BR" sz="3300" kern="1200" dirty="0"/>
        </a:p>
      </dsp:txBody>
      <dsp:txXfrm>
        <a:off x="609918" y="3074741"/>
        <a:ext cx="6530506" cy="878497"/>
      </dsp:txXfrm>
    </dsp:sp>
    <dsp:sp modelId="{259E55A1-4601-4394-BAF5-C23DF228F28D}">
      <dsp:nvSpPr>
        <dsp:cNvPr id="0" name=""/>
        <dsp:cNvSpPr/>
      </dsp:nvSpPr>
      <dsp:spPr>
        <a:xfrm>
          <a:off x="60857" y="2964929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700" kern="1200" dirty="0" smtClean="0"/>
            <a:t>Alimentação</a:t>
          </a:r>
          <a:endParaRPr lang="pt-BR" sz="37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700" kern="1200" dirty="0" smtClean="0"/>
            <a:t>Exercícios Físicos</a:t>
          </a:r>
          <a:endParaRPr lang="pt-BR" sz="37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700" kern="1200" dirty="0" smtClean="0"/>
            <a:t>Horas de Sono</a:t>
          </a:r>
          <a:endParaRPr lang="pt-BR" sz="37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700" kern="1200" dirty="0" smtClean="0"/>
            <a:t>Controle do nível de Estresse</a:t>
          </a:r>
          <a:endParaRPr lang="pt-BR" sz="37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3700" kern="1200" dirty="0" smtClean="0"/>
            <a:t>Check-up e Exames de Rotina</a:t>
          </a:r>
          <a:endParaRPr lang="pt-BR" sz="37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Participação de Cursos e Treinamentos.</a:t>
          </a:r>
          <a:endParaRPr lang="pt-BR" sz="23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Leitura de livros e artigos diversos.</a:t>
          </a:r>
          <a:endParaRPr lang="pt-BR" sz="23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Participação em atividades novas e não habituais.</a:t>
          </a:r>
          <a:endParaRPr lang="pt-BR" sz="23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Acesso a Informações via jornais, revistas, fóruns...</a:t>
          </a:r>
          <a:endParaRPr lang="pt-BR" sz="23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Participação de conversas com assuntos diferentes.</a:t>
          </a:r>
          <a:endParaRPr lang="pt-BR" sz="23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500" kern="1200" dirty="0" smtClean="0"/>
            <a:t>Manter o foco em momentos difíceis.</a:t>
          </a:r>
          <a:endParaRPr lang="pt-BR" sz="25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500" kern="1200" dirty="0" smtClean="0"/>
            <a:t>Controle das emoções sob pressão e estresse.</a:t>
          </a:r>
          <a:endParaRPr lang="pt-BR" sz="25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500" kern="1200" dirty="0" smtClean="0"/>
            <a:t>Reações emocionais proporcionais aos eventos.</a:t>
          </a:r>
          <a:endParaRPr lang="pt-BR" sz="25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500" kern="1200" dirty="0" smtClean="0"/>
            <a:t>Expressar opiniões de forma clara e cordial.</a:t>
          </a:r>
          <a:endParaRPr lang="pt-BR" sz="25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500" kern="1200" dirty="0" smtClean="0"/>
            <a:t>Controle das frustrações.</a:t>
          </a:r>
          <a:endParaRPr lang="pt-BR" sz="25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F4929-C170-4926-985A-2821978524DE}">
      <dsp:nvSpPr>
        <dsp:cNvPr id="0" name=""/>
        <dsp:cNvSpPr/>
      </dsp:nvSpPr>
      <dsp:spPr>
        <a:xfrm>
          <a:off x="-4965981" y="-760907"/>
          <a:ext cx="5914303" cy="5914303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040F8-DC3F-4DCE-96BF-E33FA078A8D8}">
      <dsp:nvSpPr>
        <dsp:cNvPr id="0" name=""/>
        <dsp:cNvSpPr/>
      </dsp:nvSpPr>
      <dsp:spPr>
        <a:xfrm>
          <a:off x="609918" y="439248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u="none" kern="1200" dirty="0" smtClean="0"/>
            <a:t>Realização e Propósito</a:t>
          </a:r>
          <a:endParaRPr lang="pt-BR" sz="3300" u="none" kern="1200" dirty="0"/>
        </a:p>
      </dsp:txBody>
      <dsp:txXfrm>
        <a:off x="609918" y="439248"/>
        <a:ext cx="6530506" cy="878497"/>
      </dsp:txXfrm>
    </dsp:sp>
    <dsp:sp modelId="{32EEB05E-CBC3-4F42-BBCC-8CB6ABF6CB0A}">
      <dsp:nvSpPr>
        <dsp:cNvPr id="0" name=""/>
        <dsp:cNvSpPr/>
      </dsp:nvSpPr>
      <dsp:spPr>
        <a:xfrm>
          <a:off x="60857" y="329436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1F616-4A9F-4086-9154-2328E0D62F55}">
      <dsp:nvSpPr>
        <dsp:cNvPr id="0" name=""/>
        <dsp:cNvSpPr/>
      </dsp:nvSpPr>
      <dsp:spPr>
        <a:xfrm>
          <a:off x="929252" y="1756995"/>
          <a:ext cx="6211172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Recursos Financeiros</a:t>
          </a:r>
          <a:endParaRPr lang="pt-BR" sz="3300" kern="1200" dirty="0"/>
        </a:p>
      </dsp:txBody>
      <dsp:txXfrm>
        <a:off x="929252" y="1756995"/>
        <a:ext cx="6211172" cy="878497"/>
      </dsp:txXfrm>
    </dsp:sp>
    <dsp:sp modelId="{A3E36A7A-6CF5-46F9-8807-AD450E259A0C}">
      <dsp:nvSpPr>
        <dsp:cNvPr id="0" name=""/>
        <dsp:cNvSpPr/>
      </dsp:nvSpPr>
      <dsp:spPr>
        <a:xfrm>
          <a:off x="380191" y="1647183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82E98-9AB0-4144-8E10-88BF2EFC2E0A}">
      <dsp:nvSpPr>
        <dsp:cNvPr id="0" name=""/>
        <dsp:cNvSpPr/>
      </dsp:nvSpPr>
      <dsp:spPr>
        <a:xfrm>
          <a:off x="609918" y="3074741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Contribuição Social</a:t>
          </a:r>
          <a:endParaRPr lang="pt-BR" sz="3300" kern="1200" dirty="0"/>
        </a:p>
      </dsp:txBody>
      <dsp:txXfrm>
        <a:off x="609918" y="3074741"/>
        <a:ext cx="6530506" cy="878497"/>
      </dsp:txXfrm>
    </dsp:sp>
    <dsp:sp modelId="{259E55A1-4601-4394-BAF5-C23DF228F28D}">
      <dsp:nvSpPr>
        <dsp:cNvPr id="0" name=""/>
        <dsp:cNvSpPr/>
      </dsp:nvSpPr>
      <dsp:spPr>
        <a:xfrm>
          <a:off x="60857" y="2964929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100" kern="1200" dirty="0" smtClean="0"/>
            <a:t>Auto imagem profissional positiva.</a:t>
          </a:r>
          <a:endParaRPr lang="pt-BR" sz="21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100" kern="1200" dirty="0" smtClean="0"/>
            <a:t>Satisfação com a carreira.</a:t>
          </a:r>
          <a:endParaRPr lang="pt-BR" sz="21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100" kern="1200" dirty="0" smtClean="0"/>
            <a:t>Oportunidades de crescimento profissional.</a:t>
          </a:r>
          <a:endParaRPr lang="pt-BR" sz="21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100" kern="1200" dirty="0" smtClean="0"/>
            <a:t>Atividade profissional congruente com crenças e valores.</a:t>
          </a:r>
          <a:endParaRPr lang="pt-BR" sz="21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100" kern="1200" dirty="0" smtClean="0"/>
            <a:t>Ambiente de trabalho propício a desafios.</a:t>
          </a:r>
          <a:endParaRPr lang="pt-BR" sz="21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Satisfação com os recursos financeiros.</a:t>
          </a:r>
          <a:endParaRPr lang="pt-BR" sz="27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Equilíbrio entre ganhos e gastos.</a:t>
          </a:r>
          <a:endParaRPr lang="pt-BR" sz="27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Reservas para possíveis crises.</a:t>
          </a:r>
          <a:endParaRPr lang="pt-BR" sz="27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Satisfação com os investimentos realizados.</a:t>
          </a:r>
          <a:endParaRPr lang="pt-BR" sz="27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Oportunidades para aumentar renda.</a:t>
          </a:r>
          <a:endParaRPr lang="pt-BR" sz="27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96146" y="197406"/>
          <a:ext cx="1307641" cy="915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100" kern="1200" dirty="0"/>
        </a:p>
      </dsp:txBody>
      <dsp:txXfrm rot="-5400000">
        <a:off x="1" y="458933"/>
        <a:ext cx="915348" cy="392293"/>
      </dsp:txXfrm>
    </dsp:sp>
    <dsp:sp modelId="{DC9D721B-1E75-45A5-A0FB-A2DADFC1170E}">
      <dsp:nvSpPr>
        <dsp:cNvPr id="0" name=""/>
        <dsp:cNvSpPr/>
      </dsp:nvSpPr>
      <dsp:spPr>
        <a:xfrm rot="5400000">
          <a:off x="3813111" y="-2896502"/>
          <a:ext cx="849966" cy="66454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Desejo sincero.</a:t>
          </a:r>
          <a:endParaRPr lang="pt-BR" sz="2700" kern="1200" dirty="0"/>
        </a:p>
      </dsp:txBody>
      <dsp:txXfrm rot="-5400000">
        <a:off x="915349" y="42752"/>
        <a:ext cx="6603999" cy="766982"/>
      </dsp:txXfrm>
    </dsp:sp>
    <dsp:sp modelId="{4455C0CB-D721-401A-A6CF-5327DA8D1B00}">
      <dsp:nvSpPr>
        <dsp:cNvPr id="0" name=""/>
        <dsp:cNvSpPr/>
      </dsp:nvSpPr>
      <dsp:spPr>
        <a:xfrm rot="5400000">
          <a:off x="-196146" y="1306521"/>
          <a:ext cx="1307641" cy="915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100" kern="1200"/>
        </a:p>
      </dsp:txBody>
      <dsp:txXfrm rot="-5400000">
        <a:off x="1" y="1568048"/>
        <a:ext cx="915348" cy="392293"/>
      </dsp:txXfrm>
    </dsp:sp>
    <dsp:sp modelId="{28157716-84C9-4AE3-AD8A-284FFFFAF829}">
      <dsp:nvSpPr>
        <dsp:cNvPr id="0" name=""/>
        <dsp:cNvSpPr/>
      </dsp:nvSpPr>
      <dsp:spPr>
        <a:xfrm rot="5400000">
          <a:off x="3813111" y="-1787386"/>
          <a:ext cx="849966" cy="66454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Cordialidade.</a:t>
          </a:r>
          <a:endParaRPr lang="pt-BR" sz="2700" kern="1200" dirty="0"/>
        </a:p>
      </dsp:txBody>
      <dsp:txXfrm rot="-5400000">
        <a:off x="915349" y="1151868"/>
        <a:ext cx="6603999" cy="766982"/>
      </dsp:txXfrm>
    </dsp:sp>
    <dsp:sp modelId="{8839C54F-80A8-4547-8FAC-45120FB2E865}">
      <dsp:nvSpPr>
        <dsp:cNvPr id="0" name=""/>
        <dsp:cNvSpPr/>
      </dsp:nvSpPr>
      <dsp:spPr>
        <a:xfrm rot="5400000">
          <a:off x="-196146" y="2415636"/>
          <a:ext cx="1307641" cy="915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100" kern="1200"/>
        </a:p>
      </dsp:txBody>
      <dsp:txXfrm rot="-5400000">
        <a:off x="1" y="2677163"/>
        <a:ext cx="915348" cy="392293"/>
      </dsp:txXfrm>
    </dsp:sp>
    <dsp:sp modelId="{98C61305-1231-4A5C-945A-2E0867C67368}">
      <dsp:nvSpPr>
        <dsp:cNvPr id="0" name=""/>
        <dsp:cNvSpPr/>
      </dsp:nvSpPr>
      <dsp:spPr>
        <a:xfrm rot="5400000">
          <a:off x="3813111" y="-678271"/>
          <a:ext cx="849966" cy="66454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smtClean="0"/>
            <a:t>Trabalho Voluntário.</a:t>
          </a:r>
          <a:endParaRPr lang="pt-BR" sz="2700" kern="1200" dirty="0"/>
        </a:p>
      </dsp:txBody>
      <dsp:txXfrm rot="-5400000">
        <a:off x="915349" y="2260983"/>
        <a:ext cx="6603999" cy="7669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F4929-C170-4926-985A-2821978524DE}">
      <dsp:nvSpPr>
        <dsp:cNvPr id="0" name=""/>
        <dsp:cNvSpPr/>
      </dsp:nvSpPr>
      <dsp:spPr>
        <a:xfrm>
          <a:off x="-4965981" y="-760907"/>
          <a:ext cx="5914303" cy="5914303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040F8-DC3F-4DCE-96BF-E33FA078A8D8}">
      <dsp:nvSpPr>
        <dsp:cNvPr id="0" name=""/>
        <dsp:cNvSpPr/>
      </dsp:nvSpPr>
      <dsp:spPr>
        <a:xfrm>
          <a:off x="609918" y="439248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u="none" kern="1200" dirty="0" smtClean="0"/>
            <a:t>Família</a:t>
          </a:r>
          <a:endParaRPr lang="pt-BR" sz="3300" u="none" kern="1200" dirty="0"/>
        </a:p>
      </dsp:txBody>
      <dsp:txXfrm>
        <a:off x="609918" y="439248"/>
        <a:ext cx="6530506" cy="878497"/>
      </dsp:txXfrm>
    </dsp:sp>
    <dsp:sp modelId="{32EEB05E-CBC3-4F42-BBCC-8CB6ABF6CB0A}">
      <dsp:nvSpPr>
        <dsp:cNvPr id="0" name=""/>
        <dsp:cNvSpPr/>
      </dsp:nvSpPr>
      <dsp:spPr>
        <a:xfrm>
          <a:off x="60857" y="329436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1F616-4A9F-4086-9154-2328E0D62F55}">
      <dsp:nvSpPr>
        <dsp:cNvPr id="0" name=""/>
        <dsp:cNvSpPr/>
      </dsp:nvSpPr>
      <dsp:spPr>
        <a:xfrm>
          <a:off x="929252" y="1756995"/>
          <a:ext cx="6211172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Relacionamento Amoroso</a:t>
          </a:r>
          <a:endParaRPr lang="pt-BR" sz="3300" kern="1200" dirty="0"/>
        </a:p>
      </dsp:txBody>
      <dsp:txXfrm>
        <a:off x="929252" y="1756995"/>
        <a:ext cx="6211172" cy="878497"/>
      </dsp:txXfrm>
    </dsp:sp>
    <dsp:sp modelId="{A3E36A7A-6CF5-46F9-8807-AD450E259A0C}">
      <dsp:nvSpPr>
        <dsp:cNvPr id="0" name=""/>
        <dsp:cNvSpPr/>
      </dsp:nvSpPr>
      <dsp:spPr>
        <a:xfrm>
          <a:off x="380191" y="1647183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82E98-9AB0-4144-8E10-88BF2EFC2E0A}">
      <dsp:nvSpPr>
        <dsp:cNvPr id="0" name=""/>
        <dsp:cNvSpPr/>
      </dsp:nvSpPr>
      <dsp:spPr>
        <a:xfrm>
          <a:off x="609918" y="3074741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Vida Social</a:t>
          </a:r>
          <a:endParaRPr lang="pt-BR" sz="3300" kern="1200" dirty="0"/>
        </a:p>
      </dsp:txBody>
      <dsp:txXfrm>
        <a:off x="609918" y="3074741"/>
        <a:ext cx="6530506" cy="878497"/>
      </dsp:txXfrm>
    </dsp:sp>
    <dsp:sp modelId="{259E55A1-4601-4394-BAF5-C23DF228F28D}">
      <dsp:nvSpPr>
        <dsp:cNvPr id="0" name=""/>
        <dsp:cNvSpPr/>
      </dsp:nvSpPr>
      <dsp:spPr>
        <a:xfrm>
          <a:off x="60857" y="2964929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Tempo dedicado aos familiares.</a:t>
          </a:r>
          <a:endParaRPr lang="pt-BR" sz="26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Momentos agradáveis e amistosos em família.</a:t>
          </a:r>
          <a:endParaRPr lang="pt-BR" sz="26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Dialogo e boa vontade para resolver conflitos.</a:t>
          </a:r>
          <a:endParaRPr lang="pt-BR" sz="26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Grau de abertura para falar e ouvir.</a:t>
          </a:r>
          <a:endParaRPr lang="pt-BR" sz="26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Confia e apoio mútuos.</a:t>
          </a:r>
          <a:endParaRPr lang="pt-BR" sz="26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O quanto estou satisfeito no relacionamento ou com o fato de estar sozinho.</a:t>
          </a:r>
          <a:endParaRPr lang="pt-BR" sz="19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Tempo dedicado ao parceiro.</a:t>
          </a:r>
          <a:endParaRPr lang="pt-BR" sz="19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Grau de abertura para falar e ouvir.</a:t>
          </a:r>
          <a:endParaRPr lang="pt-BR" sz="19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Dedicação de atenção e cuidado para assuntos do relacionamento.</a:t>
          </a:r>
          <a:endParaRPr lang="pt-BR" sz="19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Compartilhamento de sonhos e expectativas de vida.</a:t>
          </a:r>
          <a:endParaRPr lang="pt-BR" sz="19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69068" y="169670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 dirty="0"/>
        </a:p>
      </dsp:txBody>
      <dsp:txXfrm rot="-5400000">
        <a:off x="1" y="395096"/>
        <a:ext cx="788987" cy="338137"/>
      </dsp:txXfrm>
    </dsp:sp>
    <dsp:sp modelId="{DC9D721B-1E75-45A5-A0FB-A2DADFC1170E}">
      <dsp:nvSpPr>
        <dsp:cNvPr id="0" name=""/>
        <dsp:cNvSpPr/>
      </dsp:nvSpPr>
      <dsp:spPr>
        <a:xfrm rot="5400000">
          <a:off x="3952614" y="-3163025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Festas e reuniões de amigos (periodicidade).</a:t>
          </a:r>
          <a:endParaRPr lang="pt-BR" sz="2600" kern="1200" dirty="0"/>
        </a:p>
      </dsp:txBody>
      <dsp:txXfrm rot="-5400000">
        <a:off x="788988" y="36365"/>
        <a:ext cx="7024120" cy="661103"/>
      </dsp:txXfrm>
    </dsp:sp>
    <dsp:sp modelId="{4455C0CB-D721-401A-A6CF-5327DA8D1B00}">
      <dsp:nvSpPr>
        <dsp:cNvPr id="0" name=""/>
        <dsp:cNvSpPr/>
      </dsp:nvSpPr>
      <dsp:spPr>
        <a:xfrm rot="5400000">
          <a:off x="-169068" y="1148227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1373653"/>
        <a:ext cx="788987" cy="338137"/>
      </dsp:txXfrm>
    </dsp:sp>
    <dsp:sp modelId="{28157716-84C9-4AE3-AD8A-284FFFFAF829}">
      <dsp:nvSpPr>
        <dsp:cNvPr id="0" name=""/>
        <dsp:cNvSpPr/>
      </dsp:nvSpPr>
      <dsp:spPr>
        <a:xfrm rot="5400000">
          <a:off x="3952614" y="-2184467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Esforço para manter contato com amigos.</a:t>
          </a:r>
          <a:endParaRPr lang="pt-BR" sz="2600" kern="1200" dirty="0"/>
        </a:p>
      </dsp:txBody>
      <dsp:txXfrm rot="-5400000">
        <a:off x="788988" y="1014923"/>
        <a:ext cx="7024120" cy="661103"/>
      </dsp:txXfrm>
    </dsp:sp>
    <dsp:sp modelId="{8839C54F-80A8-4547-8FAC-45120FB2E865}">
      <dsp:nvSpPr>
        <dsp:cNvPr id="0" name=""/>
        <dsp:cNvSpPr/>
      </dsp:nvSpPr>
      <dsp:spPr>
        <a:xfrm rot="5400000">
          <a:off x="-169068" y="2126784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2352210"/>
        <a:ext cx="788987" cy="338137"/>
      </dsp:txXfrm>
    </dsp:sp>
    <dsp:sp modelId="{98C61305-1231-4A5C-945A-2E0867C67368}">
      <dsp:nvSpPr>
        <dsp:cNvPr id="0" name=""/>
        <dsp:cNvSpPr/>
      </dsp:nvSpPr>
      <dsp:spPr>
        <a:xfrm rot="5400000">
          <a:off x="3952614" y="-1205910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Quantidade de encontros com amigos.</a:t>
          </a:r>
          <a:endParaRPr lang="pt-BR" sz="2600" kern="1200" dirty="0"/>
        </a:p>
      </dsp:txBody>
      <dsp:txXfrm rot="-5400000">
        <a:off x="788988" y="1993480"/>
        <a:ext cx="7024120" cy="661103"/>
      </dsp:txXfrm>
    </dsp:sp>
    <dsp:sp modelId="{4E349FB2-AD9E-45BF-B7E2-DE4B462E6224}">
      <dsp:nvSpPr>
        <dsp:cNvPr id="0" name=""/>
        <dsp:cNvSpPr/>
      </dsp:nvSpPr>
      <dsp:spPr>
        <a:xfrm rot="5400000">
          <a:off x="-169068" y="3105342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3330768"/>
        <a:ext cx="788987" cy="338137"/>
      </dsp:txXfrm>
    </dsp:sp>
    <dsp:sp modelId="{6A4E9E2A-600B-4A50-8F90-41EB33664771}">
      <dsp:nvSpPr>
        <dsp:cNvPr id="0" name=""/>
        <dsp:cNvSpPr/>
      </dsp:nvSpPr>
      <dsp:spPr>
        <a:xfrm rot="5400000">
          <a:off x="3952614" y="-227352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600" kern="1200" dirty="0" smtClean="0"/>
            <a:t>Participação em atividades em grupo.</a:t>
          </a:r>
          <a:endParaRPr lang="pt-BR" sz="2600" kern="1200" dirty="0"/>
        </a:p>
      </dsp:txBody>
      <dsp:txXfrm rot="-5400000">
        <a:off x="788988" y="2972038"/>
        <a:ext cx="7024120" cy="6611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F4929-C170-4926-985A-2821978524DE}">
      <dsp:nvSpPr>
        <dsp:cNvPr id="0" name=""/>
        <dsp:cNvSpPr/>
      </dsp:nvSpPr>
      <dsp:spPr>
        <a:xfrm>
          <a:off x="-4965981" y="-760907"/>
          <a:ext cx="5914303" cy="5914303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040F8-DC3F-4DCE-96BF-E33FA078A8D8}">
      <dsp:nvSpPr>
        <dsp:cNvPr id="0" name=""/>
        <dsp:cNvSpPr/>
      </dsp:nvSpPr>
      <dsp:spPr>
        <a:xfrm>
          <a:off x="609918" y="439248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u="none" kern="1200" dirty="0" smtClean="0"/>
            <a:t>Hobbies e Diversão</a:t>
          </a:r>
          <a:endParaRPr lang="pt-BR" sz="3300" u="none" kern="1200" dirty="0"/>
        </a:p>
      </dsp:txBody>
      <dsp:txXfrm>
        <a:off x="609918" y="439248"/>
        <a:ext cx="6530506" cy="878497"/>
      </dsp:txXfrm>
    </dsp:sp>
    <dsp:sp modelId="{32EEB05E-CBC3-4F42-BBCC-8CB6ABF6CB0A}">
      <dsp:nvSpPr>
        <dsp:cNvPr id="0" name=""/>
        <dsp:cNvSpPr/>
      </dsp:nvSpPr>
      <dsp:spPr>
        <a:xfrm>
          <a:off x="60857" y="329436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1F616-4A9F-4086-9154-2328E0D62F55}">
      <dsp:nvSpPr>
        <dsp:cNvPr id="0" name=""/>
        <dsp:cNvSpPr/>
      </dsp:nvSpPr>
      <dsp:spPr>
        <a:xfrm>
          <a:off x="929252" y="1756995"/>
          <a:ext cx="6211172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Plenitude e Felicidade</a:t>
          </a:r>
          <a:endParaRPr lang="pt-BR" sz="3300" kern="1200" dirty="0"/>
        </a:p>
      </dsp:txBody>
      <dsp:txXfrm>
        <a:off x="929252" y="1756995"/>
        <a:ext cx="6211172" cy="878497"/>
      </dsp:txXfrm>
    </dsp:sp>
    <dsp:sp modelId="{A3E36A7A-6CF5-46F9-8807-AD450E259A0C}">
      <dsp:nvSpPr>
        <dsp:cNvPr id="0" name=""/>
        <dsp:cNvSpPr/>
      </dsp:nvSpPr>
      <dsp:spPr>
        <a:xfrm>
          <a:off x="380191" y="1647183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82E98-9AB0-4144-8E10-88BF2EFC2E0A}">
      <dsp:nvSpPr>
        <dsp:cNvPr id="0" name=""/>
        <dsp:cNvSpPr/>
      </dsp:nvSpPr>
      <dsp:spPr>
        <a:xfrm>
          <a:off x="609918" y="3074741"/>
          <a:ext cx="6530506" cy="878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307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Espiritualidade</a:t>
          </a:r>
          <a:endParaRPr lang="pt-BR" sz="3300" kern="1200" dirty="0"/>
        </a:p>
      </dsp:txBody>
      <dsp:txXfrm>
        <a:off x="609918" y="3074741"/>
        <a:ext cx="6530506" cy="878497"/>
      </dsp:txXfrm>
    </dsp:sp>
    <dsp:sp modelId="{259E55A1-4601-4394-BAF5-C23DF228F28D}">
      <dsp:nvSpPr>
        <dsp:cNvPr id="0" name=""/>
        <dsp:cNvSpPr/>
      </dsp:nvSpPr>
      <dsp:spPr>
        <a:xfrm>
          <a:off x="60857" y="2964929"/>
          <a:ext cx="1098122" cy="1098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400" kern="1200" dirty="0" smtClean="0"/>
            <a:t>Qualidade do tempo dedicado ao </a:t>
          </a:r>
          <a:r>
            <a:rPr lang="pt-BR" sz="2400" kern="1200" dirty="0" err="1" smtClean="0"/>
            <a:t>Hobbie</a:t>
          </a:r>
          <a:r>
            <a:rPr lang="pt-BR" sz="2400" kern="1200" dirty="0" smtClean="0"/>
            <a:t> e lazer.</a:t>
          </a:r>
          <a:endParaRPr lang="pt-BR" sz="24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400" kern="1200" dirty="0" smtClean="0"/>
            <a:t>Diversidade de formas para relaxar e se divertir.</a:t>
          </a:r>
          <a:endParaRPr lang="pt-BR" sz="24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400" kern="1200" dirty="0" smtClean="0"/>
            <a:t>Prazer que as atividades proporcionam.</a:t>
          </a:r>
          <a:endParaRPr lang="pt-BR" sz="24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400" kern="1200" dirty="0" smtClean="0"/>
            <a:t>Periodicidade das atividades de </a:t>
          </a:r>
          <a:r>
            <a:rPr lang="pt-BR" sz="2400" kern="1200" dirty="0" err="1" smtClean="0"/>
            <a:t>Hobbie</a:t>
          </a:r>
          <a:r>
            <a:rPr lang="pt-BR" sz="2400" kern="1200" dirty="0" smtClean="0"/>
            <a:t> e lazer.</a:t>
          </a:r>
          <a:endParaRPr lang="pt-BR" sz="24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400" kern="1200" dirty="0" smtClean="0"/>
            <a:t>Relaxamento ou revigoramento após atividades.</a:t>
          </a:r>
          <a:endParaRPr lang="pt-BR" sz="24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 dirty="0"/>
        </a:p>
      </dsp:txBody>
      <dsp:txXfrm rot="-5400000">
        <a:off x="1" y="319448"/>
        <a:ext cx="635496" cy="272355"/>
      </dsp:txXfrm>
    </dsp:sp>
    <dsp:sp modelId="{DC9D721B-1E75-45A5-A0FB-A2DADFC1170E}">
      <dsp:nvSpPr>
        <dsp:cNvPr id="0" name=""/>
        <dsp:cNvSpPr/>
      </dsp:nvSpPr>
      <dsp:spPr>
        <a:xfrm rot="5400000">
          <a:off x="3947132" y="-330993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Otimismo em relação ao futuro.</a:t>
          </a:r>
          <a:endParaRPr lang="pt-BR" sz="2300" kern="1200" dirty="0"/>
        </a:p>
      </dsp:txBody>
      <dsp:txXfrm rot="-5400000">
        <a:off x="635496" y="30507"/>
        <a:ext cx="7184569" cy="532491"/>
      </dsp:txXfrm>
    </dsp:sp>
    <dsp:sp modelId="{4455C0CB-D721-401A-A6CF-5327DA8D1B00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107635"/>
        <a:ext cx="635496" cy="272355"/>
      </dsp:txXfrm>
    </dsp:sp>
    <dsp:sp modelId="{28157716-84C9-4AE3-AD8A-284FFFFAF829}">
      <dsp:nvSpPr>
        <dsp:cNvPr id="0" name=""/>
        <dsp:cNvSpPr/>
      </dsp:nvSpPr>
      <dsp:spPr>
        <a:xfrm rot="5400000">
          <a:off x="3947132" y="-252174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Satisfação com a vida atual.</a:t>
          </a:r>
          <a:endParaRPr lang="pt-BR" sz="2300" kern="1200" dirty="0"/>
        </a:p>
      </dsp:txBody>
      <dsp:txXfrm rot="-5400000">
        <a:off x="635496" y="818694"/>
        <a:ext cx="7184569" cy="532491"/>
      </dsp:txXfrm>
    </dsp:sp>
    <dsp:sp modelId="{8839C54F-80A8-4547-8FAC-45120FB2E865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1895821"/>
        <a:ext cx="635496" cy="272355"/>
      </dsp:txXfrm>
    </dsp:sp>
    <dsp:sp modelId="{98C61305-1231-4A5C-945A-2E0867C67368}">
      <dsp:nvSpPr>
        <dsp:cNvPr id="0" name=""/>
        <dsp:cNvSpPr/>
      </dsp:nvSpPr>
      <dsp:spPr>
        <a:xfrm rot="5400000">
          <a:off x="3947132" y="-1733561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Frequência que você sorri.</a:t>
          </a:r>
          <a:endParaRPr lang="pt-BR" sz="2300" kern="1200" dirty="0"/>
        </a:p>
      </dsp:txBody>
      <dsp:txXfrm rot="-5400000">
        <a:off x="635496" y="1606881"/>
        <a:ext cx="7184569" cy="532491"/>
      </dsp:txXfrm>
    </dsp:sp>
    <dsp:sp modelId="{4E349FB2-AD9E-45BF-B7E2-DE4B462E6224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2684008"/>
        <a:ext cx="635496" cy="272355"/>
      </dsp:txXfrm>
    </dsp:sp>
    <dsp:sp modelId="{6A4E9E2A-600B-4A50-8F90-41EB33664771}">
      <dsp:nvSpPr>
        <dsp:cNvPr id="0" name=""/>
        <dsp:cNvSpPr/>
      </dsp:nvSpPr>
      <dsp:spPr>
        <a:xfrm rot="5400000">
          <a:off x="3947132" y="-945375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Autoconfiança.</a:t>
          </a:r>
          <a:endParaRPr lang="pt-BR" sz="2300" kern="1200" dirty="0"/>
        </a:p>
      </dsp:txBody>
      <dsp:txXfrm rot="-5400000">
        <a:off x="635496" y="2395067"/>
        <a:ext cx="7184569" cy="532491"/>
      </dsp:txXfrm>
    </dsp:sp>
    <dsp:sp modelId="{9A87F869-ACC4-42E6-8BD1-169015AF527F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/>
        </a:p>
      </dsp:txBody>
      <dsp:txXfrm rot="-5400000">
        <a:off x="1" y="3472195"/>
        <a:ext cx="635496" cy="272355"/>
      </dsp:txXfrm>
    </dsp:sp>
    <dsp:sp modelId="{04A03ACC-2355-4C5B-9FA3-1A2A97758848}">
      <dsp:nvSpPr>
        <dsp:cNvPr id="0" name=""/>
        <dsp:cNvSpPr/>
      </dsp:nvSpPr>
      <dsp:spPr>
        <a:xfrm rot="5400000">
          <a:off x="3947132" y="-157188"/>
          <a:ext cx="590103" cy="72133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300" kern="1200" dirty="0" smtClean="0"/>
            <a:t>Sentimento de orgulho pelas conquistas do passado.</a:t>
          </a:r>
          <a:endParaRPr lang="pt-BR" sz="2300" kern="1200" dirty="0"/>
        </a:p>
      </dsp:txBody>
      <dsp:txXfrm rot="-5400000">
        <a:off x="635496" y="3183254"/>
        <a:ext cx="7184569" cy="53249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269-6099-406D-BFE8-2339CB410F56}">
      <dsp:nvSpPr>
        <dsp:cNvPr id="0" name=""/>
        <dsp:cNvSpPr/>
      </dsp:nvSpPr>
      <dsp:spPr>
        <a:xfrm rot="5400000">
          <a:off x="-169068" y="169670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 dirty="0"/>
        </a:p>
      </dsp:txBody>
      <dsp:txXfrm rot="-5400000">
        <a:off x="1" y="395096"/>
        <a:ext cx="788987" cy="338137"/>
      </dsp:txXfrm>
    </dsp:sp>
    <dsp:sp modelId="{DC9D721B-1E75-45A5-A0FB-A2DADFC1170E}">
      <dsp:nvSpPr>
        <dsp:cNvPr id="0" name=""/>
        <dsp:cNvSpPr/>
      </dsp:nvSpPr>
      <dsp:spPr>
        <a:xfrm rot="5400000">
          <a:off x="3952614" y="-3163025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800" kern="1200" dirty="0" smtClean="0"/>
            <a:t>Paz interior.</a:t>
          </a:r>
          <a:endParaRPr lang="pt-BR" sz="2800" kern="1200" dirty="0"/>
        </a:p>
      </dsp:txBody>
      <dsp:txXfrm rot="-5400000">
        <a:off x="788988" y="36365"/>
        <a:ext cx="7024120" cy="661103"/>
      </dsp:txXfrm>
    </dsp:sp>
    <dsp:sp modelId="{4455C0CB-D721-401A-A6CF-5327DA8D1B00}">
      <dsp:nvSpPr>
        <dsp:cNvPr id="0" name=""/>
        <dsp:cNvSpPr/>
      </dsp:nvSpPr>
      <dsp:spPr>
        <a:xfrm rot="5400000">
          <a:off x="-169068" y="1148227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1373653"/>
        <a:ext cx="788987" cy="338137"/>
      </dsp:txXfrm>
    </dsp:sp>
    <dsp:sp modelId="{28157716-84C9-4AE3-AD8A-284FFFFAF829}">
      <dsp:nvSpPr>
        <dsp:cNvPr id="0" name=""/>
        <dsp:cNvSpPr/>
      </dsp:nvSpPr>
      <dsp:spPr>
        <a:xfrm rot="5400000">
          <a:off x="3952614" y="-2184467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800" kern="1200" dirty="0" smtClean="0"/>
            <a:t>Coerência de valores. (Faz o que “prega”)</a:t>
          </a:r>
          <a:endParaRPr lang="pt-BR" sz="2800" kern="1200" dirty="0"/>
        </a:p>
      </dsp:txBody>
      <dsp:txXfrm rot="-5400000">
        <a:off x="788988" y="1014923"/>
        <a:ext cx="7024120" cy="661103"/>
      </dsp:txXfrm>
    </dsp:sp>
    <dsp:sp modelId="{8839C54F-80A8-4547-8FAC-45120FB2E865}">
      <dsp:nvSpPr>
        <dsp:cNvPr id="0" name=""/>
        <dsp:cNvSpPr/>
      </dsp:nvSpPr>
      <dsp:spPr>
        <a:xfrm rot="5400000">
          <a:off x="-169068" y="2126784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2352210"/>
        <a:ext cx="788987" cy="338137"/>
      </dsp:txXfrm>
    </dsp:sp>
    <dsp:sp modelId="{98C61305-1231-4A5C-945A-2E0867C67368}">
      <dsp:nvSpPr>
        <dsp:cNvPr id="0" name=""/>
        <dsp:cNvSpPr/>
      </dsp:nvSpPr>
      <dsp:spPr>
        <a:xfrm rot="5400000">
          <a:off x="3952614" y="-1205910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800" kern="1200" dirty="0" smtClean="0"/>
            <a:t>Foco e equilíbrio interior.</a:t>
          </a:r>
          <a:endParaRPr lang="pt-BR" sz="2800" kern="1200" dirty="0"/>
        </a:p>
      </dsp:txBody>
      <dsp:txXfrm rot="-5400000">
        <a:off x="788988" y="1993480"/>
        <a:ext cx="7024120" cy="661103"/>
      </dsp:txXfrm>
    </dsp:sp>
    <dsp:sp modelId="{4E349FB2-AD9E-45BF-B7E2-DE4B462E6224}">
      <dsp:nvSpPr>
        <dsp:cNvPr id="0" name=""/>
        <dsp:cNvSpPr/>
      </dsp:nvSpPr>
      <dsp:spPr>
        <a:xfrm rot="5400000">
          <a:off x="-169068" y="3105342"/>
          <a:ext cx="1127124" cy="788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-5400000">
        <a:off x="1" y="3330768"/>
        <a:ext cx="788987" cy="338137"/>
      </dsp:txXfrm>
    </dsp:sp>
    <dsp:sp modelId="{6A4E9E2A-600B-4A50-8F90-41EB33664771}">
      <dsp:nvSpPr>
        <dsp:cNvPr id="0" name=""/>
        <dsp:cNvSpPr/>
      </dsp:nvSpPr>
      <dsp:spPr>
        <a:xfrm rot="5400000">
          <a:off x="3952614" y="-227352"/>
          <a:ext cx="732631" cy="70598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800" kern="1200" dirty="0" smtClean="0"/>
            <a:t>Tempo para si.</a:t>
          </a:r>
          <a:endParaRPr lang="pt-BR" sz="2800" kern="1200" dirty="0"/>
        </a:p>
      </dsp:txBody>
      <dsp:txXfrm rot="-5400000">
        <a:off x="788988" y="2972038"/>
        <a:ext cx="7024120" cy="661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C48CF1D-FACB-4F78-80B5-00869A9FF8E7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DDB630CF-55F2-4EC6-8D34-0F2F9910D55C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23728" y="836712"/>
            <a:ext cx="4464496" cy="2190105"/>
          </a:xfrm>
        </p:spPr>
        <p:txBody>
          <a:bodyPr/>
          <a:lstStyle/>
          <a:p>
            <a:pPr algn="ctr"/>
            <a:r>
              <a:rPr lang="pt-BR" sz="6600" b="1" dirty="0" smtClean="0"/>
              <a:t>RODA</a:t>
            </a:r>
            <a:r>
              <a:rPr lang="pt-BR" sz="6600" b="1" dirty="0"/>
              <a:t> </a:t>
            </a:r>
            <a:r>
              <a:rPr lang="pt-BR" sz="6600" b="1" dirty="0" smtClean="0"/>
              <a:t>DA VIDA</a:t>
            </a:r>
            <a:endParaRPr lang="pt-BR" sz="6600" b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910584"/>
            <a:ext cx="3672408" cy="29474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5386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9940" y="678810"/>
            <a:ext cx="4705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 smtClean="0"/>
              <a:t>ÁREA PESSOAL</a:t>
            </a:r>
            <a:endParaRPr lang="pt-BR" sz="4800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524699827"/>
              </p:ext>
            </p:extLst>
          </p:nvPr>
        </p:nvGraphicFramePr>
        <p:xfrm>
          <a:off x="899592" y="1700808"/>
          <a:ext cx="720080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9001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449366" y="678747"/>
            <a:ext cx="1936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/>
              <a:t>SAÚDE</a:t>
            </a:r>
            <a:endParaRPr lang="pt-BR" sz="36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38831617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8500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DESENVOLVIMENTO INTELECTUAL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991083263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22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EQUILÍBRIO EMOCIONAL</a:t>
            </a:r>
            <a:endParaRPr lang="pt-BR" sz="3200" b="1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715372063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3733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9940" y="678810"/>
            <a:ext cx="65149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 smtClean="0"/>
              <a:t>ÁREA PROFISSIONAL</a:t>
            </a:r>
            <a:endParaRPr lang="pt-BR" sz="4800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4157255102"/>
              </p:ext>
            </p:extLst>
          </p:nvPr>
        </p:nvGraphicFramePr>
        <p:xfrm>
          <a:off x="899592" y="1700808"/>
          <a:ext cx="720080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085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REALIZAÇÃO E PROPÓSITO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753419665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677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RECURSOS FINANCEIROS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356400550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0870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CONTRIBUIÇÃO SOCIAL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517039739"/>
              </p:ext>
            </p:extLst>
          </p:nvPr>
        </p:nvGraphicFramePr>
        <p:xfrm>
          <a:off x="611560" y="1916832"/>
          <a:ext cx="7560840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407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9940" y="678810"/>
            <a:ext cx="8475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smtClean="0"/>
              <a:t>ÁREA DE RELACIONAMENTOS</a:t>
            </a:r>
            <a:endParaRPr lang="pt-BR" sz="4400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267188109"/>
              </p:ext>
            </p:extLst>
          </p:nvPr>
        </p:nvGraphicFramePr>
        <p:xfrm>
          <a:off x="899592" y="1700808"/>
          <a:ext cx="720080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802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449366" y="678747"/>
            <a:ext cx="2392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/>
              <a:t>FAMÍLIA</a:t>
            </a:r>
            <a:endParaRPr lang="pt-BR" sz="3600" b="1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999577343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9551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RELACIONAMENTO AMOROSO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222377239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000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259632" y="678746"/>
            <a:ext cx="3472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/>
              <a:t>VIDA SOCIAL</a:t>
            </a:r>
            <a:endParaRPr lang="pt-BR" sz="36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957682272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5070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9940" y="678810"/>
            <a:ext cx="76819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 smtClean="0"/>
              <a:t>ÁREA QUALIDADE DE VIDA</a:t>
            </a:r>
            <a:endParaRPr lang="pt-BR" sz="4400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176744721"/>
              </p:ext>
            </p:extLst>
          </p:nvPr>
        </p:nvGraphicFramePr>
        <p:xfrm>
          <a:off x="899592" y="1700808"/>
          <a:ext cx="720080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0109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HOBBIES E DIVERSÃO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833995708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713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PLENITUDE E FELICIDADE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835484032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916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836712"/>
            <a:ext cx="885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ESPIRITUALIDADE</a:t>
            </a:r>
            <a:endParaRPr lang="pt-BR" sz="3200" b="1" dirty="0"/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592439989"/>
              </p:ext>
            </p:extLst>
          </p:nvPr>
        </p:nvGraphicFramePr>
        <p:xfrm>
          <a:off x="611560" y="1844824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46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043608" y="2492895"/>
            <a:ext cx="70487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b="1" dirty="0" smtClean="0"/>
              <a:t>PLANO DE AÇÃO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829488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83</TotalTime>
  <Words>411</Words>
  <Application>Microsoft Office PowerPoint</Application>
  <PresentationFormat>Apresentação na tela (4:3)</PresentationFormat>
  <Paragraphs>86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Urbano</vt:lpstr>
      <vt:lpstr>RODA DA VIDA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Cliente 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VIDA</dc:title>
  <dc:creator>Cliente</dc:creator>
  <cp:lastModifiedBy>Cliente</cp:lastModifiedBy>
  <cp:revision>11</cp:revision>
  <dcterms:created xsi:type="dcterms:W3CDTF">2017-04-04T19:13:12Z</dcterms:created>
  <dcterms:modified xsi:type="dcterms:W3CDTF">2017-04-04T20:36:42Z</dcterms:modified>
</cp:coreProperties>
</file>