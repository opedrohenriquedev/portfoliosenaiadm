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bookmarkIdSeed="2">
  <p:sldMasterIdLst>
    <p:sldMasterId id="2147483648" r:id="rId4"/>
  </p:sldMasterIdLst>
  <p:notesMasterIdLst>
    <p:notesMasterId r:id="rId31"/>
  </p:notesMasterIdLst>
  <p:sldIdLst>
    <p:sldId id="256" r:id="rId5"/>
    <p:sldId id="615" r:id="rId6"/>
    <p:sldId id="691" r:id="rId7"/>
    <p:sldId id="695" r:id="rId8"/>
    <p:sldId id="690" r:id="rId9"/>
    <p:sldId id="689" r:id="rId10"/>
    <p:sldId id="692" r:id="rId11"/>
    <p:sldId id="694" r:id="rId12"/>
    <p:sldId id="697" r:id="rId13"/>
    <p:sldId id="698" r:id="rId14"/>
    <p:sldId id="699" r:id="rId15"/>
    <p:sldId id="700" r:id="rId16"/>
    <p:sldId id="701" r:id="rId17"/>
    <p:sldId id="696" r:id="rId18"/>
    <p:sldId id="702" r:id="rId19"/>
    <p:sldId id="703" r:id="rId20"/>
    <p:sldId id="705" r:id="rId21"/>
    <p:sldId id="704" r:id="rId22"/>
    <p:sldId id="706" r:id="rId23"/>
    <p:sldId id="688" r:id="rId24"/>
    <p:sldId id="708" r:id="rId25"/>
    <p:sldId id="709" r:id="rId26"/>
    <p:sldId id="710" r:id="rId27"/>
    <p:sldId id="711" r:id="rId28"/>
    <p:sldId id="693" r:id="rId29"/>
    <p:sldId id="277" r:id="rId30"/>
  </p:sldIdLst>
  <p:sldSz cx="20104100" cy="11309350"/>
  <p:notesSz cx="20104100" cy="11309350"/>
  <p:embeddedFontLst>
    <p:embeddedFont>
      <p:font typeface="Lato" panose="020F0502020204030203" pitchFamily="34" charset="0"/>
      <p:regular r:id="rId32"/>
      <p:bold r:id="rId33"/>
      <p:italic r:id="rId34"/>
      <p:boldItalic r:id="rId35"/>
    </p:embeddedFont>
    <p:embeddedFont>
      <p:font typeface="Montserrat" panose="00000500000000000000" pitchFamily="2" charset="0"/>
      <p:regular r:id="rId36"/>
      <p:bold r:id="rId37"/>
      <p:italic r:id="rId38"/>
      <p:boldItalic r:id="rId39"/>
    </p:embeddedFont>
    <p:embeddedFont>
      <p:font typeface="Montserrat ExtraBold" panose="00000900000000000000" pitchFamily="2" charset="0"/>
      <p:bold r:id="rId40"/>
      <p:boldItalic r:id="rId41"/>
    </p:embeddedFont>
    <p:embeddedFont>
      <p:font typeface="Montserrat Light" panose="00000400000000000000" pitchFamily="2" charset="0"/>
      <p:regular r:id="rId42"/>
      <p:italic r:id="rId4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8E4F70D8-87C1-484F-AF52-0E0C8CB06DBC}">
          <p14:sldIdLst>
            <p14:sldId id="256"/>
            <p14:sldId id="615"/>
            <p14:sldId id="691"/>
            <p14:sldId id="695"/>
            <p14:sldId id="690"/>
            <p14:sldId id="689"/>
            <p14:sldId id="692"/>
            <p14:sldId id="694"/>
            <p14:sldId id="697"/>
            <p14:sldId id="698"/>
            <p14:sldId id="699"/>
            <p14:sldId id="700"/>
            <p14:sldId id="701"/>
            <p14:sldId id="696"/>
            <p14:sldId id="702"/>
            <p14:sldId id="703"/>
            <p14:sldId id="705"/>
            <p14:sldId id="704"/>
            <p14:sldId id="706"/>
            <p14:sldId id="688"/>
            <p14:sldId id="708"/>
            <p14:sldId id="709"/>
            <p14:sldId id="710"/>
            <p14:sldId id="711"/>
            <p14:sldId id="693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3E3F"/>
    <a:srgbClr val="204F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F56859-03AB-4981-9AE7-9700B710200A}" v="188" dt="2025-04-14T23:51:46.56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984" y="-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8.fntdata"/><Relationship Id="rId21" Type="http://schemas.openxmlformats.org/officeDocument/2006/relationships/slide" Target="slides/slide17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5.fntdata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Flavio Diniz" userId="dedd31532088e5ff" providerId="LiveId" clId="{6BF56859-03AB-4981-9AE7-9700B710200A}"/>
    <pc:docChg chg="undo custSel addSld delSld modSld sldOrd modSection">
      <pc:chgData name="João Flavio Diniz" userId="dedd31532088e5ff" providerId="LiveId" clId="{6BF56859-03AB-4981-9AE7-9700B710200A}" dt="2025-04-14T23:51:46.560" v="1172"/>
      <pc:docMkLst>
        <pc:docMk/>
      </pc:docMkLst>
      <pc:sldChg chg="modSp mod">
        <pc:chgData name="João Flavio Diniz" userId="dedd31532088e5ff" providerId="LiveId" clId="{6BF56859-03AB-4981-9AE7-9700B710200A}" dt="2025-04-14T17:29:09.083" v="30" actId="20577"/>
        <pc:sldMkLst>
          <pc:docMk/>
          <pc:sldMk cId="0" sldId="615"/>
        </pc:sldMkLst>
        <pc:spChg chg="mod">
          <ac:chgData name="João Flavio Diniz" userId="dedd31532088e5ff" providerId="LiveId" clId="{6BF56859-03AB-4981-9AE7-9700B710200A}" dt="2025-04-14T17:29:09.083" v="30" actId="20577"/>
          <ac:spMkLst>
            <pc:docMk/>
            <pc:sldMk cId="0" sldId="615"/>
            <ac:spMk id="4098" creationId="{45958694-2D82-4EE5-B453-53FF62EBE8E1}"/>
          </ac:spMkLst>
        </pc:spChg>
      </pc:sldChg>
      <pc:sldChg chg="modSp mod modAnim">
        <pc:chgData name="João Flavio Diniz" userId="dedd31532088e5ff" providerId="LiveId" clId="{6BF56859-03AB-4981-9AE7-9700B710200A}" dt="2025-04-14T23:50:38.617" v="1165"/>
        <pc:sldMkLst>
          <pc:docMk/>
          <pc:sldMk cId="2920186876" sldId="688"/>
        </pc:sldMkLst>
        <pc:spChg chg="mod">
          <ac:chgData name="João Flavio Diniz" userId="dedd31532088e5ff" providerId="LiveId" clId="{6BF56859-03AB-4981-9AE7-9700B710200A}" dt="2025-04-14T20:13:07.740" v="658" actId="1076"/>
          <ac:spMkLst>
            <pc:docMk/>
            <pc:sldMk cId="2920186876" sldId="688"/>
            <ac:spMk id="4" creationId="{AAFEC760-7BC7-0DFC-38E6-E7D922F73114}"/>
          </ac:spMkLst>
        </pc:spChg>
      </pc:sldChg>
      <pc:sldChg chg="add">
        <pc:chgData name="João Flavio Diniz" userId="dedd31532088e5ff" providerId="LiveId" clId="{6BF56859-03AB-4981-9AE7-9700B710200A}" dt="2025-04-14T20:04:34.353" v="555"/>
        <pc:sldMkLst>
          <pc:docMk/>
          <pc:sldMk cId="2371313646" sldId="689"/>
        </pc:sldMkLst>
      </pc:sldChg>
      <pc:sldChg chg="del">
        <pc:chgData name="João Flavio Diniz" userId="dedd31532088e5ff" providerId="LiveId" clId="{6BF56859-03AB-4981-9AE7-9700B710200A}" dt="2025-04-14T20:04:21.006" v="554" actId="2696"/>
        <pc:sldMkLst>
          <pc:docMk/>
          <pc:sldMk cId="3819642706" sldId="689"/>
        </pc:sldMkLst>
      </pc:sldChg>
      <pc:sldChg chg="del">
        <pc:chgData name="João Flavio Diniz" userId="dedd31532088e5ff" providerId="LiveId" clId="{6BF56859-03AB-4981-9AE7-9700B710200A}" dt="2025-04-14T20:04:21.006" v="554" actId="2696"/>
        <pc:sldMkLst>
          <pc:docMk/>
          <pc:sldMk cId="673383442" sldId="690"/>
        </pc:sldMkLst>
      </pc:sldChg>
      <pc:sldChg chg="addSp delSp modSp add mod">
        <pc:chgData name="João Flavio Diniz" userId="dedd31532088e5ff" providerId="LiveId" clId="{6BF56859-03AB-4981-9AE7-9700B710200A}" dt="2025-04-14T22:44:23.307" v="1155" actId="6549"/>
        <pc:sldMkLst>
          <pc:docMk/>
          <pc:sldMk cId="1108595105" sldId="690"/>
        </pc:sldMkLst>
        <pc:spChg chg="mod">
          <ac:chgData name="João Flavio Diniz" userId="dedd31532088e5ff" providerId="LiveId" clId="{6BF56859-03AB-4981-9AE7-9700B710200A}" dt="2025-04-14T22:44:23.307" v="1155" actId="6549"/>
          <ac:spMkLst>
            <pc:docMk/>
            <pc:sldMk cId="1108595105" sldId="690"/>
            <ac:spMk id="5" creationId="{21159349-3487-CEB4-666C-6154F19EC2BF}"/>
          </ac:spMkLst>
        </pc:spChg>
        <pc:spChg chg="add del mod">
          <ac:chgData name="João Flavio Diniz" userId="dedd31532088e5ff" providerId="LiveId" clId="{6BF56859-03AB-4981-9AE7-9700B710200A}" dt="2025-04-14T22:44:17.742" v="1152" actId="22"/>
          <ac:spMkLst>
            <pc:docMk/>
            <pc:sldMk cId="1108595105" sldId="690"/>
            <ac:spMk id="6" creationId="{E5578A77-E778-0200-E495-E1DF2F9BFD98}"/>
          </ac:spMkLst>
        </pc:spChg>
      </pc:sldChg>
      <pc:sldChg chg="addSp modSp mod">
        <pc:chgData name="João Flavio Diniz" userId="dedd31532088e5ff" providerId="LiveId" clId="{6BF56859-03AB-4981-9AE7-9700B710200A}" dt="2025-04-14T17:32:56.735" v="56" actId="1076"/>
        <pc:sldMkLst>
          <pc:docMk/>
          <pc:sldMk cId="3561192397" sldId="691"/>
        </pc:sldMkLst>
        <pc:spChg chg="mod">
          <ac:chgData name="João Flavio Diniz" userId="dedd31532088e5ff" providerId="LiveId" clId="{6BF56859-03AB-4981-9AE7-9700B710200A}" dt="2025-04-14T17:32:38.136" v="54" actId="1076"/>
          <ac:spMkLst>
            <pc:docMk/>
            <pc:sldMk cId="3561192397" sldId="691"/>
            <ac:spMk id="4" creationId="{9906FFA9-AE42-D3FE-73B0-1963E349B3B7}"/>
          </ac:spMkLst>
        </pc:spChg>
        <pc:spChg chg="ord">
          <ac:chgData name="João Flavio Diniz" userId="dedd31532088e5ff" providerId="LiveId" clId="{6BF56859-03AB-4981-9AE7-9700B710200A}" dt="2025-04-14T17:30:32.173" v="33" actId="166"/>
          <ac:spMkLst>
            <pc:docMk/>
            <pc:sldMk cId="3561192397" sldId="691"/>
            <ac:spMk id="8" creationId="{F047A7A3-7253-6C01-7165-0D4B19D2B736}"/>
          </ac:spMkLst>
        </pc:spChg>
        <pc:spChg chg="mod">
          <ac:chgData name="João Flavio Diniz" userId="dedd31532088e5ff" providerId="LiveId" clId="{6BF56859-03AB-4981-9AE7-9700B710200A}" dt="2025-04-14T17:32:56.735" v="56" actId="1076"/>
          <ac:spMkLst>
            <pc:docMk/>
            <pc:sldMk cId="3561192397" sldId="691"/>
            <ac:spMk id="4098" creationId="{C3111424-AB25-8E4E-24EF-2C41B1F7C993}"/>
          </ac:spMkLst>
        </pc:spChg>
        <pc:picChg chg="add mod">
          <ac:chgData name="João Flavio Diniz" userId="dedd31532088e5ff" providerId="LiveId" clId="{6BF56859-03AB-4981-9AE7-9700B710200A}" dt="2025-04-14T17:32:31.508" v="53" actId="1076"/>
          <ac:picMkLst>
            <pc:docMk/>
            <pc:sldMk cId="3561192397" sldId="691"/>
            <ac:picMk id="1026" creationId="{9FD995DA-7414-E882-54C9-6DEBF16AD978}"/>
          </ac:picMkLst>
        </pc:picChg>
      </pc:sldChg>
      <pc:sldChg chg="add">
        <pc:chgData name="João Flavio Diniz" userId="dedd31532088e5ff" providerId="LiveId" clId="{6BF56859-03AB-4981-9AE7-9700B710200A}" dt="2025-04-14T20:04:34.353" v="555"/>
        <pc:sldMkLst>
          <pc:docMk/>
          <pc:sldMk cId="2989986844" sldId="692"/>
        </pc:sldMkLst>
      </pc:sldChg>
      <pc:sldChg chg="del">
        <pc:chgData name="João Flavio Diniz" userId="dedd31532088e5ff" providerId="LiveId" clId="{6BF56859-03AB-4981-9AE7-9700B710200A}" dt="2025-04-14T20:04:21.006" v="554" actId="2696"/>
        <pc:sldMkLst>
          <pc:docMk/>
          <pc:sldMk cId="3632393801" sldId="692"/>
        </pc:sldMkLst>
      </pc:sldChg>
      <pc:sldChg chg="modSp mod">
        <pc:chgData name="João Flavio Diniz" userId="dedd31532088e5ff" providerId="LiveId" clId="{6BF56859-03AB-4981-9AE7-9700B710200A}" dt="2025-04-14T19:50:37.470" v="476"/>
        <pc:sldMkLst>
          <pc:docMk/>
          <pc:sldMk cId="2713325446" sldId="693"/>
        </pc:sldMkLst>
        <pc:spChg chg="mod">
          <ac:chgData name="João Flavio Diniz" userId="dedd31532088e5ff" providerId="LiveId" clId="{6BF56859-03AB-4981-9AE7-9700B710200A}" dt="2025-04-14T19:50:37.470" v="476"/>
          <ac:spMkLst>
            <pc:docMk/>
            <pc:sldMk cId="2713325446" sldId="693"/>
            <ac:spMk id="4" creationId="{8B24F133-E4E5-4CF3-9A23-317414660502}"/>
          </ac:spMkLst>
        </pc:spChg>
      </pc:sldChg>
      <pc:sldChg chg="modSp add mod ord">
        <pc:chgData name="João Flavio Diniz" userId="dedd31532088e5ff" providerId="LiveId" clId="{6BF56859-03AB-4981-9AE7-9700B710200A}" dt="2025-04-14T20:04:45.622" v="557"/>
        <pc:sldMkLst>
          <pc:docMk/>
          <pc:sldMk cId="2740759483" sldId="694"/>
        </pc:sldMkLst>
        <pc:spChg chg="mod">
          <ac:chgData name="João Flavio Diniz" userId="dedd31532088e5ff" providerId="LiveId" clId="{6BF56859-03AB-4981-9AE7-9700B710200A}" dt="2025-04-14T17:35:04.558" v="81" actId="1076"/>
          <ac:spMkLst>
            <pc:docMk/>
            <pc:sldMk cId="2740759483" sldId="694"/>
            <ac:spMk id="3" creationId="{1B4A60D3-FF72-6BCB-8EC7-9B2483B4BE3C}"/>
          </ac:spMkLst>
        </pc:spChg>
        <pc:spChg chg="mod">
          <ac:chgData name="João Flavio Diniz" userId="dedd31532088e5ff" providerId="LiveId" clId="{6BF56859-03AB-4981-9AE7-9700B710200A}" dt="2025-04-14T17:45:56.241" v="161" actId="123"/>
          <ac:spMkLst>
            <pc:docMk/>
            <pc:sldMk cId="2740759483" sldId="694"/>
            <ac:spMk id="4" creationId="{EBE9F707-9DDB-78B9-7B26-1902FA75FCD4}"/>
          </ac:spMkLst>
        </pc:spChg>
      </pc:sldChg>
      <pc:sldChg chg="add del">
        <pc:chgData name="João Flavio Diniz" userId="dedd31532088e5ff" providerId="LiveId" clId="{6BF56859-03AB-4981-9AE7-9700B710200A}" dt="2025-04-14T20:04:21.006" v="554" actId="2696"/>
        <pc:sldMkLst>
          <pc:docMk/>
          <pc:sldMk cId="762487658" sldId="695"/>
        </pc:sldMkLst>
      </pc:sldChg>
      <pc:sldChg chg="modSp add mod">
        <pc:chgData name="João Flavio Diniz" userId="dedd31532088e5ff" providerId="LiveId" clId="{6BF56859-03AB-4981-9AE7-9700B710200A}" dt="2025-04-14T22:26:27.376" v="1135" actId="1076"/>
        <pc:sldMkLst>
          <pc:docMk/>
          <pc:sldMk cId="3831646242" sldId="695"/>
        </pc:sldMkLst>
        <pc:spChg chg="mod">
          <ac:chgData name="João Flavio Diniz" userId="dedd31532088e5ff" providerId="LiveId" clId="{6BF56859-03AB-4981-9AE7-9700B710200A}" dt="2025-04-14T22:26:27.376" v="1135" actId="1076"/>
          <ac:spMkLst>
            <pc:docMk/>
            <pc:sldMk cId="3831646242" sldId="695"/>
            <ac:spMk id="4" creationId="{A6BC83A3-4329-B550-8C6C-D8E54B97B4F5}"/>
          </ac:spMkLst>
        </pc:spChg>
      </pc:sldChg>
      <pc:sldChg chg="modSp add mod ord modAnim">
        <pc:chgData name="João Flavio Diniz" userId="dedd31532088e5ff" providerId="LiveId" clId="{6BF56859-03AB-4981-9AE7-9700B710200A}" dt="2025-04-14T23:49:20.217" v="1158"/>
        <pc:sldMkLst>
          <pc:docMk/>
          <pc:sldMk cId="1771674272" sldId="696"/>
        </pc:sldMkLst>
        <pc:spChg chg="mod">
          <ac:chgData name="João Flavio Diniz" userId="dedd31532088e5ff" providerId="LiveId" clId="{6BF56859-03AB-4981-9AE7-9700B710200A}" dt="2025-04-14T19:22:59.583" v="363" actId="123"/>
          <ac:spMkLst>
            <pc:docMk/>
            <pc:sldMk cId="1771674272" sldId="696"/>
            <ac:spMk id="4" creationId="{7098C8AE-4CA4-BF7C-5895-D04DD8E883D4}"/>
          </ac:spMkLst>
        </pc:spChg>
      </pc:sldChg>
      <pc:sldChg chg="modSp add mod modTransition modAnim">
        <pc:chgData name="João Flavio Diniz" userId="dedd31532088e5ff" providerId="LiveId" clId="{6BF56859-03AB-4981-9AE7-9700B710200A}" dt="2025-04-14T23:48:28.620" v="1157"/>
        <pc:sldMkLst>
          <pc:docMk/>
          <pc:sldMk cId="67337577" sldId="697"/>
        </pc:sldMkLst>
        <pc:spChg chg="mod">
          <ac:chgData name="João Flavio Diniz" userId="dedd31532088e5ff" providerId="LiveId" clId="{6BF56859-03AB-4981-9AE7-9700B710200A}" dt="2025-04-14T18:46:32.727" v="214" actId="1076"/>
          <ac:spMkLst>
            <pc:docMk/>
            <pc:sldMk cId="67337577" sldId="697"/>
            <ac:spMk id="4" creationId="{B2E37A2A-CC8D-F281-9B69-6006C683C887}"/>
          </ac:spMkLst>
        </pc:spChg>
      </pc:sldChg>
      <pc:sldChg chg="add del">
        <pc:chgData name="João Flavio Diniz" userId="dedd31532088e5ff" providerId="LiveId" clId="{6BF56859-03AB-4981-9AE7-9700B710200A}" dt="2025-04-14T17:45:22.198" v="146" actId="2890"/>
        <pc:sldMkLst>
          <pc:docMk/>
          <pc:sldMk cId="3806839801" sldId="697"/>
        </pc:sldMkLst>
      </pc:sldChg>
      <pc:sldChg chg="modSp add mod">
        <pc:chgData name="João Flavio Diniz" userId="dedd31532088e5ff" providerId="LiveId" clId="{6BF56859-03AB-4981-9AE7-9700B710200A}" dt="2025-04-14T18:48:19.746" v="228" actId="1076"/>
        <pc:sldMkLst>
          <pc:docMk/>
          <pc:sldMk cId="2148533824" sldId="698"/>
        </pc:sldMkLst>
        <pc:spChg chg="mod">
          <ac:chgData name="João Flavio Diniz" userId="dedd31532088e5ff" providerId="LiveId" clId="{6BF56859-03AB-4981-9AE7-9700B710200A}" dt="2025-04-14T18:48:19.746" v="228" actId="1076"/>
          <ac:spMkLst>
            <pc:docMk/>
            <pc:sldMk cId="2148533824" sldId="698"/>
            <ac:spMk id="4" creationId="{7B74DB3F-7C4C-625D-1B06-E2A77ABE9E48}"/>
          </ac:spMkLst>
        </pc:spChg>
      </pc:sldChg>
      <pc:sldChg chg="addSp delSp modSp add mod">
        <pc:chgData name="João Flavio Diniz" userId="dedd31532088e5ff" providerId="LiveId" clId="{6BF56859-03AB-4981-9AE7-9700B710200A}" dt="2025-04-14T18:55:21.026" v="283" actId="1076"/>
        <pc:sldMkLst>
          <pc:docMk/>
          <pc:sldMk cId="1392935237" sldId="699"/>
        </pc:sldMkLst>
        <pc:spChg chg="del">
          <ac:chgData name="João Flavio Diniz" userId="dedd31532088e5ff" providerId="LiveId" clId="{6BF56859-03AB-4981-9AE7-9700B710200A}" dt="2025-04-14T18:50:39.714" v="254" actId="478"/>
          <ac:spMkLst>
            <pc:docMk/>
            <pc:sldMk cId="1392935237" sldId="699"/>
            <ac:spMk id="3" creationId="{59A47DDE-2B50-91C4-BE30-82B8377A3BBB}"/>
          </ac:spMkLst>
        </pc:spChg>
        <pc:spChg chg="mod">
          <ac:chgData name="João Flavio Diniz" userId="dedd31532088e5ff" providerId="LiveId" clId="{6BF56859-03AB-4981-9AE7-9700B710200A}" dt="2025-04-14T18:55:11.319" v="281" actId="1076"/>
          <ac:spMkLst>
            <pc:docMk/>
            <pc:sldMk cId="1392935237" sldId="699"/>
            <ac:spMk id="4" creationId="{8AAC301B-8F4A-58C4-D1CC-26320B10B289}"/>
          </ac:spMkLst>
        </pc:spChg>
        <pc:spChg chg="add">
          <ac:chgData name="João Flavio Diniz" userId="dedd31532088e5ff" providerId="LiveId" clId="{6BF56859-03AB-4981-9AE7-9700B710200A}" dt="2025-04-14T18:49:21.408" v="232"/>
          <ac:spMkLst>
            <pc:docMk/>
            <pc:sldMk cId="1392935237" sldId="699"/>
            <ac:spMk id="5" creationId="{D65C1DFC-4BCB-E512-277F-269485D8A6A6}"/>
          </ac:spMkLst>
        </pc:spChg>
        <pc:spChg chg="add">
          <ac:chgData name="João Flavio Diniz" userId="dedd31532088e5ff" providerId="LiveId" clId="{6BF56859-03AB-4981-9AE7-9700B710200A}" dt="2025-04-14T18:49:34.614" v="234"/>
          <ac:spMkLst>
            <pc:docMk/>
            <pc:sldMk cId="1392935237" sldId="699"/>
            <ac:spMk id="6" creationId="{D4F2EBA3-ABFD-6EC1-832A-7A49A9DA220F}"/>
          </ac:spMkLst>
        </pc:spChg>
        <pc:picChg chg="add mod">
          <ac:chgData name="João Flavio Diniz" userId="dedd31532088e5ff" providerId="LiveId" clId="{6BF56859-03AB-4981-9AE7-9700B710200A}" dt="2025-04-14T18:55:21.026" v="283" actId="1076"/>
          <ac:picMkLst>
            <pc:docMk/>
            <pc:sldMk cId="1392935237" sldId="699"/>
            <ac:picMk id="2052" creationId="{B700C892-4002-AC03-2839-76D36FA80858}"/>
          </ac:picMkLst>
        </pc:picChg>
      </pc:sldChg>
      <pc:sldChg chg="addSp modSp add mod">
        <pc:chgData name="João Flavio Diniz" userId="dedd31532088e5ff" providerId="LiveId" clId="{6BF56859-03AB-4981-9AE7-9700B710200A}" dt="2025-04-14T18:53:20.892" v="276" actId="1076"/>
        <pc:sldMkLst>
          <pc:docMk/>
          <pc:sldMk cId="2989758896" sldId="700"/>
        </pc:sldMkLst>
        <pc:spChg chg="mod">
          <ac:chgData name="João Flavio Diniz" userId="dedd31532088e5ff" providerId="LiveId" clId="{6BF56859-03AB-4981-9AE7-9700B710200A}" dt="2025-04-14T18:53:10.185" v="272" actId="1076"/>
          <ac:spMkLst>
            <pc:docMk/>
            <pc:sldMk cId="2989758896" sldId="700"/>
            <ac:spMk id="4" creationId="{C540CBCD-8379-252F-75D3-F6D1F85EC53A}"/>
          </ac:spMkLst>
        </pc:spChg>
        <pc:picChg chg="add mod">
          <ac:chgData name="João Flavio Diniz" userId="dedd31532088e5ff" providerId="LiveId" clId="{6BF56859-03AB-4981-9AE7-9700B710200A}" dt="2025-04-14T18:53:20.892" v="276" actId="1076"/>
          <ac:picMkLst>
            <pc:docMk/>
            <pc:sldMk cId="2989758896" sldId="700"/>
            <ac:picMk id="3074" creationId="{E0F18311-D2C0-B4DE-20F7-B4A37507BC46}"/>
          </ac:picMkLst>
        </pc:picChg>
      </pc:sldChg>
      <pc:sldChg chg="addSp delSp modSp add mod">
        <pc:chgData name="João Flavio Diniz" userId="dedd31532088e5ff" providerId="LiveId" clId="{6BF56859-03AB-4981-9AE7-9700B710200A}" dt="2025-04-14T18:57:53.263" v="302" actId="1076"/>
        <pc:sldMkLst>
          <pc:docMk/>
          <pc:sldMk cId="2367272635" sldId="701"/>
        </pc:sldMkLst>
        <pc:spChg chg="del">
          <ac:chgData name="João Flavio Diniz" userId="dedd31532088e5ff" providerId="LiveId" clId="{6BF56859-03AB-4981-9AE7-9700B710200A}" dt="2025-04-14T18:57:23.597" v="295" actId="478"/>
          <ac:spMkLst>
            <pc:docMk/>
            <pc:sldMk cId="2367272635" sldId="701"/>
            <ac:spMk id="3" creationId="{0E2379A6-8DCD-13FF-98BE-1121B29B968C}"/>
          </ac:spMkLst>
        </pc:spChg>
        <pc:spChg chg="mod">
          <ac:chgData name="João Flavio Diniz" userId="dedd31532088e5ff" providerId="LiveId" clId="{6BF56859-03AB-4981-9AE7-9700B710200A}" dt="2025-04-14T18:57:48.590" v="301" actId="14100"/>
          <ac:spMkLst>
            <pc:docMk/>
            <pc:sldMk cId="2367272635" sldId="701"/>
            <ac:spMk id="4" creationId="{FC280239-6E8A-3C5C-F0DC-7265B8BFAA93}"/>
          </ac:spMkLst>
        </pc:spChg>
        <pc:picChg chg="add mod">
          <ac:chgData name="João Flavio Diniz" userId="dedd31532088e5ff" providerId="LiveId" clId="{6BF56859-03AB-4981-9AE7-9700B710200A}" dt="2025-04-14T18:57:53.263" v="302" actId="1076"/>
          <ac:picMkLst>
            <pc:docMk/>
            <pc:sldMk cId="2367272635" sldId="701"/>
            <ac:picMk id="5" creationId="{231B0DAD-08E2-4246-9832-C321C6D142FF}"/>
          </ac:picMkLst>
        </pc:picChg>
      </pc:sldChg>
      <pc:sldChg chg="addSp modSp add mod modAnim">
        <pc:chgData name="João Flavio Diniz" userId="dedd31532088e5ff" providerId="LiveId" clId="{6BF56859-03AB-4981-9AE7-9700B710200A}" dt="2025-04-14T23:49:31.611" v="1159"/>
        <pc:sldMkLst>
          <pc:docMk/>
          <pc:sldMk cId="2276098300" sldId="702"/>
        </pc:sldMkLst>
        <pc:spChg chg="mod">
          <ac:chgData name="João Flavio Diniz" userId="dedd31532088e5ff" providerId="LiveId" clId="{6BF56859-03AB-4981-9AE7-9700B710200A}" dt="2025-04-14T19:39:46.961" v="396" actId="1076"/>
          <ac:spMkLst>
            <pc:docMk/>
            <pc:sldMk cId="2276098300" sldId="702"/>
            <ac:spMk id="4" creationId="{C339A38E-8F0A-80BF-C9FA-34AE10638E6A}"/>
          </ac:spMkLst>
        </pc:spChg>
        <pc:picChg chg="add mod">
          <ac:chgData name="João Flavio Diniz" userId="dedd31532088e5ff" providerId="LiveId" clId="{6BF56859-03AB-4981-9AE7-9700B710200A}" dt="2025-04-14T19:39:40.697" v="395" actId="1076"/>
          <ac:picMkLst>
            <pc:docMk/>
            <pc:sldMk cId="2276098300" sldId="702"/>
            <ac:picMk id="5122" creationId="{47FA8B35-15E0-6B8E-51A5-F25EED382AC4}"/>
          </ac:picMkLst>
        </pc:picChg>
      </pc:sldChg>
      <pc:sldChg chg="addSp delSp modSp add mod">
        <pc:chgData name="João Flavio Diniz" userId="dedd31532088e5ff" providerId="LiveId" clId="{6BF56859-03AB-4981-9AE7-9700B710200A}" dt="2025-04-14T19:48:16.736" v="466" actId="1076"/>
        <pc:sldMkLst>
          <pc:docMk/>
          <pc:sldMk cId="387100332" sldId="703"/>
        </pc:sldMkLst>
        <pc:spChg chg="mod">
          <ac:chgData name="João Flavio Diniz" userId="dedd31532088e5ff" providerId="LiveId" clId="{6BF56859-03AB-4981-9AE7-9700B710200A}" dt="2025-04-14T19:48:16.736" v="466" actId="1076"/>
          <ac:spMkLst>
            <pc:docMk/>
            <pc:sldMk cId="387100332" sldId="703"/>
            <ac:spMk id="4" creationId="{CC5D77B1-F0BF-38B4-6A00-016DFEA17C41}"/>
          </ac:spMkLst>
        </pc:spChg>
        <pc:picChg chg="add del mod">
          <ac:chgData name="João Flavio Diniz" userId="dedd31532088e5ff" providerId="LiveId" clId="{6BF56859-03AB-4981-9AE7-9700B710200A}" dt="2025-04-14T19:47:27.127" v="453" actId="478"/>
          <ac:picMkLst>
            <pc:docMk/>
            <pc:sldMk cId="387100332" sldId="703"/>
            <ac:picMk id="6146" creationId="{B79029C0-AB88-AC2D-DB27-5392462BD1D0}"/>
          </ac:picMkLst>
        </pc:picChg>
        <pc:picChg chg="add mod">
          <ac:chgData name="João Flavio Diniz" userId="dedd31532088e5ff" providerId="LiveId" clId="{6BF56859-03AB-4981-9AE7-9700B710200A}" dt="2025-04-14T19:47:53.151" v="458" actId="1076"/>
          <ac:picMkLst>
            <pc:docMk/>
            <pc:sldMk cId="387100332" sldId="703"/>
            <ac:picMk id="6148" creationId="{3A338379-6BC1-4141-D842-5E9B66B41112}"/>
          </ac:picMkLst>
        </pc:picChg>
      </pc:sldChg>
      <pc:sldChg chg="addSp delSp modSp add mod modAnim">
        <pc:chgData name="João Flavio Diniz" userId="dedd31532088e5ff" providerId="LiveId" clId="{6BF56859-03AB-4981-9AE7-9700B710200A}" dt="2025-04-14T23:49:45.568" v="1160"/>
        <pc:sldMkLst>
          <pc:docMk/>
          <pc:sldMk cId="1179742437" sldId="704"/>
        </pc:sldMkLst>
        <pc:spChg chg="mod">
          <ac:chgData name="João Flavio Diniz" userId="dedd31532088e5ff" providerId="LiveId" clId="{6BF56859-03AB-4981-9AE7-9700B710200A}" dt="2025-04-14T20:01:08.740" v="545" actId="1076"/>
          <ac:spMkLst>
            <pc:docMk/>
            <pc:sldMk cId="1179742437" sldId="704"/>
            <ac:spMk id="4" creationId="{98EBD78C-CACB-DE48-9173-DBB060D420BF}"/>
          </ac:spMkLst>
        </pc:spChg>
        <pc:picChg chg="add">
          <ac:chgData name="João Flavio Diniz" userId="dedd31532088e5ff" providerId="LiveId" clId="{6BF56859-03AB-4981-9AE7-9700B710200A}" dt="2025-04-14T19:56:55.188" v="502"/>
          <ac:picMkLst>
            <pc:docMk/>
            <pc:sldMk cId="1179742437" sldId="704"/>
            <ac:picMk id="8194" creationId="{5AA591F8-4324-FBBC-AF7F-D00B5FAB91CB}"/>
          </ac:picMkLst>
        </pc:picChg>
        <pc:picChg chg="add del mod">
          <ac:chgData name="João Flavio Diniz" userId="dedd31532088e5ff" providerId="LiveId" clId="{6BF56859-03AB-4981-9AE7-9700B710200A}" dt="2025-04-14T20:01:01.237" v="544" actId="478"/>
          <ac:picMkLst>
            <pc:docMk/>
            <pc:sldMk cId="1179742437" sldId="704"/>
            <ac:picMk id="8196" creationId="{309886B2-72F6-3299-A17A-361D2C09C321}"/>
          </ac:picMkLst>
        </pc:picChg>
      </pc:sldChg>
      <pc:sldChg chg="addSp modSp add mod">
        <pc:chgData name="João Flavio Diniz" userId="dedd31532088e5ff" providerId="LiveId" clId="{6BF56859-03AB-4981-9AE7-9700B710200A}" dt="2025-04-14T19:52:56.875" v="495" actId="120"/>
        <pc:sldMkLst>
          <pc:docMk/>
          <pc:sldMk cId="3418285044" sldId="705"/>
        </pc:sldMkLst>
        <pc:spChg chg="mod">
          <ac:chgData name="João Flavio Diniz" userId="dedd31532088e5ff" providerId="LiveId" clId="{6BF56859-03AB-4981-9AE7-9700B710200A}" dt="2025-04-14T19:52:56.875" v="495" actId="120"/>
          <ac:spMkLst>
            <pc:docMk/>
            <pc:sldMk cId="3418285044" sldId="705"/>
            <ac:spMk id="4" creationId="{724CEE11-2372-BD79-1ACA-8DAA6D18756A}"/>
          </ac:spMkLst>
        </pc:spChg>
        <pc:picChg chg="add mod">
          <ac:chgData name="João Flavio Diniz" userId="dedd31532088e5ff" providerId="LiveId" clId="{6BF56859-03AB-4981-9AE7-9700B710200A}" dt="2025-04-14T19:52:49.560" v="494" actId="1076"/>
          <ac:picMkLst>
            <pc:docMk/>
            <pc:sldMk cId="3418285044" sldId="705"/>
            <ac:picMk id="7170" creationId="{91FA2657-DC49-37E3-6F35-34E925404CF3}"/>
          </ac:picMkLst>
        </pc:picChg>
      </pc:sldChg>
      <pc:sldChg chg="addSp delSp modSp add modAnim">
        <pc:chgData name="João Flavio Diniz" userId="dedd31532088e5ff" providerId="LiveId" clId="{6BF56859-03AB-4981-9AE7-9700B710200A}" dt="2025-04-14T23:50:16.156" v="1164" actId="167"/>
        <pc:sldMkLst>
          <pc:docMk/>
          <pc:sldMk cId="514838909" sldId="706"/>
        </pc:sldMkLst>
        <pc:spChg chg="del">
          <ac:chgData name="João Flavio Diniz" userId="dedd31532088e5ff" providerId="LiveId" clId="{6BF56859-03AB-4981-9AE7-9700B710200A}" dt="2025-04-14T20:01:12.990" v="546" actId="478"/>
          <ac:spMkLst>
            <pc:docMk/>
            <pc:sldMk cId="514838909" sldId="706"/>
            <ac:spMk id="4" creationId="{0087626B-E65B-51CA-21E1-214104247A72}"/>
          </ac:spMkLst>
        </pc:spChg>
        <pc:picChg chg="mod">
          <ac:chgData name="João Flavio Diniz" userId="dedd31532088e5ff" providerId="LiveId" clId="{6BF56859-03AB-4981-9AE7-9700B710200A}" dt="2025-04-14T20:01:19.993" v="548" actId="1076"/>
          <ac:picMkLst>
            <pc:docMk/>
            <pc:sldMk cId="514838909" sldId="706"/>
            <ac:picMk id="8196" creationId="{B282FED7-CD0D-3613-1532-DBE61A25C02B}"/>
          </ac:picMkLst>
        </pc:picChg>
        <pc:picChg chg="add mod">
          <ac:chgData name="João Flavio Diniz" userId="dedd31532088e5ff" providerId="LiveId" clId="{6BF56859-03AB-4981-9AE7-9700B710200A}" dt="2025-04-14T23:50:16.156" v="1164" actId="167"/>
          <ac:picMkLst>
            <pc:docMk/>
            <pc:sldMk cId="514838909" sldId="706"/>
            <ac:picMk id="9218" creationId="{3100B370-C670-BC1D-AC3E-39329C659914}"/>
          </ac:picMkLst>
        </pc:picChg>
      </pc:sldChg>
      <pc:sldChg chg="modSp add del mod">
        <pc:chgData name="João Flavio Diniz" userId="dedd31532088e5ff" providerId="LiveId" clId="{6BF56859-03AB-4981-9AE7-9700B710200A}" dt="2025-04-14T20:28:26.025" v="1061" actId="47"/>
        <pc:sldMkLst>
          <pc:docMk/>
          <pc:sldMk cId="249846311" sldId="707"/>
        </pc:sldMkLst>
        <pc:spChg chg="mod">
          <ac:chgData name="João Flavio Diniz" userId="dedd31532088e5ff" providerId="LiveId" clId="{6BF56859-03AB-4981-9AE7-9700B710200A}" dt="2025-04-14T20:18:48.633" v="835" actId="20577"/>
          <ac:spMkLst>
            <pc:docMk/>
            <pc:sldMk cId="249846311" sldId="707"/>
            <ac:spMk id="4" creationId="{04E19683-509B-3CE2-8DB4-3496F550058A}"/>
          </ac:spMkLst>
        </pc:spChg>
      </pc:sldChg>
      <pc:sldChg chg="modSp add mod modAnim">
        <pc:chgData name="João Flavio Diniz" userId="dedd31532088e5ff" providerId="LiveId" clId="{6BF56859-03AB-4981-9AE7-9700B710200A}" dt="2025-04-14T23:51:12.755" v="1168"/>
        <pc:sldMkLst>
          <pc:docMk/>
          <pc:sldMk cId="1044816931" sldId="708"/>
        </pc:sldMkLst>
        <pc:spChg chg="mod">
          <ac:chgData name="João Flavio Diniz" userId="dedd31532088e5ff" providerId="LiveId" clId="{6BF56859-03AB-4981-9AE7-9700B710200A}" dt="2025-04-14T23:50:45.259" v="1167" actId="1076"/>
          <ac:spMkLst>
            <pc:docMk/>
            <pc:sldMk cId="1044816931" sldId="708"/>
            <ac:spMk id="4" creationId="{758CC25B-CB59-C47F-E517-B2E134760AD9}"/>
          </ac:spMkLst>
        </pc:spChg>
      </pc:sldChg>
      <pc:sldChg chg="modSp add mod modAnim">
        <pc:chgData name="João Flavio Diniz" userId="dedd31532088e5ff" providerId="LiveId" clId="{6BF56859-03AB-4981-9AE7-9700B710200A}" dt="2025-04-14T23:51:22.005" v="1169"/>
        <pc:sldMkLst>
          <pc:docMk/>
          <pc:sldMk cId="81734672" sldId="709"/>
        </pc:sldMkLst>
        <pc:spChg chg="mod">
          <ac:chgData name="João Flavio Diniz" userId="dedd31532088e5ff" providerId="LiveId" clId="{6BF56859-03AB-4981-9AE7-9700B710200A}" dt="2025-04-14T20:25:30.530" v="997" actId="20577"/>
          <ac:spMkLst>
            <pc:docMk/>
            <pc:sldMk cId="81734672" sldId="709"/>
            <ac:spMk id="4" creationId="{3FE20B03-1CE8-2817-A685-17D68B8F310D}"/>
          </ac:spMkLst>
        </pc:spChg>
      </pc:sldChg>
      <pc:sldChg chg="modSp add mod modAnim">
        <pc:chgData name="João Flavio Diniz" userId="dedd31532088e5ff" providerId="LiveId" clId="{6BF56859-03AB-4981-9AE7-9700B710200A}" dt="2025-04-14T23:51:29.008" v="1170"/>
        <pc:sldMkLst>
          <pc:docMk/>
          <pc:sldMk cId="2013747229" sldId="710"/>
        </pc:sldMkLst>
        <pc:spChg chg="mod">
          <ac:chgData name="João Flavio Diniz" userId="dedd31532088e5ff" providerId="LiveId" clId="{6BF56859-03AB-4981-9AE7-9700B710200A}" dt="2025-04-14T20:27:45.027" v="1060" actId="20577"/>
          <ac:spMkLst>
            <pc:docMk/>
            <pc:sldMk cId="2013747229" sldId="710"/>
            <ac:spMk id="4" creationId="{9D3DA61A-0886-D04D-5E15-A5C51A59391B}"/>
          </ac:spMkLst>
        </pc:spChg>
      </pc:sldChg>
      <pc:sldChg chg="addSp modSp add mod modAnim">
        <pc:chgData name="João Flavio Diniz" userId="dedd31532088e5ff" providerId="LiveId" clId="{6BF56859-03AB-4981-9AE7-9700B710200A}" dt="2025-04-14T23:51:46.560" v="1172"/>
        <pc:sldMkLst>
          <pc:docMk/>
          <pc:sldMk cId="300466224" sldId="711"/>
        </pc:sldMkLst>
        <pc:spChg chg="mod">
          <ac:chgData name="João Flavio Diniz" userId="dedd31532088e5ff" providerId="LiveId" clId="{6BF56859-03AB-4981-9AE7-9700B710200A}" dt="2025-04-14T20:37:49.007" v="1132" actId="6549"/>
          <ac:spMkLst>
            <pc:docMk/>
            <pc:sldMk cId="300466224" sldId="711"/>
            <ac:spMk id="4" creationId="{3F7693B6-0925-FC9F-55AD-93E943F93EF3}"/>
          </ac:spMkLst>
        </pc:spChg>
        <pc:spChg chg="add">
          <ac:chgData name="João Flavio Diniz" userId="dedd31532088e5ff" providerId="LiveId" clId="{6BF56859-03AB-4981-9AE7-9700B710200A}" dt="2025-04-14T20:35:08.923" v="1064"/>
          <ac:spMkLst>
            <pc:docMk/>
            <pc:sldMk cId="300466224" sldId="711"/>
            <ac:spMk id="5" creationId="{68042EDC-BC7C-4AA1-D623-895106E21A2D}"/>
          </ac:spMkLst>
        </pc:spChg>
        <pc:spChg chg="add">
          <ac:chgData name="João Flavio Diniz" userId="dedd31532088e5ff" providerId="LiveId" clId="{6BF56859-03AB-4981-9AE7-9700B710200A}" dt="2025-04-14T20:35:13.252" v="1066"/>
          <ac:spMkLst>
            <pc:docMk/>
            <pc:sldMk cId="300466224" sldId="711"/>
            <ac:spMk id="6" creationId="{351CA8A7-3118-0061-1221-71EC595B1A6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27096-EACA-43C0-B7CC-D127669E6603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3AD6A2-5BAB-487C-B7A4-B8FC25E60C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9297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A069F09-2A9A-4C2C-AED9-01637236E7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005205" y="10517696"/>
            <a:ext cx="4623943" cy="276999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EB245F1-6BA8-4D96-8399-BA42C1CB08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835394" y="10517696"/>
            <a:ext cx="6433312" cy="276999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26CD214-4633-4E1A-AFBE-D7EF99F5BF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4474953" y="10517696"/>
            <a:ext cx="4623943" cy="276999"/>
          </a:xfrm>
          <a:ln/>
        </p:spPr>
        <p:txBody>
          <a:bodyPr/>
          <a:lstStyle>
            <a:lvl1pPr>
              <a:defRPr/>
            </a:lvl1pPr>
          </a:lstStyle>
          <a:p>
            <a:fld id="{BC4E210C-2BE8-429E-87C2-7DA18DCE035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35473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otvs.com/blog/inovacoes/como-usar-o-chatgpt/" TargetMode="Externa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.senai.br/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06190" y="4825978"/>
              <a:ext cx="6492240" cy="1656714"/>
            </a:xfrm>
            <a:custGeom>
              <a:avLst/>
              <a:gdLst/>
              <a:ahLst/>
              <a:cxnLst/>
              <a:rect l="l" t="t" r="r" b="b"/>
              <a:pathLst>
                <a:path w="6492240" h="1656714">
                  <a:moveTo>
                    <a:pt x="6491833" y="0"/>
                  </a:moveTo>
                  <a:lnTo>
                    <a:pt x="0" y="0"/>
                  </a:lnTo>
                  <a:lnTo>
                    <a:pt x="0" y="1656609"/>
                  </a:lnTo>
                  <a:lnTo>
                    <a:pt x="6491833" y="1656609"/>
                  </a:lnTo>
                  <a:lnTo>
                    <a:pt x="6491833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6806069" y="5037842"/>
              <a:ext cx="6492240" cy="1230630"/>
            </a:xfrm>
            <a:custGeom>
              <a:avLst/>
              <a:gdLst/>
              <a:ahLst/>
              <a:cxnLst/>
              <a:rect l="l" t="t" r="r" b="b"/>
              <a:pathLst>
                <a:path w="6492240" h="1230629">
                  <a:moveTo>
                    <a:pt x="348691" y="1161948"/>
                  </a:moveTo>
                  <a:lnTo>
                    <a:pt x="0" y="1161948"/>
                  </a:lnTo>
                  <a:lnTo>
                    <a:pt x="0" y="1205585"/>
                  </a:lnTo>
                  <a:lnTo>
                    <a:pt x="348691" y="1205585"/>
                  </a:lnTo>
                  <a:lnTo>
                    <a:pt x="348691" y="1161948"/>
                  </a:lnTo>
                  <a:close/>
                </a:path>
                <a:path w="6492240" h="1230629">
                  <a:moveTo>
                    <a:pt x="348691" y="882891"/>
                  </a:moveTo>
                  <a:lnTo>
                    <a:pt x="0" y="882891"/>
                  </a:lnTo>
                  <a:lnTo>
                    <a:pt x="0" y="926490"/>
                  </a:lnTo>
                  <a:lnTo>
                    <a:pt x="348691" y="926490"/>
                  </a:lnTo>
                  <a:lnTo>
                    <a:pt x="348691" y="882891"/>
                  </a:lnTo>
                  <a:close/>
                </a:path>
                <a:path w="6492240" h="1230629">
                  <a:moveTo>
                    <a:pt x="348691" y="593369"/>
                  </a:moveTo>
                  <a:lnTo>
                    <a:pt x="0" y="593369"/>
                  </a:lnTo>
                  <a:lnTo>
                    <a:pt x="0" y="636981"/>
                  </a:lnTo>
                  <a:lnTo>
                    <a:pt x="348691" y="636981"/>
                  </a:lnTo>
                  <a:lnTo>
                    <a:pt x="348691" y="593369"/>
                  </a:lnTo>
                  <a:close/>
                </a:path>
                <a:path w="6492240" h="1230629">
                  <a:moveTo>
                    <a:pt x="348691" y="307733"/>
                  </a:moveTo>
                  <a:lnTo>
                    <a:pt x="0" y="307733"/>
                  </a:lnTo>
                  <a:lnTo>
                    <a:pt x="0" y="351409"/>
                  </a:lnTo>
                  <a:lnTo>
                    <a:pt x="348691" y="351409"/>
                  </a:lnTo>
                  <a:lnTo>
                    <a:pt x="348691" y="307733"/>
                  </a:lnTo>
                  <a:close/>
                </a:path>
                <a:path w="6492240" h="1230629">
                  <a:moveTo>
                    <a:pt x="348691" y="29514"/>
                  </a:moveTo>
                  <a:lnTo>
                    <a:pt x="0" y="29514"/>
                  </a:lnTo>
                  <a:lnTo>
                    <a:pt x="0" y="73126"/>
                  </a:lnTo>
                  <a:lnTo>
                    <a:pt x="348691" y="73126"/>
                  </a:lnTo>
                  <a:lnTo>
                    <a:pt x="348691" y="29514"/>
                  </a:lnTo>
                  <a:close/>
                </a:path>
                <a:path w="6492240" h="1230629">
                  <a:moveTo>
                    <a:pt x="1597647" y="267804"/>
                  </a:moveTo>
                  <a:lnTo>
                    <a:pt x="1594929" y="229044"/>
                  </a:lnTo>
                  <a:lnTo>
                    <a:pt x="1584706" y="183756"/>
                  </a:lnTo>
                  <a:lnTo>
                    <a:pt x="1568704" y="148564"/>
                  </a:lnTo>
                  <a:lnTo>
                    <a:pt x="1520291" y="90868"/>
                  </a:lnTo>
                  <a:lnTo>
                    <a:pt x="1488935" y="67945"/>
                  </a:lnTo>
                  <a:lnTo>
                    <a:pt x="1453540" y="48729"/>
                  </a:lnTo>
                  <a:lnTo>
                    <a:pt x="1414627" y="33020"/>
                  </a:lnTo>
                  <a:lnTo>
                    <a:pt x="1372730" y="20599"/>
                  </a:lnTo>
                  <a:lnTo>
                    <a:pt x="1328381" y="11290"/>
                  </a:lnTo>
                  <a:lnTo>
                    <a:pt x="1282115" y="4889"/>
                  </a:lnTo>
                  <a:lnTo>
                    <a:pt x="1234465" y="1193"/>
                  </a:lnTo>
                  <a:lnTo>
                    <a:pt x="1185964" y="0"/>
                  </a:lnTo>
                  <a:lnTo>
                    <a:pt x="1139520" y="927"/>
                  </a:lnTo>
                  <a:lnTo>
                    <a:pt x="1093025" y="3848"/>
                  </a:lnTo>
                  <a:lnTo>
                    <a:pt x="1046784" y="8940"/>
                  </a:lnTo>
                  <a:lnTo>
                    <a:pt x="1001102" y="16383"/>
                  </a:lnTo>
                  <a:lnTo>
                    <a:pt x="956259" y="26377"/>
                  </a:lnTo>
                  <a:lnTo>
                    <a:pt x="912571" y="39090"/>
                  </a:lnTo>
                  <a:lnTo>
                    <a:pt x="870331" y="54711"/>
                  </a:lnTo>
                  <a:lnTo>
                    <a:pt x="829830" y="73418"/>
                  </a:lnTo>
                  <a:lnTo>
                    <a:pt x="791387" y="95415"/>
                  </a:lnTo>
                  <a:lnTo>
                    <a:pt x="755281" y="120878"/>
                  </a:lnTo>
                  <a:lnTo>
                    <a:pt x="721817" y="149974"/>
                  </a:lnTo>
                  <a:lnTo>
                    <a:pt x="691299" y="182918"/>
                  </a:lnTo>
                  <a:lnTo>
                    <a:pt x="664019" y="219862"/>
                  </a:lnTo>
                  <a:lnTo>
                    <a:pt x="640270" y="261010"/>
                  </a:lnTo>
                  <a:lnTo>
                    <a:pt x="620369" y="306552"/>
                  </a:lnTo>
                  <a:lnTo>
                    <a:pt x="604596" y="356666"/>
                  </a:lnTo>
                  <a:lnTo>
                    <a:pt x="596900" y="410032"/>
                  </a:lnTo>
                  <a:lnTo>
                    <a:pt x="597052" y="460375"/>
                  </a:lnTo>
                  <a:lnTo>
                    <a:pt x="605218" y="507060"/>
                  </a:lnTo>
                  <a:lnTo>
                    <a:pt x="621588" y="549465"/>
                  </a:lnTo>
                  <a:lnTo>
                    <a:pt x="646328" y="586930"/>
                  </a:lnTo>
                  <a:lnTo>
                    <a:pt x="679602" y="618871"/>
                  </a:lnTo>
                  <a:lnTo>
                    <a:pt x="721588" y="644626"/>
                  </a:lnTo>
                  <a:lnTo>
                    <a:pt x="775487" y="668210"/>
                  </a:lnTo>
                  <a:lnTo>
                    <a:pt x="829157" y="687501"/>
                  </a:lnTo>
                  <a:lnTo>
                    <a:pt x="881773" y="703440"/>
                  </a:lnTo>
                  <a:lnTo>
                    <a:pt x="932522" y="716953"/>
                  </a:lnTo>
                  <a:lnTo>
                    <a:pt x="1025131" y="740435"/>
                  </a:lnTo>
                  <a:lnTo>
                    <a:pt x="1065352" y="752271"/>
                  </a:lnTo>
                  <a:lnTo>
                    <a:pt x="1129538" y="780821"/>
                  </a:lnTo>
                  <a:lnTo>
                    <a:pt x="1166558" y="822058"/>
                  </a:lnTo>
                  <a:lnTo>
                    <a:pt x="1172845" y="849782"/>
                  </a:lnTo>
                  <a:lnTo>
                    <a:pt x="1169873" y="883488"/>
                  </a:lnTo>
                  <a:lnTo>
                    <a:pt x="1150251" y="925880"/>
                  </a:lnTo>
                  <a:lnTo>
                    <a:pt x="1115136" y="958862"/>
                  </a:lnTo>
                  <a:lnTo>
                    <a:pt x="1070140" y="982408"/>
                  </a:lnTo>
                  <a:lnTo>
                    <a:pt x="1020876" y="996530"/>
                  </a:lnTo>
                  <a:lnTo>
                    <a:pt x="972985" y="1001242"/>
                  </a:lnTo>
                  <a:lnTo>
                    <a:pt x="918387" y="996238"/>
                  </a:lnTo>
                  <a:lnTo>
                    <a:pt x="873213" y="981430"/>
                  </a:lnTo>
                  <a:lnTo>
                    <a:pt x="838695" y="957072"/>
                  </a:lnTo>
                  <a:lnTo>
                    <a:pt x="816089" y="923455"/>
                  </a:lnTo>
                  <a:lnTo>
                    <a:pt x="806640" y="880833"/>
                  </a:lnTo>
                  <a:lnTo>
                    <a:pt x="811580" y="829500"/>
                  </a:lnTo>
                  <a:lnTo>
                    <a:pt x="484365" y="829500"/>
                  </a:lnTo>
                  <a:lnTo>
                    <a:pt x="476148" y="883615"/>
                  </a:lnTo>
                  <a:lnTo>
                    <a:pt x="473621" y="932954"/>
                  </a:lnTo>
                  <a:lnTo>
                    <a:pt x="476516" y="977696"/>
                  </a:lnTo>
                  <a:lnTo>
                    <a:pt x="484517" y="1018032"/>
                  </a:lnTo>
                  <a:lnTo>
                    <a:pt x="497332" y="1054163"/>
                  </a:lnTo>
                  <a:lnTo>
                    <a:pt x="536282" y="1114577"/>
                  </a:lnTo>
                  <a:lnTo>
                    <a:pt x="591019" y="1160513"/>
                  </a:lnTo>
                  <a:lnTo>
                    <a:pt x="659218" y="1193520"/>
                  </a:lnTo>
                  <a:lnTo>
                    <a:pt x="697623" y="1205674"/>
                  </a:lnTo>
                  <a:lnTo>
                    <a:pt x="738530" y="1215174"/>
                  </a:lnTo>
                  <a:lnTo>
                    <a:pt x="781634" y="1222222"/>
                  </a:lnTo>
                  <a:lnTo>
                    <a:pt x="826643" y="1227010"/>
                  </a:lnTo>
                  <a:lnTo>
                    <a:pt x="873277" y="1229741"/>
                  </a:lnTo>
                  <a:lnTo>
                    <a:pt x="921219" y="1230617"/>
                  </a:lnTo>
                  <a:lnTo>
                    <a:pt x="972362" y="1229220"/>
                  </a:lnTo>
                  <a:lnTo>
                    <a:pt x="1023124" y="1225054"/>
                  </a:lnTo>
                  <a:lnTo>
                    <a:pt x="1073188" y="1218069"/>
                  </a:lnTo>
                  <a:lnTo>
                    <a:pt x="1122248" y="1208278"/>
                  </a:lnTo>
                  <a:lnTo>
                    <a:pt x="1169987" y="1195628"/>
                  </a:lnTo>
                  <a:lnTo>
                    <a:pt x="1216088" y="1180134"/>
                  </a:lnTo>
                  <a:lnTo>
                    <a:pt x="1260233" y="1161757"/>
                  </a:lnTo>
                  <a:lnTo>
                    <a:pt x="1302118" y="1140472"/>
                  </a:lnTo>
                  <a:lnTo>
                    <a:pt x="1341412" y="1116291"/>
                  </a:lnTo>
                  <a:lnTo>
                    <a:pt x="1377810" y="1089164"/>
                  </a:lnTo>
                  <a:lnTo>
                    <a:pt x="1411008" y="1059091"/>
                  </a:lnTo>
                  <a:lnTo>
                    <a:pt x="1440675" y="1026045"/>
                  </a:lnTo>
                  <a:lnTo>
                    <a:pt x="1458455" y="1001242"/>
                  </a:lnTo>
                  <a:lnTo>
                    <a:pt x="1466494" y="990028"/>
                  </a:lnTo>
                  <a:lnTo>
                    <a:pt x="1488173" y="950988"/>
                  </a:lnTo>
                  <a:lnTo>
                    <a:pt x="1505369" y="908926"/>
                  </a:lnTo>
                  <a:lnTo>
                    <a:pt x="1517789" y="863828"/>
                  </a:lnTo>
                  <a:lnTo>
                    <a:pt x="1526463" y="807440"/>
                  </a:lnTo>
                  <a:lnTo>
                    <a:pt x="1527556" y="757580"/>
                  </a:lnTo>
                  <a:lnTo>
                    <a:pt x="1521739" y="713778"/>
                  </a:lnTo>
                  <a:lnTo>
                    <a:pt x="1509649" y="675538"/>
                  </a:lnTo>
                  <a:lnTo>
                    <a:pt x="1469301" y="613803"/>
                  </a:lnTo>
                  <a:lnTo>
                    <a:pt x="1411757" y="568528"/>
                  </a:lnTo>
                  <a:lnTo>
                    <a:pt x="1342263" y="535825"/>
                  </a:lnTo>
                  <a:lnTo>
                    <a:pt x="1304671" y="522973"/>
                  </a:lnTo>
                  <a:lnTo>
                    <a:pt x="1266063" y="511822"/>
                  </a:lnTo>
                  <a:lnTo>
                    <a:pt x="1227086" y="501878"/>
                  </a:lnTo>
                  <a:lnTo>
                    <a:pt x="1150658" y="483654"/>
                  </a:lnTo>
                  <a:lnTo>
                    <a:pt x="1114513" y="474421"/>
                  </a:lnTo>
                  <a:lnTo>
                    <a:pt x="1064463" y="459676"/>
                  </a:lnTo>
                  <a:lnTo>
                    <a:pt x="1016800" y="441147"/>
                  </a:lnTo>
                  <a:lnTo>
                    <a:pt x="977925" y="416255"/>
                  </a:lnTo>
                  <a:lnTo>
                    <a:pt x="954265" y="382409"/>
                  </a:lnTo>
                  <a:lnTo>
                    <a:pt x="952258" y="337007"/>
                  </a:lnTo>
                  <a:lnTo>
                    <a:pt x="972540" y="295287"/>
                  </a:lnTo>
                  <a:lnTo>
                    <a:pt x="1010564" y="260934"/>
                  </a:lnTo>
                  <a:lnTo>
                    <a:pt x="1060335" y="237629"/>
                  </a:lnTo>
                  <a:lnTo>
                    <a:pt x="1115885" y="229044"/>
                  </a:lnTo>
                  <a:lnTo>
                    <a:pt x="1154633" y="231470"/>
                  </a:lnTo>
                  <a:lnTo>
                    <a:pt x="1213764" y="250469"/>
                  </a:lnTo>
                  <a:lnTo>
                    <a:pt x="1248956" y="286981"/>
                  </a:lnTo>
                  <a:lnTo>
                    <a:pt x="1259357" y="339166"/>
                  </a:lnTo>
                  <a:lnTo>
                    <a:pt x="1254417" y="371386"/>
                  </a:lnTo>
                  <a:lnTo>
                    <a:pt x="1581594" y="371386"/>
                  </a:lnTo>
                  <a:lnTo>
                    <a:pt x="1593507" y="317055"/>
                  </a:lnTo>
                  <a:lnTo>
                    <a:pt x="1597647" y="267804"/>
                  </a:lnTo>
                  <a:close/>
                </a:path>
                <a:path w="6492240" h="1230629">
                  <a:moveTo>
                    <a:pt x="2779204" y="24511"/>
                  </a:moveTo>
                  <a:lnTo>
                    <a:pt x="1879384" y="24511"/>
                  </a:lnTo>
                  <a:lnTo>
                    <a:pt x="1628279" y="1205801"/>
                  </a:lnTo>
                  <a:lnTo>
                    <a:pt x="2528112" y="1205801"/>
                  </a:lnTo>
                  <a:lnTo>
                    <a:pt x="2576906" y="976693"/>
                  </a:lnTo>
                  <a:lnTo>
                    <a:pt x="2004250" y="976693"/>
                  </a:lnTo>
                  <a:lnTo>
                    <a:pt x="2057425" y="726376"/>
                  </a:lnTo>
                  <a:lnTo>
                    <a:pt x="2584246" y="726376"/>
                  </a:lnTo>
                  <a:lnTo>
                    <a:pt x="2632786" y="497420"/>
                  </a:lnTo>
                  <a:lnTo>
                    <a:pt x="2105964" y="497420"/>
                  </a:lnTo>
                  <a:lnTo>
                    <a:pt x="2157768" y="253555"/>
                  </a:lnTo>
                  <a:lnTo>
                    <a:pt x="2730411" y="253555"/>
                  </a:lnTo>
                  <a:lnTo>
                    <a:pt x="2779204" y="24511"/>
                  </a:lnTo>
                  <a:close/>
                </a:path>
                <a:path w="6492240" h="1230629">
                  <a:moveTo>
                    <a:pt x="4115854" y="24511"/>
                  </a:moveTo>
                  <a:lnTo>
                    <a:pt x="3821379" y="24511"/>
                  </a:lnTo>
                  <a:lnTo>
                    <a:pt x="3634879" y="901433"/>
                  </a:lnTo>
                  <a:lnTo>
                    <a:pt x="3631057" y="904773"/>
                  </a:lnTo>
                  <a:lnTo>
                    <a:pt x="3487813" y="301078"/>
                  </a:lnTo>
                  <a:lnTo>
                    <a:pt x="3422192" y="24511"/>
                  </a:lnTo>
                  <a:lnTo>
                    <a:pt x="2964078" y="24511"/>
                  </a:lnTo>
                  <a:lnTo>
                    <a:pt x="2712948" y="1205801"/>
                  </a:lnTo>
                  <a:lnTo>
                    <a:pt x="3007461" y="1205801"/>
                  </a:lnTo>
                  <a:lnTo>
                    <a:pt x="3199714" y="301078"/>
                  </a:lnTo>
                  <a:lnTo>
                    <a:pt x="3202978" y="301078"/>
                  </a:lnTo>
                  <a:lnTo>
                    <a:pt x="3411550" y="1205801"/>
                  </a:lnTo>
                  <a:lnTo>
                    <a:pt x="3864762" y="1205801"/>
                  </a:lnTo>
                  <a:lnTo>
                    <a:pt x="3928745" y="904773"/>
                  </a:lnTo>
                  <a:lnTo>
                    <a:pt x="4115854" y="24511"/>
                  </a:lnTo>
                  <a:close/>
                </a:path>
                <a:path w="6492240" h="1230629">
                  <a:moveTo>
                    <a:pt x="5317591" y="1205801"/>
                  </a:moveTo>
                  <a:lnTo>
                    <a:pt x="5275567" y="975106"/>
                  </a:lnTo>
                  <a:lnTo>
                    <a:pt x="5233860" y="746061"/>
                  </a:lnTo>
                  <a:lnTo>
                    <a:pt x="5144465" y="255181"/>
                  </a:lnTo>
                  <a:lnTo>
                    <a:pt x="5102453" y="24511"/>
                  </a:lnTo>
                  <a:lnTo>
                    <a:pt x="4886769" y="24511"/>
                  </a:lnTo>
                  <a:lnTo>
                    <a:pt x="4886769" y="746061"/>
                  </a:lnTo>
                  <a:lnTo>
                    <a:pt x="4571009" y="746061"/>
                  </a:lnTo>
                  <a:lnTo>
                    <a:pt x="4835753" y="255181"/>
                  </a:lnTo>
                  <a:lnTo>
                    <a:pt x="4840643" y="255181"/>
                  </a:lnTo>
                  <a:lnTo>
                    <a:pt x="4886769" y="746061"/>
                  </a:lnTo>
                  <a:lnTo>
                    <a:pt x="4886769" y="24511"/>
                  </a:lnTo>
                  <a:lnTo>
                    <a:pt x="4703229" y="24511"/>
                  </a:lnTo>
                  <a:lnTo>
                    <a:pt x="3985780" y="1205801"/>
                  </a:lnTo>
                  <a:lnTo>
                    <a:pt x="4313047" y="1205801"/>
                  </a:lnTo>
                  <a:lnTo>
                    <a:pt x="4439005" y="975106"/>
                  </a:lnTo>
                  <a:lnTo>
                    <a:pt x="4918392" y="975106"/>
                  </a:lnTo>
                  <a:lnTo>
                    <a:pt x="4947831" y="1205801"/>
                  </a:lnTo>
                  <a:lnTo>
                    <a:pt x="5317591" y="1205801"/>
                  </a:lnTo>
                  <a:close/>
                </a:path>
                <a:path w="6492240" h="1230629">
                  <a:moveTo>
                    <a:pt x="6020232" y="24511"/>
                  </a:moveTo>
                  <a:lnTo>
                    <a:pt x="5693041" y="24511"/>
                  </a:lnTo>
                  <a:lnTo>
                    <a:pt x="5441874" y="1205801"/>
                  </a:lnTo>
                  <a:lnTo>
                    <a:pt x="5769140" y="1205801"/>
                  </a:lnTo>
                  <a:lnTo>
                    <a:pt x="6020232" y="24511"/>
                  </a:lnTo>
                  <a:close/>
                </a:path>
                <a:path w="6492240" h="1230629">
                  <a:moveTo>
                    <a:pt x="6491808" y="1161948"/>
                  </a:moveTo>
                  <a:lnTo>
                    <a:pt x="6143117" y="1161948"/>
                  </a:lnTo>
                  <a:lnTo>
                    <a:pt x="6143117" y="1205585"/>
                  </a:lnTo>
                  <a:lnTo>
                    <a:pt x="6491808" y="1205585"/>
                  </a:lnTo>
                  <a:lnTo>
                    <a:pt x="6491808" y="1161948"/>
                  </a:lnTo>
                  <a:close/>
                </a:path>
                <a:path w="6492240" h="1230629">
                  <a:moveTo>
                    <a:pt x="6491808" y="882891"/>
                  </a:moveTo>
                  <a:lnTo>
                    <a:pt x="6143117" y="882891"/>
                  </a:lnTo>
                  <a:lnTo>
                    <a:pt x="6143117" y="926490"/>
                  </a:lnTo>
                  <a:lnTo>
                    <a:pt x="6491808" y="926490"/>
                  </a:lnTo>
                  <a:lnTo>
                    <a:pt x="6491808" y="882891"/>
                  </a:lnTo>
                  <a:close/>
                </a:path>
                <a:path w="6492240" h="1230629">
                  <a:moveTo>
                    <a:pt x="6491808" y="593369"/>
                  </a:moveTo>
                  <a:lnTo>
                    <a:pt x="6143117" y="593369"/>
                  </a:lnTo>
                  <a:lnTo>
                    <a:pt x="6143117" y="636981"/>
                  </a:lnTo>
                  <a:lnTo>
                    <a:pt x="6491808" y="636981"/>
                  </a:lnTo>
                  <a:lnTo>
                    <a:pt x="6491808" y="593369"/>
                  </a:lnTo>
                  <a:close/>
                </a:path>
                <a:path w="6492240" h="1230629">
                  <a:moveTo>
                    <a:pt x="6491808" y="307733"/>
                  </a:moveTo>
                  <a:lnTo>
                    <a:pt x="6143117" y="307733"/>
                  </a:lnTo>
                  <a:lnTo>
                    <a:pt x="6143117" y="351409"/>
                  </a:lnTo>
                  <a:lnTo>
                    <a:pt x="6491808" y="351409"/>
                  </a:lnTo>
                  <a:lnTo>
                    <a:pt x="6491808" y="307733"/>
                  </a:lnTo>
                  <a:close/>
                </a:path>
                <a:path w="6492240" h="1230629">
                  <a:moveTo>
                    <a:pt x="6491808" y="29514"/>
                  </a:moveTo>
                  <a:lnTo>
                    <a:pt x="6143117" y="29514"/>
                  </a:lnTo>
                  <a:lnTo>
                    <a:pt x="6143117" y="73126"/>
                  </a:lnTo>
                  <a:lnTo>
                    <a:pt x="6491808" y="73126"/>
                  </a:lnTo>
                  <a:lnTo>
                    <a:pt x="6491808" y="295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cnologias digitais: o que são, importância e exemplos - TOTVS">
            <a:extLst>
              <a:ext uri="{FF2B5EF4-FFF2-40B4-BE49-F238E27FC236}">
                <a16:creationId xmlns:a16="http://schemas.microsoft.com/office/drawing/2014/main" id="{BE4305CE-3724-EFF0-2FA7-678E63A140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79"/>
          <a:stretch/>
        </p:blipFill>
        <p:spPr bwMode="auto">
          <a:xfrm>
            <a:off x="-22255" y="-25156"/>
            <a:ext cx="15386110" cy="11176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1026">
            <a:extLst>
              <a:ext uri="{FF2B5EF4-FFF2-40B4-BE49-F238E27FC236}">
                <a16:creationId xmlns:a16="http://schemas.microsoft.com/office/drawing/2014/main" id="{45958694-2D82-4EE5-B453-53FF62EBE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422" y="9528505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E1596CE5-E787-4D67-9C3F-E6581A3BF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1BC4DBF7-35E8-4996-80B1-C44CBDD5C415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A3086669-A515-48BD-A9B2-BEB118786494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8B34F764-C73D-4B3F-933C-9D834C8AF1FC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68D84FF0-936D-4227-8775-A73D5E03AC2C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A21911F4-2594-47C9-93C6-8F44DE5459A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749B7C1D-9AC9-4DDD-844D-BB7BAFF050B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3BDBAECB-E2A9-444A-ADF7-C1E6771434AC}"/>
              </a:ext>
            </a:extLst>
          </p:cNvPr>
          <p:cNvGrpSpPr/>
          <p:nvPr/>
        </p:nvGrpSpPr>
        <p:grpSpPr>
          <a:xfrm>
            <a:off x="15730334" y="674259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62B6FB66-6FB0-484D-874F-388D8AFD4A3C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9BF1F7D0-93AF-4D22-853F-61CE8489A58C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68F83964-9FFF-4725-89E8-158C24B96DF6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36B01510-1420-4FE2-9BB3-0DB8532202B6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1C0EAB42-F2F7-4FBA-8B7A-A471351859D9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E1B18BF1-66BD-4EB8-9E1F-28A08AA899C7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96001BDC-5C8A-4DE3-9196-C0373BFFA200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B21B8C5C-4D31-45C1-A027-C243F924D44E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96B0FEE2-52B7-47F3-8D9C-25F794E66AD6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D4C0FFEF-E481-4D95-A0C8-6AA95C5D23C9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6F0BEB93-1635-4A91-BCB1-A7FDE24CCBFD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DFADA81B-5B5B-4F31-AEF5-353BA26BF843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83C4E7C6-4A71-4ABB-BA5F-232579E6C5DB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74FAC504-671E-4FC2-BD99-DCD4E5A19A03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E9896505-3490-48C5-82B9-3D835D2C6F1C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78617C2C-4116-4B2C-9B4F-72579B126885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00D38C9A-50EF-4276-9A1F-FE1910A6DBF6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D773B4AC-C0BB-4B3D-9856-57BCCB2D3081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FDD0C597-6680-4FA8-B676-9E2FBEFB9A6A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807C9DDE-0985-4BF2-8894-32BFFDB4808E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859FBC93-AF34-491B-89D9-B4B1E6BAA7E1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987843B2-5027-405C-816D-1068F0908155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0F7FF0F8-8741-4050-99A3-D9BC2CDC5948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94B3EC59-54D7-4DE2-AE82-626AE1B99C4C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CB9854A0-6B68-4416-8E42-A6D44939D8E5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2E5DCB75-88C6-458C-B7DD-60114690DAD8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2D63B1E2-4487-4EC1-8CD5-016487119451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38DB338F-44CA-472C-AEA6-373084316BB4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8614E041-1A02-4359-AFBE-8AD001B414EB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73F3F8B3-7399-467F-AC95-382DA201F158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9C649112-1E0F-4B79-BF12-40D392296043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42FB58EC-DEB5-4774-80E3-1BFFFB388FFE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0F8962F4-1DDA-4EE8-B3A6-24C2DDE4A629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4F5C1C19-614C-493B-B216-2A22EE7F7CA6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A0C9086D-833F-4F08-9672-E363D6C621B3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3B17ECC3-9B82-43F2-91E9-45EDEC0A8775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572EC846-8F63-4226-9547-18653D41004F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99B7526A-61A3-4414-9D70-F8BDB60FCF0A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BB29AE94-03D4-42B4-8AB8-B93BF2D013E2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6D5546F5-BC27-41A0-8F93-818F1C57B627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5C35DDB7-70A1-47B3-86CE-08BBBB2541F7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3C56A5F5-DF09-466F-94C3-39EB48CB220E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83A285B5-772F-4CD2-BF9A-662480E0F7E0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D8FA262A-4ECA-4372-9DAC-C779F004E994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6FA37C5C-3DB9-4D5E-AE31-F5AC9DB1A570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34A59812-F6FD-412B-825A-F92D66B6CC08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35AD6829-54CB-4D77-BDD6-9C72BC2AEFB2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2118D7C2-563C-4FB2-B407-6B5C3D0B3785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5BD5FA14-B68D-44C4-8D68-2D1F74B51289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A1C170B6-6550-4632-8698-2B5945F54E5E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594FF9A2-D63E-4059-9F58-C6BC504DF62D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329F79FC-A4E8-4FD9-850A-82B875B57FD4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EA9AAE96-99C3-4B92-96EF-F1445EB85A00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751799E1-C59B-4C00-B73B-394FB9DFECAE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23F41345-7B9C-4D99-A437-99726E69F849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6BFBEA6A-AF04-44F5-987F-B66285992957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4686E541-8B27-4A66-9CD7-F1485773F662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2CCA9E82-ABD8-439B-88FD-174A0B11EA10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BA212F47-5F95-44B2-8D62-F7F55A65EEA5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E5C1605E-E506-4A4D-95FA-41E48AE1D79D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C1E91E7D-355B-4C75-8500-DFE67FDF944E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62CBFFEF-F6B7-420E-9B6D-F686216176FF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6E0EF598-F92D-422D-AF8C-F8BA403B507A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1CB83891-81BF-459E-925E-08F25BEC350E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A007D2E9-48D2-40C7-987E-DC7A673EE70E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9D173-1CB5-5AC7-7498-FDFCA83E6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7">
            <a:extLst>
              <a:ext uri="{FF2B5EF4-FFF2-40B4-BE49-F238E27FC236}">
                <a16:creationId xmlns:a16="http://schemas.microsoft.com/office/drawing/2014/main" id="{F5D8C1AE-C579-F462-8B33-5EB293167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CA757D4A-C43B-D803-F757-81EC006CE550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1D7A2FA4-66F0-4F70-C616-A8AE72E0B79D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5A31F1E6-45B1-6F27-0AD0-B2B3296DD909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CF097FF9-7A9F-BC4D-903D-9F9A18B97A75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9" name="object 3">
            <a:extLst>
              <a:ext uri="{FF2B5EF4-FFF2-40B4-BE49-F238E27FC236}">
                <a16:creationId xmlns:a16="http://schemas.microsoft.com/office/drawing/2014/main" id="{CB5DD1CA-F4E4-1C90-DDF2-4EBAC4FE7FC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57DF6669-6FEF-C39F-74E8-8298AA6BC623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B5C8367C-8EC6-C955-44F6-06D35EF6DC91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3973D5D1-D67E-A94E-2AE8-A8E58314C6D8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1329B0BF-C203-F086-45D0-F022E6EE15F3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FFA26034-4C56-FEB6-1314-A431523CD1F6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E5E4E209-AD99-0612-1B01-AB2560FC111C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7A94BB2C-50BA-133A-25C0-DA62A5AE1721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FEDB3F8B-54C4-FE21-B1BF-895F17939AEC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CCE187A4-52E5-861B-5537-5E4D4FF8E79A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B1847D4D-4B79-A679-93C2-8F935D772C85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52F95B39-D5E9-0BA3-76F2-B94F0709AFF8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4F95D4F1-F64B-7A41-DBFD-EACB042A4944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C2E0D6DD-94B4-71AC-3C8B-CFEF2E2D6AE6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8516A046-D10C-3D89-E5B8-ED421BBDACBA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68F3B932-AC9D-2FBC-FFFD-E3DB6015ACE4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73EAC2BA-5D86-8397-95A0-59D49E86C231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75F0EFEE-32C4-F14A-D491-D999B1246CF5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8F34AC28-DE35-B4BC-0F04-6C32F4B2A850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EFBB0638-2D9B-DFB3-DBA5-0AD2151A7DE6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D81B961F-B684-144D-B1C3-676CAE6B55EA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C182B334-3C4D-ABCE-4FEF-6B6E924761E3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A1E0E8C2-50D0-AEE5-0524-69BAB361FC2C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795597ED-4A24-00D7-91D6-40EAE23B2CF2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C31DC746-6E5E-9F8A-F383-875B2D0A9C74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1071DB13-C5D8-9477-6CA2-21D8DB2EE5BA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CB5DBD2B-BF04-CE60-D3CD-D6ECC3DA9C53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A595DAEF-F9D8-1F70-7F17-58EBCAEFD17C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455F1E40-74E8-E705-A4E0-176DE2CF29F6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9C01DB9D-0EF5-DE75-1544-C5D77A1F28FD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506CA3EB-5888-705E-2B97-209E1D49517A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931AB0F2-C937-F3AE-194C-7310F14652DD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19A62B86-A9A6-1D13-1B22-B0A5C07EBACD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12C9913B-B559-A618-69B4-ECF95F6A5790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A1A4A85B-AA6C-C711-46C4-A99A6A4CA804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47776F5E-E222-7F7C-8022-FB3A73615168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23D938E4-1B81-FA9C-68E7-105624F2BA34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E7574170-38EA-C651-C10B-EBC608F463B3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710B1D8A-956B-ECC1-E6FC-F7A3DB3C2DEB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B3DD2DDF-CDAC-B650-6251-10F7B44BAFD2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5AA80A2C-39B3-F281-509A-D383B8BD08F2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D4902F30-9433-33DF-E35A-C4E94ACB10EC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555F5D0E-7DA9-435E-2C02-00774EDDE0DF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75F863B9-65EE-901D-70C0-0671B5004E63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4EF83022-7143-5C5C-69F2-B0B7E3A7BBF1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023E56BB-CC3D-DD40-D008-9255A2EAB0AD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9CB89BFF-B089-440E-9164-15F3D32A399E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4969B5D6-7F97-3E08-BFCA-F88F52B88CB0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D3FBA2A2-D347-A3C8-4E3A-218CA0F2BC8D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F0344F92-E4EE-E2E8-A4EC-FE99EAB84381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46AA17AE-8868-0025-7572-6FDBF3DCDDE7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2CFE5859-D6AB-F7BD-4412-DA180AE22E87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47D9A08E-912A-2432-A612-97A3AA4AA947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89F64E95-6017-26C2-F27B-FE099F059402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B8396A40-7A4A-0169-3B9E-F01F7614D3DF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6CB5FBC0-43DA-FDAF-56BB-4A2241A99909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54964144-948D-BCED-C778-A1D0A5F4F6AF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C579D9A7-B0DF-DAE6-A982-677ED382BAA4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1E7F907C-D8C2-A626-3E67-9A914DE99306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FA4B01D2-0EBD-B59F-8142-EFB0AE87C216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C7288CA3-F9BC-2C74-5E99-0F5D3DBE1202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77B422F5-32C0-6A95-E78C-7AAEF3672E0F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95FFA4C3-54B1-5B23-4CD5-25DC176A17DF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3CE1C367-8C53-5D02-C9ED-F6CECBAAA00C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ADF3EEE3-0ABB-1EA2-ADD4-00400A5D7307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F2B372AD-CC17-034D-50D4-41ECA640FE9F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C6AE82B3-B5C2-4340-D24D-108F420AF3BC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90DD0EEF-0A4E-96F7-4E70-BD0EAC3A26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D20DBD03-9F57-F475-BB11-35DF7CAE8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pic>
        <p:nvPicPr>
          <p:cNvPr id="1026" name="Picture 2" descr="Admirável mundo novo digital - NeoFeed">
            <a:extLst>
              <a:ext uri="{FF2B5EF4-FFF2-40B4-BE49-F238E27FC236}">
                <a16:creationId xmlns:a16="http://schemas.microsoft.com/office/drawing/2014/main" id="{9FD995DA-7414-E882-54C9-6DEBF16AD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3" y="226027"/>
            <a:ext cx="15154923" cy="10925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F047A7A3-7253-6C01-7165-0D4B19D2B73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98" name="Rectangle 1026">
            <a:extLst>
              <a:ext uri="{FF2B5EF4-FFF2-40B4-BE49-F238E27FC236}">
                <a16:creationId xmlns:a16="http://schemas.microsoft.com/office/drawing/2014/main" id="{C3111424-AB25-8E4E-24EF-2C41B1F7C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96950" y="805477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Bold" panose="00000900000000000000" pitchFamily="2" charset="0"/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9906FFA9-AE42-D3FE-73B0-1963E349B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06550" y="9613175"/>
            <a:ext cx="17957443" cy="1538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>
              <a:solidFill>
                <a:srgbClr val="FF0000"/>
              </a:solidFill>
            </a:endParaRPr>
          </a:p>
          <a:p>
            <a:pPr algn="ctr">
              <a:buNone/>
            </a:pPr>
            <a:r>
              <a:rPr lang="pt-BR" sz="4500" b="1" dirty="0">
                <a:solidFill>
                  <a:srgbClr val="FF0000"/>
                </a:solidFill>
                <a:latin typeface="Montserrat ExtraBold" panose="00000900000000000000" pitchFamily="2" charset="0"/>
              </a:rPr>
              <a:t>Como seria o mundo sem tecnologia digital?</a:t>
            </a:r>
          </a:p>
        </p:txBody>
      </p:sp>
    </p:spTree>
    <p:extLst>
      <p:ext uri="{BB962C8B-B14F-4D97-AF65-F5344CB8AC3E}">
        <p14:creationId xmlns:p14="http://schemas.microsoft.com/office/powerpoint/2010/main" val="3561192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AE47F-2537-460E-DE1D-8E4E0DD8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E777F6A4-9A47-4C1D-BA09-A31E8DBF8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E2202E15-BCA2-836C-12D4-E6677BFF4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6FFB5D8C-3CBB-24B2-BDFF-D02E277B3009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8B92F5EF-A516-7DD2-60AD-DBEA733AD741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366AE5CE-1594-D0F7-E726-F3C23D432058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C1629AC7-ED36-F544-7E27-565B1B1F04CE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88A58CDF-CBBA-20FB-68A4-F6E769238F0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DE9BE7DC-3619-BA4B-15D0-BBAB8F800A2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02B69654-FBD3-8AD7-E448-9C29735F2AD6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632E4D9D-5CB3-1A76-4140-40C886124F03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F007FE58-4F56-CDB3-E376-559182AFC6B3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842CF448-98CA-F862-5447-B058F2CB1F05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EB556C07-03A5-81ED-2656-8F91A608F496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971C4B9E-111C-C657-8088-0FED6D372061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F0D21BA0-C238-86E9-91AD-30A7086B6288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583D720F-A9B4-5BA1-34E3-E567886503C6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27470564-0256-55C7-B77E-DD2C20A2778C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D4286250-20A0-0DA0-3712-300131842402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5FFD2F49-F67C-111B-1935-F7B5C010DDB2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0BAC7FD6-0869-A8E4-5F14-2809026045C5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0AB3AE2E-9E38-B4AE-D408-94B491A6FA7F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D290026B-331A-2F22-D082-DF038EF3FD46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0C182024-BB50-4975-3093-49A873A20A3F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781193AA-3A9A-69A0-D2BC-92A6AB645D6F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0F4CCE6C-0484-A1B9-71F6-80576A3D1653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1C5361B6-1D81-A987-A6A7-1AF5B6059F03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98393036-A1AC-5E57-31D0-F95BC860A36B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3FB7DB91-56D0-B673-CE7D-D7921D7E7964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4F01BAA0-897E-E351-BA14-372C107BE284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73DE49B8-2411-B2D8-1155-C0DA7071A8A3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8F524F67-874A-2092-6816-D62A716E1A54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F8C3725C-247B-33F9-4607-4E54F35845AE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AC807EF0-090B-D553-F6D0-F43084A4B3BC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55B5282D-7C77-4FEC-A421-643521ACF634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56038AB9-A211-6E71-312A-05D0F0D08DA1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00347D51-D3E7-D9B4-3435-81F56EE74AFE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91F1C0AF-F264-8372-A386-1CE8E95CEDC6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44094C12-B573-05E2-D6B1-BF1301103595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892A3FB2-96F1-4C9B-EEDD-322086A06FE9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5D110826-12CB-B4DF-A237-5744566FAAEA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3197F0C5-A579-9638-BFCA-7A229A2B2877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6DDAF7D7-D7C0-7913-6723-20826479FF03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94CAA544-1685-B7BC-EF52-575717D3E0BF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EF7ED00B-C3F1-7360-3C74-27A48FD56F47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C9E432F4-C6FE-B0A4-CD09-5B562F29CE18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7B91F2F6-2B09-2B62-63BF-7F56424B60BD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8331C1EE-9860-D064-9D6B-71D7CF9DB4F4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CEBDD2C6-D721-FD3E-3DF1-EA0712ACB9B7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92D154CC-7AFE-0DA1-55E8-A9E756F9B93A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2249C588-BE75-4F6D-D201-477BA293EBD6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7DEBB805-9BE6-ADB8-B2B3-D13819A4D243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C941B591-6AEA-601B-70C2-E6148717165B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7C07BB53-78EE-063B-7750-55B5399047E4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E387CF47-D165-2C66-3E5C-DDB280ABB415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67E32932-B22E-CE58-78B0-92BEC7842C64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7433E53F-AE04-F34A-2E6B-681F01DEBD0A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46893765-F538-46DC-D7CF-1CA2B9683AC6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4B9E02F7-66E2-B3C2-8FEB-DD060F864EC2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307565E5-7F4A-0840-2960-DAAEB4185170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27FD3389-4AC3-90B0-4BEB-D0997C3C7B49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881F9EC2-FF87-7999-CF37-3BF69DC2E26B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6B32336A-B8F2-ADAF-718C-A85E00987344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C3119AEC-6D09-F317-ED1C-10085075346C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2D78CD0C-3BB8-AB29-6634-19FAD94DD519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563E53C3-4A70-4793-D81C-8672052C1C89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EDD5F7D4-D29F-2B9F-5440-C9E6CDBCB70B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B0BBCC2C-DA10-53A2-EEBE-A49902096E34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2B9FB919-4E8B-55B3-42FA-44239959091D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2A47CA2D-8E74-86C7-1314-1A5108E199AE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83B6BA3E-FE25-15E5-8A76-93166924FF56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3C66E775-1498-70CE-E2F4-EC29BE3F641B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3146D5D3-CA02-FA36-6BB7-513459A2AA7F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A2272A9B-4B65-6A5B-6C24-E5EF6B80DB30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011537A9-D5C4-D573-EDEC-4207059AA204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43BE5767-9965-C202-EB97-3E4A07FFDA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43331519-AE10-E855-9960-6E7126024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A6BC83A3-4329-B550-8C6C-D8E54B97B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999" y="3298573"/>
            <a:ext cx="16058740" cy="4616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just">
              <a:buNone/>
            </a:pPr>
            <a:r>
              <a:rPr lang="pt-BR" sz="4500" b="1" dirty="0">
                <a:latin typeface="Montserrat" panose="00000500000000000000" pitchFamily="2" charset="0"/>
              </a:rPr>
              <a:t>Analógico - </a:t>
            </a:r>
            <a:r>
              <a:rPr lang="pt-BR" sz="4000" dirty="0">
                <a:latin typeface="Montserrat" panose="00000500000000000000" pitchFamily="2" charset="0"/>
              </a:rPr>
              <a:t> é qualquer coisa que funciona de maneira contínua, sem interrupções, e pode variar de forma gradual. Em vez de usar números e dados digitais (como no mundo das tecnologias e computadores), as coisas analógicas capturam ou representam informações de maneira física e contínua.</a:t>
            </a:r>
            <a:endParaRPr lang="pt-BR" sz="4000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646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7BFC3-25EA-B3F2-C319-15E4ECE64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E15899E6-A42E-1A12-3E80-684AB04CA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5D6E02B3-04B7-94FE-0359-96FD2D328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BF0FA7DD-579C-96AA-4D63-C0EF5E0391F5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12CD7367-777A-E6F2-6FA7-FA455187E4A7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6E19DB5E-CB49-7B95-A0C6-088BA4ED74DE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A6218F46-0D59-9E09-76E7-B6C6FE8D827D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524C2833-9FD5-D90A-8E70-07D991170A3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7C59A4BA-7244-3773-D1E2-3BBF67920FA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22BB97DC-B3F0-11A3-4ED4-65CA63522C35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5BA95640-7EBE-B78F-C662-B514DC8993E6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0CD35FB6-7BAA-DC74-D10A-BFBA0CE1E843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3F46C246-EA81-ED25-48E5-46D3F28A067D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DBC81942-2B70-31AF-8ECD-A7B8BE536F63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2BC444A6-8978-872D-C65A-D08CF3100FF6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226E6451-A58D-0793-16C4-A9039F68DC94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DC6D9F25-59E9-F200-A7A6-0F5A16685078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DC515859-7355-20B8-D558-A275F541AD5E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26F3010F-165B-B098-2D05-F0FCD3DA3AC9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C067F179-F7F2-8258-A20F-AAA961C3094E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0CA8BFF6-BE4E-7167-09F5-AD989CC24667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F28DFB45-7619-6201-204C-1F282F166607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94753807-551D-AF1D-5FF4-6FD87DB54156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60A51E81-FC32-465D-232A-8CA24CB472C9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E065D163-F268-B871-3305-91BC715A5642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F541506D-97E2-4CDB-5C7B-E15E1A57665B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D025D051-85DF-B0AB-A7CE-7BD44D518C6C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68FE70D8-D209-0BF8-91AC-156C4E30A026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E4D4731B-CAA2-37CE-C766-B1CD7D8AD547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B27B5809-0D81-703A-3FDE-32439B13BA23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AD589300-7CD2-FD57-64D2-0CC20E50A9B2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7FAFF003-A8CA-A733-B662-B714D7EE0007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AF8B1570-7DAE-EACE-0A03-AFD46CDFDE44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BE040A2B-6F92-4DE4-75D3-F24815C6C5BE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0223669C-5961-99FA-2827-44F3CFA95A77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5EED61E5-AA86-FCFC-EB83-B47689D8E773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CD1E84FB-539B-D74E-0567-212B904B1528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745313EA-E3BC-19E8-3D36-8278E743A0D2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1DF1A2E6-7C30-3A50-B954-4A3626050730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ABAD500A-C436-9309-897E-987EBF4B1E44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C46AB5B0-63CB-E8E0-7321-90F97FECAE6B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F26B8C82-C5BE-7613-DDF5-AFB4E4A8320F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0B204A5B-6EDA-033B-548D-540FEE82904C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78CA5336-AEBF-A8A5-34A8-A950B0F069A5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76FDE0DA-72A6-C1A4-6D47-D2AA1E7BE6C7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AA438F8A-B7B3-DE09-1AB3-34D0D4DE73C0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2D3BB970-58A9-2D8E-B034-5A459A0B5074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7279D4C2-F45D-450D-37FE-92E08A7E768D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65152197-884E-6F2E-6565-4E7EA7CFF8B4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BF107291-8C1A-C277-B2DA-CBFB786594F7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D4266931-CBB4-3F95-C347-1D965DD5733F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269B6CDD-56FA-4771-0D90-0F8EFB8770AE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964CB1C2-7573-2ADC-F734-6B79E4E95DB0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2FE48F7F-B73A-504B-5889-65642A4889B7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600EB515-D195-58BF-CB33-1F28BC0D7186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B762AB45-663E-2E5B-0322-6AFA2B1A615A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DBA4E442-7A1E-6B4B-6FF9-C4511B9893D3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FBBBB83B-AA32-7967-C673-12BEEA8810D4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23FFC969-69C2-D4B2-8EB5-301137DF485E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EE3FE937-F648-2DC8-DB3E-4254163E7F66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9953E4F5-4426-EE00-5B41-16B01BE00A69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72ABB105-80FB-A938-0E57-11524FA944CF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1A596D36-5452-306F-ECEB-5625EEAA67EA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FD622196-0C30-8358-59CA-69F142F3A4A2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E44E18A4-ABEC-37C1-0570-739B662AAC04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F4F6047C-4931-6C27-CB05-C3466A84A4B2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AB2A03D2-D8E3-E9E5-658D-2661BAF4F387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ED65941E-7110-A406-A12D-91F7D2F75BFE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C9C0F4D3-E9DE-4C5B-9E58-D06E65EA0CE4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2061CC35-2432-9933-79EC-DBDD9C1C0B56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5DE50723-4E49-095C-5510-AB20E5A4FE16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03A81F59-5062-AEEF-89E6-D33C8A923847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4D34F229-77BB-36BF-C672-EE72D72A4D7B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C00413F4-B756-1941-E6C2-DF62A3C30C16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91564355-EA9E-CBE0-EB06-1379B4CEEB44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53B42CAA-3FA9-B747-E7FE-9C0FD4D960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30014534-1B81-F880-1FD4-B8B557863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pic>
        <p:nvPicPr>
          <p:cNvPr id="2050" name="Picture 2" descr="A história do disco de vinil. Yoo Mag Conteúdos Criativos">
            <a:extLst>
              <a:ext uri="{FF2B5EF4-FFF2-40B4-BE49-F238E27FC236}">
                <a16:creationId xmlns:a16="http://schemas.microsoft.com/office/drawing/2014/main" id="{747A55B7-4F6C-52C8-BA48-66FECD4A7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705" y="2742120"/>
            <a:ext cx="9581739" cy="641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027">
            <a:extLst>
              <a:ext uri="{FF2B5EF4-FFF2-40B4-BE49-F238E27FC236}">
                <a16:creationId xmlns:a16="http://schemas.microsoft.com/office/drawing/2014/main" id="{21159349-3487-CEB4-666C-6154F19EC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97473" y="4049625"/>
            <a:ext cx="7398069" cy="1261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pt-BR" sz="3600" dirty="0"/>
              <a:t>https://www.youtube.com/shorts/G6tWmp1WrGI</a:t>
            </a:r>
          </a:p>
        </p:txBody>
      </p:sp>
    </p:spTree>
    <p:extLst>
      <p:ext uri="{BB962C8B-B14F-4D97-AF65-F5344CB8AC3E}">
        <p14:creationId xmlns:p14="http://schemas.microsoft.com/office/powerpoint/2010/main" val="1108595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E5DD1-DB24-66BB-F513-B93DB768A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EB0B24B8-D7D7-365D-74C5-E9D2EBA30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949BC5E2-59A2-FEF3-6D40-D49B72AF6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56BF0208-7E3F-E987-8E2E-85C98B48D361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3CCFB0AC-0BF6-9A85-EE68-4189BB85E540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6F78CF70-A3A4-D2D8-98DE-1E2CEB24F539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4B5934D7-A24F-8972-C7EB-F2F0F2C9AE8B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993FD8BC-DD9A-75AD-EDAF-DB8F5A50FB8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D304C11F-7A2E-DEEA-FA97-3B49917F2DB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19AB1D49-9D48-BB5E-839C-7FBFB6386F07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D8E6379D-45DD-A048-3EE3-D14E30D534B8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C03ABE70-2D43-1C9F-5819-208D16B21C9E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36AF22EE-1DFA-0EEC-5857-FCA86A997855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44C7E50C-A391-F1E8-3D06-AD147AB74E23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01193074-B069-4F30-2F14-2732024AC0E3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E481EACD-9F6E-E21C-BD12-07C69106AF88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BC8B7C5B-BC7E-CD62-F3D9-6396FD447619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7B4E728F-5BD3-484B-042E-38A6B4A16E0A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D6000CFF-A16D-47DC-E81F-6A3EEDC615A3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62CF77B2-ABAF-63B4-6C6B-4B65DA32F337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19498842-2FFC-3A5A-7155-9F3685A3E262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C0DA7A1A-5183-C8A1-9C54-EF731532D6A6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ED93E98F-5C1C-77E2-75E3-386CB3882669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A6486C8E-061C-7CF6-89AF-80AF70CAB438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35BF97DA-3287-74BC-B238-D94E7FC23132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A3E08A26-293C-BE5F-65E8-8EAACDFD1D41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4F79E9AD-87CE-8A61-41B4-EE0B82082811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04156EBC-B457-3E32-229B-AB3AB27BFFE8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54518184-4660-26B9-DA50-FAAE3C4D8123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BF661300-D831-ECFD-C791-DC91DD89E24B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F28F4BF7-7865-C0CC-F378-3FBB3E1A8CED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1AF4D3E9-F8A5-BCA4-5381-54DDC63E3A7A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FE87C391-4934-B8E4-3639-92E010C0C3B8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AD5CE658-E7E5-E420-1583-B7BE4677E74D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151AD431-5858-7019-9CF0-E575721EE018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0216A71E-A5E9-9017-0251-D0B00A85AEB7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6E1E5245-0AC7-A5E0-FE31-463392B075B3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056829B8-9DA4-99FD-1F36-F6CB68C35BBB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77372657-C739-D90F-B686-207012D0B1A1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F61A83C8-4A61-8CE5-A5C4-400B5A43F7A4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53FAE3F0-5264-253E-2CBE-A8B62DBFEB0E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A904069B-B49B-FB8E-34FE-B079633E431D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71646893-EAB6-6605-B970-63BDB92904AB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4F994F74-E888-F0E5-FFF4-F686266B09F4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112A1A57-522D-0803-D99C-264C3EA5F037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827080A5-962E-FF3F-B7A0-107C714FA65C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73B062AA-D24A-90F7-C78B-BF1D285E85FC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2701D9EF-174C-544E-9444-6682E8CFD613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27FE0590-F2FE-A6E7-0F7A-DC794A1C692E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0EB888DC-7036-525C-48EC-DFF63E5BD512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39F480E3-821C-6B1B-BC1B-6FB42DB972B8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833BFE61-AFB0-0C48-7B05-D7070B30BE15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BD91531A-DC09-400F-76EB-140B0AB5BFB2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37F3A443-75EC-0D48-7F6E-9EC3B1B89476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F981D3F3-CFA5-E3D1-7AA0-1EB9CDA4F372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A1197ECD-FC5F-2201-2C93-D55B532CDE03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F9D4A57F-6704-1ECC-4CEC-26664736B61B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81391D0E-12E5-8F61-66C4-29ED6178533B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FF514086-F03C-1515-4DE4-6D1ED27E153D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10DDAC32-E655-363A-F85C-3336493589F5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BE656543-25CF-0CFB-29D8-5CAA24E5B0E6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83B87967-F24E-32A1-B019-36C441001981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EDA2C1A6-2E2B-6A2B-4D6B-78FA894873BB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7402FD48-F284-D59F-C89C-4E96012D58CC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A2CEF61F-C479-60BD-E5E6-1074FF3AA374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A56032C2-2CC0-7509-89AC-9DAACD30C8BE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6BD4EDBD-C710-ABD1-CCB4-BE403CCCA0A1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7004FF82-6FFD-1E75-59DC-D10380868191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F33A28AC-2811-E540-0C7D-46B5B490AB0D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9F7F8A9B-5F0A-AC7F-C77F-F2AB921CF350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6D63E594-CBE0-9D53-2F22-7CD7B5CF5586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2FE58228-14A7-39A4-A7C5-510FFC0E242A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9824B9E1-063D-C908-9207-1FF3325A8321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177BC135-9536-9899-8C59-8744AC4702F9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B0C025C7-5FEE-3417-ACBC-D244C02F1C3E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FC727BCE-5D56-F60D-1346-63CBDA592A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234A2062-F9F6-C3B6-EDFE-960233D45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pic>
        <p:nvPicPr>
          <p:cNvPr id="2052" name="Picture 4" descr="Máquina Fotográfica Analógica: Como Funciona? | Blog FotoRegistro">
            <a:extLst>
              <a:ext uri="{FF2B5EF4-FFF2-40B4-BE49-F238E27FC236}">
                <a16:creationId xmlns:a16="http://schemas.microsoft.com/office/drawing/2014/main" id="{872AB99C-9A98-0065-97AF-114F0FEAE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050" y="3140197"/>
            <a:ext cx="10029628" cy="665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027">
            <a:extLst>
              <a:ext uri="{FF2B5EF4-FFF2-40B4-BE49-F238E27FC236}">
                <a16:creationId xmlns:a16="http://schemas.microsoft.com/office/drawing/2014/main" id="{82309C6C-4D98-1C5B-EEB6-15DBBA3F0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30132" y="4143785"/>
            <a:ext cx="7398069" cy="1261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pt-BR" sz="3600" dirty="0"/>
              <a:t>https://www.youtube.com/watch?v=RLBnKTBnrq8</a:t>
            </a:r>
          </a:p>
        </p:txBody>
      </p:sp>
    </p:spTree>
    <p:extLst>
      <p:ext uri="{BB962C8B-B14F-4D97-AF65-F5344CB8AC3E}">
        <p14:creationId xmlns:p14="http://schemas.microsoft.com/office/powerpoint/2010/main" val="2371313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233B7-D532-5EAC-A1E2-B9870C8DF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0345CF60-38F1-5ED4-5D70-ADC373BD6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4AB81642-7E09-693E-92DE-3BE05D8ED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7A40129F-E88F-B3B5-2A15-6739F29BC2D1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578D6574-E684-650C-CBC9-4364EE70D72E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C0C962A9-0AD6-11C3-00CD-14ADD31803FD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F014C681-C776-F5B0-DDB9-5C7D5CEB34C4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B866C973-405E-54DE-D0DC-5E2A0642CE2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FF3378C9-A4FB-BFA2-D17C-5540AE64832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B8C08513-B8CE-C652-5B14-D1E1C66A0514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DF09B0B2-69F7-29BA-D9A2-A6378B2CB0FB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DCA51C68-1ED0-2D3A-8BC1-BB24C8522478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D06FE84A-C686-E048-8A96-F201C343911B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93066A29-97B0-E30E-D3E4-AD5A39CD22C4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1D1D5DA3-CF5A-C05F-13F2-57A10E37577B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9E5B8BF8-13EE-C93D-0A1A-B6687F943009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0F245525-344B-620A-45A2-1158693CB522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2E86F770-BCC3-65A4-8C48-B304FDF15DE4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BAAACB30-9ADE-C92D-61CB-2F461B4883F0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52A586F4-1D36-BA72-75C3-DB7BDC8E3CE0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A4BE2BD0-1A2F-91F8-F7B3-3BF6D62D2318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091AB8AD-8476-B93E-EBD1-F7254545C2CE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324DDE36-B527-1F27-51A1-4700E3E26B2A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E16B696F-5765-4FA1-C923-1DD4E63FE263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40D0DC8B-0325-14BD-C2C1-375475E4062F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FBE1729D-8A4E-B690-8D0C-1B055E3BE35E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4CC8CC04-A5DB-E590-AD88-F42B05EBFCC7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E965EC28-AB5B-70EA-8D26-8C4E5EFA1C7B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B7C2B18A-1F1E-3A71-2666-FC810AEE56F5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AAB9B518-53A8-0789-ACB9-36E131F60CEC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192EC6C8-50F6-D6E5-57A3-C136FC98BD0E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FEE35823-A6BE-2572-75F3-F3C356764444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5C8FC97D-B1DD-BB32-89F0-A9C68BE94B5E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B01F3248-0295-E018-2547-069F5FD767DC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915235FE-80BA-E49F-96F1-CB5BEB0EB4D1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6C1C58E9-2195-F38B-82ED-6B58F67D721A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71B33CC7-37AC-BCC7-9DC8-A712F9419525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C918B86C-502B-6DDA-FFA2-D783F4A4988A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7F92BA31-644C-E077-CB2A-A64C5086BD84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5BFC2C08-4AE7-C74C-D971-808CFAAD0582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0F495AF8-F23D-A0CC-FF03-65E02D009E7B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DB794735-021E-020D-E3EB-231538EAEBD5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7A15058A-B397-C13B-8CF3-0DC583959192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DC082E22-FB3C-8010-A04B-616ECD7B0609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10B24374-D7B1-36CB-BBD0-121D4668B9B1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01CB8295-E7D5-842F-0291-8578842174D7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56413216-F549-811C-1B7C-451E79A2FAE6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23422EBE-B337-AE19-B09E-702869D4F7DB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83F385E4-9F5D-FC56-1CE6-32FA3774E2F3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8A80E4B8-D415-0AB9-533A-E40636EC00C0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B10605CE-1B5C-712E-15FF-5EF87D9C2BB7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73971BDD-C150-28F1-75FB-67769539A793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ABA9DD7F-66AB-4B5C-55D7-9C7130048044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5E549EB0-6A7C-83C7-1199-D77EF9921D07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21BBB91B-8F08-D4D9-15BB-6796B31234DC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878E63E9-31AF-2A2F-7DDB-56A565B9ADD8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56DD6E14-BD81-2943-0FF4-FB10FE2ED257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49400D2B-8496-D000-C3BD-62C255D1C5B2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D32FBA8F-D7A2-8FA3-6456-28C4312B241F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921A09E9-D220-5A05-4C8F-BF817345C8CB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40E48D8F-FC6A-6C80-EC10-58900A490A6E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6DCC69AD-950B-E42C-74E3-0CE5D7FE7293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035981FB-89C0-EDFE-8875-020B35DC580E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6EBE44C1-44D6-4EE7-FC4E-B490BC20714E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EA6CF6D8-20E8-F6A4-95DE-6ABDE0EB64F1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4A67C870-92A9-2AFB-E732-F9EFD6E669A1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3C2B1D15-BEE9-7065-C5C1-B3965C88278A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2F686ECB-2B1B-0A1B-00BF-D579EE565916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3577649E-8F26-0692-1FE6-FF3EDC269DFD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45F89D92-0375-EB78-FAD3-03DE28EB6473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7B2D1C43-AA39-32E1-D297-91C3B4B170F7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5DD5AD44-40E6-5135-8896-70DBF0E7FB5C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D6547C06-5031-8BF5-CE81-46A9ADD0D09B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53168362-2094-557A-2DFE-6E24461DAA48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A27022FD-744E-051D-2272-CD1AED592CC3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BC89DD73-B37A-C9B7-C81F-5CAF0D92A9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F995ED60-D45F-8CEF-B6B6-1A52D1AA1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1E90298F-2D07-9157-12E6-786EAFD7E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73976" y="3862674"/>
            <a:ext cx="7398069" cy="1261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pt-BR" sz="3600" dirty="0"/>
              <a:t>https://www.youtube.com/watch?v=aBmJCiUydTo</a:t>
            </a:r>
          </a:p>
        </p:txBody>
      </p:sp>
      <p:pic>
        <p:nvPicPr>
          <p:cNvPr id="4" name="Picture 6" descr="Relógio Analógico Feminino Mondaine Dourado 32794LPMKDH1K1 Mondaine">
            <a:extLst>
              <a:ext uri="{FF2B5EF4-FFF2-40B4-BE49-F238E27FC236}">
                <a16:creationId xmlns:a16="http://schemas.microsoft.com/office/drawing/2014/main" id="{32F76ED6-0210-2961-C7C1-1E806875F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942" y="2767354"/>
            <a:ext cx="6967947" cy="6967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9986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A131A-2C30-568F-A791-B494EB692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8B8C8697-52BE-F2BC-594A-62EAEC0BD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3A03F71D-13E6-7959-27EC-D683F9E0C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9B756E4E-32C7-A689-1829-6AD1BE130AAF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30794692-BFD7-1658-D8CE-E4E5ABA0350B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CDC22796-9FE6-28C9-2FDD-CD3128BE1AE0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C915DD57-D35D-F740-A034-2E6149695216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232CA801-0951-FFC8-FC56-0650D81675B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2CE4601C-5AA4-2DB9-6396-BE76B21D76C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C22586F0-6AB0-446F-1198-CE293C66468C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9D0C2064-CA76-F66B-34CA-58A19BA31892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B734CDA8-CCBA-8C15-BB7A-9C0009FD4E40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43059CA2-4868-FD08-BB72-B63C5672DE18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647A297B-48C1-5597-5413-452D80C2F16C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72A0E0D7-23A9-C18F-9233-3EF7625C716F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9AD4BEE8-EE64-E893-D919-88B5A0270F76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ADDCB008-D956-6366-B81B-9C4D57E67DF6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6C2A470E-1E39-AC79-B175-D488E4D0F996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03F5A520-BBAB-441D-19C8-48A4494BB620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DFD1AC00-B993-3B16-FDED-1E1CB81F94D7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8D77425C-B917-E75C-0AFE-53BF3B71A61C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0975B2DF-6956-3B71-C053-2CB30ACF6549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FE77E5F2-A2B2-7281-8564-CF17092F7BA5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842883DF-9A0F-1E9E-5A7E-8A3DC4678C84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A1D9F187-DE25-A048-EC8B-676718A21915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81E502A0-D32B-3DD8-7148-CD9561DC2B09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4467EAB4-550A-0B0C-6598-5EE551A6E507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426328A0-DC71-8A3C-FB71-7FA9642BAA61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FA92509E-29FD-E44B-BBD5-F934641D9D79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3485E8EE-289C-D7D8-C333-64076BA1279B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8AC5DDA1-556D-0874-EACA-770473C501B9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6D7A61FD-6879-89FA-380A-2D07CC734201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F3B45154-08E9-C547-26AE-A87D0FAE4B15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7F8D389E-050D-35BF-6B7B-7605005BEA16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F2114438-31CF-B6B3-778D-184FF7C45176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A8C97AD9-0B5F-90F4-7D37-2B40C5D2F28B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1EA51A53-2A64-EBE1-9051-5D82A4596A50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C642E847-6C87-9490-B25D-4F30C446264D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0440F91E-0F97-36CF-6827-83F0AA58B7EB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0F0D5145-FC19-F4F1-C417-854697CEA1B7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44216D0A-C498-F880-ABD3-4F42E53D7E06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E9D74748-00A5-F41D-2D50-B92EDB4E5C5D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004B7EBC-1F98-3189-99ED-F070D1DD249B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D8471997-9208-E7C8-F8C3-5EF45DAE1348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8D2512DA-5699-D198-9695-7AAA3E5D3399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1792387A-68E4-44F1-D3A4-7CE87E78E8B5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2CDA902E-03CC-0B0E-D006-B0BDB3F88086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43203EE4-A32B-55EE-6FAF-22FA37D2A435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E852E96E-1698-F68F-8DB2-B4CA4D52A034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B6B2712D-0E7C-DDC2-03B1-25EBEDB3B57F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538DB8F8-350E-5138-82DC-8E4856693ED6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72D60D76-59E7-8CE6-A681-392240F81822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736B4F1B-A4A7-A992-BF81-6DDD5E5522B6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B0EBF488-339F-928F-962B-E1CC782F49DF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12950AD7-CDA7-E529-1FE9-E14B3EB7AAD7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1E7B5CF3-18F1-E7BF-2011-ADE9A17BA6CA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6146A1AC-4911-0667-1321-C53746DAD77C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46B0B612-B554-408F-3355-7AF7AA095907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0D2A34E1-E5AF-79CE-EC75-3FA2CC999E1D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AE6E5EDB-93EE-3715-0392-4DAF01C024F8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3F65F302-3208-8787-D7E5-CA5B97B9675C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62E5DFB1-BF4E-EFDB-57EC-AFB65F249A73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8D268D5A-D085-CA56-A070-C1F72DDDE704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3DFEB3D9-958E-2A55-DEB3-B3535AE62D5C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239C7740-0283-6FE1-F92A-4EE71A8FBAF0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A6613826-72F3-F6EB-C033-D933BAA60752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F20AF365-630C-3D0E-801A-A5545B6F8168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885653F5-53B7-3C1B-889E-3E20D95A8874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8AF72BEF-C50A-400B-6AC2-44489C1F60E3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FCA74546-B4AE-1FF7-EB43-94AFDA726BBB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A2785829-C3A6-0A43-AA2D-E1E49A18912B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795AD66D-555B-3A1A-292F-333C00D86E02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628783DF-9FDC-ACF6-58D0-A46AEAF663FC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AA691AF5-2AB7-6127-A1CF-3423E41F709A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B8F1CA70-5505-C460-845B-6C533CA2749A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E28D6CFB-3E12-1EE7-3791-C3E0EAB4BB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1B4A60D3-FF72-6BCB-8EC7-9B2483B4B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04" y="3787471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EBE9F707-9DDB-78B9-7B26-1902FA75F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6155" y="3467658"/>
            <a:ext cx="13239340" cy="4166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pt-BR" sz="4000" dirty="0">
                <a:latin typeface="Montserrat ExtraBold" panose="00000900000000000000" pitchFamily="2" charset="0"/>
              </a:rPr>
              <a:t>Definição</a:t>
            </a:r>
          </a:p>
          <a:p>
            <a:pPr algn="ctr">
              <a:buNone/>
            </a:pPr>
            <a:endParaRPr lang="pt-BR" sz="4400" dirty="0">
              <a:latin typeface="Montserrat ExtraBold" panose="00000900000000000000" pitchFamily="2" charset="0"/>
            </a:endParaRPr>
          </a:p>
          <a:p>
            <a:pPr algn="just">
              <a:buNone/>
            </a:pPr>
            <a:r>
              <a:rPr lang="pt-BR" sz="4000" dirty="0">
                <a:latin typeface="Montserrat" panose="00000500000000000000" pitchFamily="2" charset="0"/>
              </a:rPr>
              <a:t>Tecnologia Digital é o conjunto de conhecimentos, processos e dispositivos que utilizam o sistema binário (0 e 1) para representar, armazenar, processar e transmitir informações."</a:t>
            </a:r>
          </a:p>
        </p:txBody>
      </p:sp>
    </p:spTree>
    <p:extLst>
      <p:ext uri="{BB962C8B-B14F-4D97-AF65-F5344CB8AC3E}">
        <p14:creationId xmlns:p14="http://schemas.microsoft.com/office/powerpoint/2010/main" val="2740759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E9C83-7739-F7C0-F08D-B9725053C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0ADDE93D-F956-E39C-452C-5236AC838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5BEAA351-280D-FA33-A4CB-E7F0853C7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620FCE1E-3F87-2B0D-682D-203E16E40833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69830E8F-9DD3-6934-E103-9C0F8E7E8F12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F353C9AE-2710-B6F8-BBC3-1BC008CCF96D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493EBF77-98C0-6ADA-688D-CA984FC440F6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BB4A2C43-5BF8-B38E-44F7-1AC12A91791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EF459F82-70FE-6FAB-48B6-7CF283BEA6A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61BAAC98-7C36-DBA5-5949-6D35ECB38733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C37820E5-143E-B4E8-C9A1-4BF8AED0E6D7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ED6424D2-72B2-7F90-BC4B-BE130609AB53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F16A2ECC-555E-6068-F65B-4AA2F9B11119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9233B587-A3D9-81AE-9453-621189D66EDD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BBD62BB8-D98F-1CBC-F315-4FC4467ECC97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6DFC6EDC-D4EA-873F-8DA7-41D6F928EDB4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824A293B-8E09-5109-BE43-54B854B83D93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F015724F-AE99-9571-B699-96861C833E47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3D9CB9ED-5CD3-E936-B533-9C930C92CE3D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CE456951-B0B3-A445-E477-2A61A62DF98E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8F1D6AD1-E101-D51E-35EB-7F6EB675CC1C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72C62B5D-7DC3-7BE3-81F6-39BF2841C67D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D1659DF4-FE65-C660-D54A-E74E58B5D6F5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E755D430-5F3F-2152-8047-F52CD8C20EB5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550D0CBF-75EB-5CF4-3966-C852DF50F4FD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D2749029-B033-8F8D-6E98-298438AB0465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1E8A0D92-97E5-7F7C-ACF1-465A071BA805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FD641D4B-F1C4-1701-6C13-5939BDADD8D0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D70F8187-B143-6683-6A75-30324D8CE687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3A820331-747B-DF81-D056-92C2347EF692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06E97E6A-9002-81AB-D37D-B1E1415D044A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EA443BDF-DFE0-8422-95FB-359CCD4BF717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9188A6E9-F2F6-9678-0DAE-6565A3CD908B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BC0662E9-0B4B-CB7D-9FE0-7BB65522DF2F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8B1B06A3-4199-0E82-B7D1-4446F3ED4A53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2121C85D-03D0-0B45-4C52-F329EECFEADD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2976ED7F-D019-2FEC-D13E-E745EBD4CE9E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FBCF7B8B-9440-0070-8AEA-91A494F801CB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A5042D3C-6A70-939F-D28C-D1D62B368F38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00E63D1E-8CFA-9969-9DAD-E97C780BDE2D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10E37E18-F944-BC48-ABC8-58D62633C14A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28F9D3FC-E1A0-CBC1-3664-B61483698B61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EB8D2416-AD2A-7B9B-75C1-AE36ABE43692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F625E616-104B-ED7B-40CF-1ED3EF4560CF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416E2868-72A5-A703-E0F3-7E871457F783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BAFA882F-DBE5-9A10-FEF6-276610EBFF5A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A03F1C8A-3BAA-1D14-6221-A5BEEFF60874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B0DCA0DE-AB9F-6271-E621-0E2D3D84EED7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1FAF8E15-BE36-1C56-3C27-831709687AAC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AEAFCD32-9112-676C-C284-86F6E02138D6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195CEDA6-5A6C-1DBB-B506-4CBB6FC90605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87CD2342-0720-F71B-CC2A-810C781BB2C9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53BFD5DF-01D5-4E01-6457-D969A486ED4C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9A629138-39A7-E50E-9393-F88A761F07BB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B7F34B65-0AC6-FB19-4542-E55C395E24E9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EE9056B0-D33B-47C7-788C-9134D01492EC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0F3FCB25-FE0A-D8C2-D683-832682334509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08DA2174-6103-6E0C-BB1C-90FF6E5EE350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EB91918B-437A-67A9-673E-DCB874CC928A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4F90E746-CDDC-CBC9-9E43-29A9FFEE29E0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D6176679-9E07-EE22-DF11-9C65A8023D07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C6DB3DC0-8214-FF29-BC10-3F4248F40899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5B89B1A1-7ADB-0819-2C3B-7D1A6C42F4BC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94BFC340-5C1D-FA76-CAC2-DF95EDA94CD8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DFB93661-C2FC-CE5B-F02C-A006DCAAB849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8AC946F9-5CA8-060E-1C54-E9165F31CA49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F2B71AEE-D115-4C3E-B89F-CC824A7E552A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E01FDBCD-D5A0-8FBC-51D1-4F2E23348EDD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44EA8ED3-BF0C-825F-D07C-D62E347413AA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54FF363A-241C-79FE-4DB0-AD025E647E6F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B636CB0F-D464-A4E4-A7EE-B0BFF3D98FEF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CE5D6149-9F42-8EC4-C5BA-305FEAD2E5C2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5151509F-6228-C22B-CB48-0D8A1A152B7B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F53A0FB5-A387-CE07-CB8A-D4C9AAD97E42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077FFA3E-01B5-AE11-B560-9C4E92BAB4EB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DABADE50-D05F-9EE3-DB1A-371AA20CCD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7A936C5B-3688-5604-0938-682C70E0B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04" y="3787471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B2E37A2A-CC8D-F281-9B69-6006C683C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0468" y="2812813"/>
            <a:ext cx="13239340" cy="7170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4000" dirty="0">
                <a:latin typeface="Montserrat" panose="00000500000000000000" pitchFamily="2" charset="0"/>
              </a:rPr>
              <a:t>Ela se diferencia da tecnologia analógica por sua capacidade de automatizar processos, armazenar grandes volumes de dados e facilitar a comunicação e a interação. </a:t>
            </a:r>
          </a:p>
          <a:p>
            <a:pPr algn="just">
              <a:buNone/>
            </a:pPr>
            <a:endParaRPr lang="pt-BR" sz="4000" dirty="0">
              <a:latin typeface="Montserrat" panose="00000500000000000000" pitchFamily="2" charset="0"/>
            </a:endParaRPr>
          </a:p>
          <a:p>
            <a:pPr algn="just">
              <a:buNone/>
            </a:pPr>
            <a:r>
              <a:rPr lang="pt-BR" sz="4000" dirty="0">
                <a:latin typeface="Montserrat" panose="00000500000000000000" pitchFamily="2" charset="0"/>
              </a:rPr>
              <a:t>No contexto da gestão e administração, a tecnologia digital abrange o conjunto de ferramentas e software, aplicativos e sistemas que as empresas utilizam para otimizar suas operações, tomar decisões estratégicas e se comunicar com seus públicos.</a:t>
            </a:r>
          </a:p>
        </p:txBody>
      </p:sp>
    </p:spTree>
    <p:extLst>
      <p:ext uri="{BB962C8B-B14F-4D97-AF65-F5344CB8AC3E}">
        <p14:creationId xmlns:p14="http://schemas.microsoft.com/office/powerpoint/2010/main" val="673375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8BED1-5C4F-65B3-E4DA-92627B517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5138EFD9-A039-BB62-379F-5C39D3FE8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650993DE-5898-4D26-E5DB-B09DBB433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FFF76692-28BC-2FAE-8DCF-1EE074C98159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B1849EF7-6A44-6521-C4BF-C7AF37F11F26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DFDA4E14-C720-9151-72DD-B5BD4E68A3B3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41360D26-5105-FD29-991E-4D2C4E7EDEFD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FA660B14-0408-C676-830D-95B44B1234DC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96978A-90A8-974C-03B6-B4D4E7F8826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D614F578-E53F-5841-D7F3-EB3E9F9A37DD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D701AEBB-15BB-B1AD-9BF9-9F13749257F8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DCC6AE1C-C64F-1B02-FE59-44169106F74F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E0A5ED2F-48EA-8455-6A9B-6403D8AB5DBC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F66CC779-92AC-1C36-DC4F-F93153FD5078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49E7FFAC-6EF5-DE00-44FD-8E871A8BA9D0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76E68905-4371-5777-1850-58B097E50B7B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3EE8E88A-5608-CA79-5B10-717DCFFBC21C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A45F06FE-110B-8551-1116-5DE793A41EE4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2D97AFE9-24EC-7176-2C36-FB41775C28BD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A4AD118C-7370-E619-283C-88E26370EF0B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07B60B87-BC30-FAE7-8EF6-A93DFC5DC5E2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A0CA52A0-0AA1-211A-B3BD-01E2D1C1E5D3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B6430755-C177-A0C1-7FC1-4D9C0E2C591C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23BEAB8C-2E4E-7443-6278-433BA35E5BC0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D19D60F0-02E2-C24F-84EA-9DA9A598EC43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C4AB77E3-FCBD-7CCC-D596-E42127FF8DF9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9F8BE8A2-6181-FB46-BDB8-B96E56984B10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A9D3D598-953B-541B-2B16-17FC4629BBB5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4128D8AF-7168-AC6F-4243-108E7399776A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116A46C9-5A03-5584-03D5-F8D0AE45634B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08FD0C63-F073-08A9-038A-2692998D64AB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40A3C506-1589-DF86-35D6-6FA7DA3DDCB4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F9B34C0F-E454-5A56-2DA5-646485DF7EB6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99661394-A427-06CB-B6B8-FF4373394265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B04F9A69-6805-337C-2F7F-9698CB064D6B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EBD799A8-E950-B6DE-3168-62578688150E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79A14275-7D45-F981-0F65-31E5B753D9AE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B10172A6-F984-2611-E554-F5BE423222D2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37E91654-EA67-3E03-9BEB-2F3CDE1F851E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D53306C3-74C8-06F4-0109-EFDB69F3ABD3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C68FC1BA-8FAC-7A01-4DA1-4F8FE6E04935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6E61BCF2-7DA3-6824-D4AA-14D418C7EE10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86B04958-4173-9010-D5C6-45EAE2EE4CED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22A4D90A-0B05-91D7-A3FF-A61001155ADB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148BD022-EF38-A6A9-3A36-E6708161938A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42AA8731-DB20-56D3-F5D1-8F3E131D0459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F063FDCC-AB2C-368A-B522-143A76113221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F00D61EC-A632-D74F-F54B-D4D6FD6A4BE4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1B180D5A-69EC-09DC-8738-35565A8EA207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0A8FC30C-0053-CBD6-7781-7BE010B22B8A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41DE8BE3-2F58-969A-C593-A3369B43E532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871630B8-21D7-73E6-429D-1428038EBCAA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4731DF71-E7B3-BDBE-D076-3E4966437BEC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4CF2D895-A106-F8A7-D17D-8FB0902F2058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959922BA-A401-A39A-FAAE-34F5D03ADDA5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040E5C7E-3B66-F4DD-96B7-81C32A17E254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B75CB3DE-8581-8106-A52E-4F3A05462078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C2851579-B8F9-2926-870C-541AFFD37AC1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ECBFDA9C-52D9-D402-A0FF-29331F1874D1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A047462A-1AAC-EAA7-0616-6AA97670A487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76B49922-15D9-2D42-9F0E-7185E182D428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CE8245CE-0DF2-BF27-B9CE-71AA3742AFD3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57C49B72-997A-8541-D93F-3A19ED4E6115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1AC2D54A-FEFD-FF9C-3F82-6D2D04DD0371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4E608E84-BC6A-11D4-4757-39DCE87EE33F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E776C4EE-9746-666C-7478-AAC5FE28B01B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ABDC4761-61A2-DF3A-DB56-31091620386C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C66EEE32-EEEC-65D5-A01B-298266646673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7CF46FFF-94EF-241F-9021-6D0A92E3A323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688A6C82-3456-C75D-8B79-C1E21A142199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9CF8C2D1-C2BA-B928-76EB-9161EA00BB57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A1176A79-B5BB-E300-0957-8B0726B2FBC8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4D623E8D-06F3-BC9D-12EF-3A43CEC8A182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07053592-BE1C-1F15-137D-CACAC79EF891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09F8E53F-5675-AC83-8D6A-DDA590D8BB68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149999EA-BD95-968A-62D8-AA99FD71D7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80828ADE-3A5F-9A39-9CE1-BC50CC4F5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04" y="3787471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7B74DB3F-7C4C-625D-1B06-E2A77ABE9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2483" y="4712225"/>
            <a:ext cx="13239340" cy="4092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4000" dirty="0">
                <a:latin typeface="Montserrat" panose="00000500000000000000" pitchFamily="2" charset="0"/>
              </a:rPr>
              <a:t>Isso inclui desde os computadores e dispositivos móveis utilizados pelos funcionários até os complexos sistemas de gestão empresarial (ERP) e as plataformas de análise de dados.</a:t>
            </a:r>
          </a:p>
          <a:p>
            <a:pPr algn="just">
              <a:buNone/>
            </a:pPr>
            <a:endParaRPr lang="pt-BR" sz="4000" dirty="0">
              <a:latin typeface="Montserrat" panose="00000500000000000000" pitchFamily="2" charset="0"/>
            </a:endParaRPr>
          </a:p>
          <a:p>
            <a:pPr algn="just">
              <a:buNone/>
            </a:pPr>
            <a:endParaRPr lang="pt-BR" sz="40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533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1A6B4-7F56-A64B-BD91-E67A24110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45D6F962-5CAB-7844-DDB1-6D92E9C33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08997E66-AC33-5679-B887-B4F21B82B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484602C8-8251-4FDA-E20E-A1F22AE285D7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E934D5B8-2815-B162-1861-97282ED2DF89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AED7B0B7-63BE-485D-8575-315CD36A2571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203AB268-0DBF-9529-4786-78BA08315C76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BADEF0AB-807E-04ED-AF13-B31D25870B4C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366B68B9-E806-D683-310F-BE14C4793DB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ADDE48F7-CF9B-3B59-9AEC-41E30A3DCAAB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2EF6FBB4-CC43-E35C-E83D-2526BBA9BE92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46689503-9D34-975D-8A53-B39C58FF780E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38692A53-B11D-1472-94D4-AC6CEEBB2FB1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CD913AF0-DA88-D11F-B5C2-A50AB839B34D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0E1F844B-4FB9-A25B-5DD3-57AED388BD3F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AA7C2EE0-63DB-6866-4C66-7ED5B2D3CC04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B6EDD3B4-44B1-0632-8F65-88C95FA61865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DCEFC660-6AC7-37A9-4F10-CE92E2ADF2CC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600CFEBD-058D-FBAF-80EC-813FA41CF4FC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EBE77C09-F899-2193-5E5A-D5394F2ABCDA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7F57DC8B-82E2-575C-94D0-3148881E62E3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B2B52A3A-DBFC-A20E-5F66-B049D24E8D4D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800D0F72-4FCF-19A8-13A2-E048EDED348F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5271C12E-939A-C17C-0B2E-20E8F749CE17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FE01887A-9A4B-81B7-B9F6-F2BBF1A13CCF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54EB13D4-DBB8-20EA-07B1-9AE2BA8EBA89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B2819A62-A6C4-1E36-57AD-D79960F2A3B5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535B654D-AB83-2D85-216D-F605E1D2EF7C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568C9669-C13D-2768-9DE6-05D7A946ABAC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87B31DF3-8AF1-0E48-4ABF-80DCA22C7EEE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799D75B5-F299-01D7-566C-EE57680A9A7B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4F7F02A5-C61C-42C8-5114-60C8620716DA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4AC1107A-4E5D-B1E9-1CCA-18659EC08E55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1610FA64-59C0-7964-ECE5-0DDFF0EFA2D2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5AB97217-98CC-E294-CB76-0963A3329ACF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3E645DA5-F999-5ED5-C08E-D7C7B5850518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C92DAD23-97FF-A871-3A81-12E715B738BC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E34E539B-E06E-279B-BAF5-4834932CC34E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7999CFEF-537C-3774-5D40-B369E2487A49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E3A13F9E-4215-7EA2-8F8B-37B254422BEB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C10C055B-794D-33C7-20EC-366BEE1F688D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7A0EAFD8-B122-71BF-AD05-68D3A3D8F5F0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0D401BFE-1E53-688B-9CDC-BE061AA2E6FB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DC9F036C-DF10-6F0C-A341-463508A88A92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20D5AD8C-08C6-C95B-D899-DCECF46D261B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5138A1A2-E0A0-CC1F-6955-7A7E86627DFC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E39374F6-0252-89E6-6C31-07E1654351BB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29A29FF1-0778-3C12-B41C-9841E7BBFA99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EB46F07D-D1D2-2A1E-E514-739C143C9FEE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B95BF1B5-7AAD-1CB1-DAA4-B7CD3797A700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7CB80ADF-761D-A520-03CE-F5EDF1106C1A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EEB16206-CE14-3108-9AAF-CBBDEAE7C962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5B64721C-52FA-C03D-44B4-43A00F4127DB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BF18A428-FB8B-4116-0D52-2A7488FD8570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558A0B67-7A42-3D62-469C-31CC74857CEF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CF870916-4706-8C90-2D7F-66DDD455B0CC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6C1EF90F-8DD9-E480-69FF-6348899362E7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DC315BFF-3833-83ED-0F28-E60DE5ABA1E2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88328ED0-9FFD-1760-F61F-7BD14647B299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4CFF6BE5-8384-B13F-A431-410E22D63371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45ED0B3A-894F-96D0-BE3E-183035869ED3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6BB8B61D-B5FB-3506-9A49-3036F5897088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C59ADE66-0994-BAEC-D563-EA13B9F13371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F621DF02-345B-4C4B-FC98-64B5037F9394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0FB212C8-22D8-4756-1EC8-8E2B0DD0BAFF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4A180F29-D2C9-03F5-80A0-EA688A387C26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20E73AEB-0B21-1B72-A5F7-9823346E1AD0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83D165A6-D49E-479C-5267-2A19B243EC43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186428D9-A7C0-2B57-BA7A-940A8655B0C7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D453DB01-44B2-5126-3C1D-BFE86802A883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D1819292-35AA-CC65-FA61-8E6D66696471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098F6571-602F-C22B-2F1E-1E2046703D7C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745A2D23-F1A6-1500-4B44-AD1D8E59900B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B5971936-7B61-2005-7013-FFD42C31E7E0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63094F2F-49EC-FCC1-0B3A-5375DE2E63B3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07C2F84D-A7EA-683D-1175-483441A815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8AAC301B-8F4A-58C4-D1CC-26320B10B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8665" y="3366264"/>
            <a:ext cx="9054162" cy="655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4000" dirty="0">
                <a:latin typeface="Montserrat ExtraBold" panose="00000900000000000000" pitchFamily="2" charset="0"/>
              </a:rPr>
              <a:t>Processos Administrativos: </a:t>
            </a:r>
            <a:r>
              <a:rPr lang="pt-BR" sz="4000" dirty="0">
                <a:latin typeface="Montserrat" panose="00000500000000000000" pitchFamily="2" charset="0"/>
              </a:rPr>
              <a:t>A tecnologia digital automatiza tarefas como controle de estoque, emissão de notas fiscais, gestão de documentos, fluxo de trabalho e outras rotinas administrativas, aumentando a eficiência e reduzindo erros.</a:t>
            </a:r>
          </a:p>
          <a:p>
            <a:pPr algn="just">
              <a:buNone/>
            </a:pPr>
            <a:endParaRPr lang="pt-BR" sz="4000" dirty="0">
              <a:latin typeface="Montserrat" panose="00000500000000000000" pitchFamily="2" charset="0"/>
            </a:endParaRPr>
          </a:p>
          <a:p>
            <a:pPr algn="just">
              <a:buNone/>
            </a:pPr>
            <a:endParaRPr lang="pt-BR" sz="4000" dirty="0">
              <a:latin typeface="Montserrat" panose="00000500000000000000" pitchFamily="2" charset="0"/>
            </a:endParaRPr>
          </a:p>
        </p:txBody>
      </p:sp>
      <p:pic>
        <p:nvPicPr>
          <p:cNvPr id="2052" name="Picture 4" descr="Vetores de Processo Administrativo - Baixe vetores grátis de alta qualidade  | Freepik">
            <a:extLst>
              <a:ext uri="{FF2B5EF4-FFF2-40B4-BE49-F238E27FC236}">
                <a16:creationId xmlns:a16="http://schemas.microsoft.com/office/drawing/2014/main" id="{B700C892-4002-AC03-2839-76D36FA80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477" y="2620314"/>
            <a:ext cx="8148348" cy="8148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2935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2F1AB-EE6C-CD6A-7D6B-52784B970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DDB22CD0-C274-3FA7-E296-B77E86347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4F800E78-F983-8F66-6DBE-CA074815D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4A00390F-85D9-3A90-10F6-BB97D6C2745B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6FFA05F0-3904-47D3-8E34-0C94FB68F351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93C32451-E9EA-878F-B5A9-E75774AE1F58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D491D6FC-A92F-49AF-C8A1-7C3383E469C5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0B7DE495-083C-A8BE-273B-555BB133892C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47C9D1DB-2C38-7BBD-BAE2-53B7D143EC1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5444CB85-4DA2-F462-C1CF-6CF6C6629E56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32F7717C-B786-4930-BD14-060947A13551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FDBA7003-30CD-5D88-B94A-011298BE9DF3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61651FA7-7742-43B9-E9BD-44ADE75CC591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1C6D38E9-2B6D-A229-6F0B-26E519340B72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9AFF04BD-80C2-123B-A059-2C95F1715CC7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2E8D6B5B-1D39-66E5-D0D0-C09E372522EA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3ADD3344-7404-3BAC-ED7E-EEE5DDFDE808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56212AA4-BE21-0A67-1B16-9DD210458808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CCD3F479-1496-B676-4D3A-656CD388272F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914FA73F-8CB9-9C71-BEBF-54F288DA6E66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99289F90-E6EB-EDE8-6CF9-F797A2BB6578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00B809EC-11B4-3C94-588E-E920FB030BDC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F25A382B-66C9-0766-8F84-818FF0352DC5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6C940CB2-6A22-8754-531B-BA8909CCFF4C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598204F4-B352-3DB0-2FFB-E670DD5050A9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27ECFFCA-045E-5513-3CF3-496CF3C7F5F6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40A9F154-EA06-4D4D-6C0F-A4411DC0C7A7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E8AD7040-5859-6E77-F476-DFD652C2E908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75FC4C66-EA70-066E-E9E8-EBD9855937C1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D1B21E08-A54C-F61F-7802-739058C116A9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AD20B1C4-39FC-6760-A5D0-D95C2877F026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E47AE520-2DAF-776C-C9D4-CF3D2DA68116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46C8A094-F5A1-2BC4-BC02-2221A3AE1BC4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521DCB13-21C7-871C-60C9-F53D6137A0ED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D7D0720E-521E-3405-F24B-3A712610CA8D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B27F4AC1-8132-7EC8-7B71-AC4338469328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1A66A449-26D0-65CA-E6FB-2FC9F86AD19F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7D2447E1-F053-F8CA-A820-B20541CD8204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65E92774-3DC5-D761-A4A9-5BED94D34188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A9053B96-DE1E-34B0-D7FA-952984E6A259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0B6947D2-05E3-A877-A9A3-8B4439847853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E909676E-271E-F674-E56C-E713B5584E2E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68CD7D30-5518-6139-2E9B-B94A60A8D8D1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9F4DFA87-2D63-8248-AD90-77AE65D57B97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7E45C685-0F9A-A55E-8FAB-8B0988869051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0B420F06-EA9D-AAF6-7FFE-0F5F373B1269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1DE8A603-3858-4598-ED96-B47E323C72FC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A14D9914-6FDF-5086-D681-C75E1C4D573A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66BC8E5B-1206-3E57-CE56-F027C8BEF131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765AFA57-E479-AFA6-29F5-98EC56E53075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5BDC6D55-3384-4706-D8F5-F422D5B6FE99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599B3F0E-22DE-9447-385C-0F16EC7A25E4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D32E222B-ECFB-989E-891C-18B4D4C5075E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67D5D371-1EA9-4D12-363A-22FA536AE118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881F839C-62A5-EADB-0ABB-F8AADE07E582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5AD8A12A-DAF7-76F0-6CF4-080A2AB0CDA8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A7B5C6A9-E0EE-0C04-6624-488796CC88F1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2A39E358-640E-52E1-6C2A-B6329038A181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C5DFB215-843C-C3D7-C873-B11A53075C13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27958C36-6FF0-6C87-2FB9-0DFC09D50063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14B412A0-DC0A-CFF3-410C-2742FE3D2365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4BF82581-1D1E-7307-726C-B1F9EBC4F813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DF7F2A7A-EAEF-5FE3-D296-20359DA188A8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F20CAB32-F67A-890E-96B8-304F91629AD7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F413040D-8306-6117-8BC2-34E04A0568BC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4FCC7219-3120-5093-C629-8973D0CC1E03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C2910C0D-E4EA-5C56-5AD3-88688D0EEE69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4F05C5DD-5DFE-80C0-7947-22546EB46056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EDF614C7-FBA8-D28F-1615-0CBC75428EF3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ABEC72DF-68E2-A9C7-0828-EC08BC0A1D63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F5AC72FB-046A-29B3-77C9-655309374D60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9762DD43-C4A4-A241-00DB-592CF3D1BA99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F860DBA7-6AF5-FB3D-2711-92060B90A1ED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3036043B-9BA7-A676-D7BE-1EF7573C3D9D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6083FFEC-6189-2FA7-17F2-A334ECB7297C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EB2E0397-A822-550E-1D41-741206B4A9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C540CBCD-8379-252F-75D3-F6D1F85EC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4890" y="2522521"/>
            <a:ext cx="13239340" cy="3698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dirty="0">
                <a:latin typeface="Montserrat ExtraBold" panose="00000900000000000000" pitchFamily="2" charset="0"/>
              </a:rPr>
              <a:t>Comunicação Empresarial: </a:t>
            </a:r>
            <a:r>
              <a:rPr lang="pt-BR" dirty="0">
                <a:latin typeface="Montserrat" panose="00000500000000000000" pitchFamily="2" charset="0"/>
              </a:rPr>
              <a:t>Ferramentas digitais como e-mail, mensagens instantâneas, videoconferências, redes sociais corporativas e plataformas de colaboração facilitam a comunicação entre funcionários, clientes, fornecedores e outros stakeholders, permitindo uma interação mais rápida e eficaz.</a:t>
            </a:r>
          </a:p>
          <a:p>
            <a:pPr algn="just">
              <a:buNone/>
            </a:pPr>
            <a:endParaRPr lang="pt-BR" dirty="0">
              <a:latin typeface="Montserrat" panose="00000500000000000000" pitchFamily="2" charset="0"/>
            </a:endParaRPr>
          </a:p>
        </p:txBody>
      </p:sp>
      <p:pic>
        <p:nvPicPr>
          <p:cNvPr id="3074" name="Picture 2" descr="Ferramentas de comunicação empresarial para usar">
            <a:extLst>
              <a:ext uri="{FF2B5EF4-FFF2-40B4-BE49-F238E27FC236}">
                <a16:creationId xmlns:a16="http://schemas.microsoft.com/office/drawing/2014/main" id="{E0F18311-D2C0-B4DE-20F7-B4A37507B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548" y="5570099"/>
            <a:ext cx="10914243" cy="559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9758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F36D8-11A4-989F-61CE-130907956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953C7FAB-212B-14E1-2668-5C5A73EFC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C12B49A3-7A16-D6DB-6C07-08A5F8468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B04B5D24-37B3-2EA4-63E4-7510C42ADD7D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AB2A29B4-DC64-DEFD-B95E-A63E5ECC3369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882050D2-190F-6D11-9430-42D2AFA04F85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51671C0A-3E5D-583D-85CA-0FA661056DAF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E40B0FB0-5AEA-C95E-FE7A-FFE5BA6E166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1C28B8D3-E1CC-975C-F399-1F9B2DACE98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23B2BEA1-D31C-7773-5581-57A04B3221C0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D1B74428-9E8D-6FBD-C34F-7A9E3B541016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5917D8B6-6763-06F2-60BD-0967817E9F7E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618D428D-1211-E2CD-C2BF-CAF6CFB5C46C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EC6253E5-7BA9-32F0-B9C7-298A2F30DFDB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A4AA8789-662C-01CF-59DB-6D020BDBDB71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87EEDFFA-CC45-B7C9-C36F-7107DE598B6E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FFB0038D-B913-B851-17C0-592529F3829A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652C80DF-2235-79FF-2A21-50E35998AE60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F2071519-41AA-32C7-91E2-E998F136C929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423F2F3F-E049-FFE1-78C4-6F3AE2EB9AEB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BBAE66DB-CCF3-27BA-896E-DE4C6D018423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33497AE8-03DC-EF29-D3CC-EB4A3E204C69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BB2763F9-3A89-A7EB-FDAB-04A7CFBA240A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3486B10E-4853-E774-27DA-DBCEA529011C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57E57EF6-2622-BF06-636A-EA687AECDCAC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129976C7-78DB-08C3-0CBC-EA7D079CE7CC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6219523C-A30D-694E-94BF-830B48A8931C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ED76F71E-EC08-0290-492E-CBB53B3A4F1A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F225FEBC-695A-D7E9-9CE3-1D428E4395D0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7C8C70E4-67C2-24F8-3E35-F812982077BF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01968F0F-BB97-2CF5-5332-853F483843E5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8EC2B739-E1DC-73C8-37C8-BF77D5C0FC7A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0A3384FB-6F1C-439F-C078-C6777AD1D80C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66E6FC15-A434-8D16-9436-5CC6710B76E3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1CCA592C-1E01-EE85-3C55-9F24A407C356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3B82BBFD-2F2E-9855-53FB-D90A9AEB3078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F2564698-3EE3-FE08-20D1-B404F52CC32D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41C1CBC6-67B8-CB36-0088-906FDC760610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1C7F079F-1A4E-105B-0950-4990822E35AA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9182547F-A375-2694-BEBD-D1E0072DEE59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D66DA728-AEA9-3CCA-3C13-F72D69D4D8F4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56E174CF-80AC-68B2-E191-40E0D2D56F1A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94563FC4-0D59-4573-C0B0-CCE39C18DD2F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230DBA81-4975-60A2-EAC2-A7880BECC733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C86BC31A-EADC-12F0-E3C3-C046B656A17F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E597B774-31DD-FDDF-33C0-B80676DCFE22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6F2EFCCF-9877-86E8-A7AE-A9A852D86CBE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9005AD54-5C8C-2336-101E-991787E586A9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9EC313B4-F51C-BA24-1D43-F3F3E4C2340A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2820249A-D858-229E-18C3-5C2FB40FA915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1044160B-C9F6-F06D-F5BA-9564B459E864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0222E6DE-22CF-BB67-2047-C4F34EFB9A39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1C3B12EC-A293-6B06-AD75-800EA211837E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DF17AB29-09F8-2AEA-DF2A-6CFEC3A5018E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021FEA38-0E7F-B639-57A3-F895DD751C15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71248E73-6FD4-2F89-F36C-55C2E1DAEBDA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22F5CF61-CA11-4C5F-6598-F1C9AB67AFA7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FBD38F71-DFFD-F54A-FE32-AF3176D00EB9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EAD9C19E-F739-1FA4-8E20-D20D188B42AF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410CF87A-8B69-8F34-6120-31515D662A60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A54A418D-B2C9-7420-515B-8033564957D8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B045D069-BCC3-158E-079C-126A9B999B1B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6F8DAA96-3ED2-1CBE-C2B7-C3E556C79DF9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1A586815-CB01-A669-C43F-1A4C1F2E2B61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3FD52D48-C4C4-12D3-265A-402FBA71559F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270B0991-F2C3-20AA-13AF-98ABE60C18E5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A9A7E8AC-3F6A-5C02-6322-DD57A953567A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D4624653-B5A4-D064-09A4-A5D2C0FCC1FE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E8720327-A698-1106-FDB9-C360347E3157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C1C37379-AE1B-2A00-F595-258DC9D9D603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A24F3B4C-BA8C-929E-9A20-B3F71AE42C75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72EB70C9-F7F9-A005-48DC-CE3433707259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09EC541D-47FB-1104-47D9-24D361916937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A9C4E206-8744-BC84-DD8F-F4775B337343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AF3C1DA7-60D1-C1D1-D89E-FD81704468E4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8C4334E8-5FEB-71F5-F0EE-3D4AE2EDF6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FC280239-6E8A-3C5C-F0DC-7265B8BFA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19364" y="3329589"/>
            <a:ext cx="8177100" cy="6924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4000" dirty="0">
                <a:latin typeface="Montserrat ExtraBold" panose="00000900000000000000" pitchFamily="2" charset="0"/>
              </a:rPr>
              <a:t>Análise de Dados: </a:t>
            </a:r>
            <a:r>
              <a:rPr lang="pt-BR" sz="4000" dirty="0">
                <a:latin typeface="Montserrat" panose="00000500000000000000" pitchFamily="2" charset="0"/>
              </a:rPr>
              <a:t>Sistemas de Business </a:t>
            </a:r>
            <a:r>
              <a:rPr lang="pt-BR" sz="4000" dirty="0" err="1">
                <a:latin typeface="Montserrat" panose="00000500000000000000" pitchFamily="2" charset="0"/>
              </a:rPr>
              <a:t>Intelligence</a:t>
            </a:r>
            <a:r>
              <a:rPr lang="pt-BR" sz="4000" dirty="0">
                <a:latin typeface="Montserrat" panose="00000500000000000000" pitchFamily="2" charset="0"/>
              </a:rPr>
              <a:t> (BI) e ferramentas de análise de dados permitem coletar, organizar e interpretar grandes volumes de informações, fornecendo insights valiosos para a tomada de decisões em áreas como marketing, vendas, finanças e recursos humanos.</a:t>
            </a:r>
          </a:p>
        </p:txBody>
      </p:sp>
      <p:pic>
        <p:nvPicPr>
          <p:cNvPr id="5" name="Picture 2" descr="Análise De Dados Para Gente E Gestão: Como Implementar Corretamente?">
            <a:extLst>
              <a:ext uri="{FF2B5EF4-FFF2-40B4-BE49-F238E27FC236}">
                <a16:creationId xmlns:a16="http://schemas.microsoft.com/office/drawing/2014/main" id="{231B0DAD-08E2-4246-9832-C321C6D14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81" y="3598288"/>
            <a:ext cx="10285556" cy="6788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7272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5C576-73F6-9064-6C2C-698C8BDAB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A8F6F099-54DE-2EFF-5DFB-E77C35F08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36A9D741-3FC8-77BE-2A1E-69CC79830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6CED535E-F560-D677-302F-D25B387712D5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02E42FCC-1A01-4B13-305E-48C74E35935A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F048D2AE-8C83-E595-B27F-D2D07330C72A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7CB4886A-F77D-1A33-D5CD-F1A81FB82196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CDE1930C-96BD-FF57-FB9C-C3B4DC9B305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1CE352DB-9DB1-09AE-79DF-22BC7D4F1A9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F76BF02D-44B5-36B2-B450-50738C7AFD3E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D62C5F54-9841-149E-0E1E-AEC64A33BE34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BC04741C-0D0B-759D-3377-64DA20A0E704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95EAB7CB-6094-DF53-9CB7-27DE7584DF07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B56668F0-08D8-85FC-C7DC-D8053B9BF36B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833ACD0E-4E3E-A4B1-DC64-CB6B7EE5614B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DEE59F1A-4051-C526-23BE-DD6E40190D2B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CDBF5065-CEF2-8DFE-FD9C-4ED5FD3D562C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E6EF8ECB-F721-B36F-0D00-56ABE9E761BE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909F3602-89D4-1050-1DF3-F9CD3A330E0D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A7FFE0B1-EA5B-56D6-9BA8-5F5A878C6537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06C1BD9B-5CAC-6D74-DFA6-59D97BB42290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1F55F5CF-12BF-823D-12FF-F854CBF12750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9117B951-8ED3-0E5F-D2B5-CD5688872F4A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6097A61D-B506-62B2-3DD6-030EC961CAD0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2C3EAB55-2C74-9F76-14FF-08BCBAB4A95E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287A50E9-BAA5-EACC-A381-5D30DE71EB59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89066D31-9B6B-EF01-E127-A430F7D456A3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56AB7F00-9B7C-258B-5932-9B7F006164DA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39FCB5EA-4E8B-13AC-A6A1-1AD9C8D72DFC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F3A57A8B-FF87-F5C1-BA4A-8453B6382C20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03D0CD9C-D633-B838-D2BC-3D743B3DF116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474F38BD-74E4-6EF5-D7AA-78CF6FE22937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B62711EE-D420-3FB3-BFFB-99D74DEA21F4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CC618DF1-D002-CE46-E529-4C72383AAE3C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3F6EA0B8-15C4-B715-D55C-FF9B874FA451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9763D1DA-6522-F054-57E3-B6F5C4A8379F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73547A82-E185-5FE9-EAFC-987CD7050850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24AE5F88-671A-947C-C574-13A62C6732E1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47910AE6-F54E-662E-8213-F3D75C6A7B54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ADCF65EA-5FD4-1D63-DCC5-48BFC512CB14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46B6CBED-891C-D7BE-A9F5-5FCC62099DE8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125C6139-16A4-C1AB-0AA8-3FE7EBCC4B88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52E5FEB0-150C-394B-222B-B97324CFE1CF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9EB92051-BD74-94E8-1156-4ED82A4C33C9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2433EE1C-AD23-548B-424D-63308751D191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B6A12176-C238-A072-0EBA-78FA97DA98C7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65827DBE-1475-0A02-A5F3-139210CB27F0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F09EED70-464E-015E-6ED7-493A68ED1D41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F748C18E-9BB9-AA58-9A71-96ACFF98F154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2174A1FA-7C2B-FF4A-DA8F-3431651731CF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3C6E4703-538A-D7BA-604C-A8F9DFF467B1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13D91AD9-F483-6EDA-5E9E-45B905D2F110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CFC91C19-BF45-B2E3-6B48-92BDB0B78C45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4D2162B1-72ED-3579-AB8C-A3C3A1CAACDF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E4F9049B-08D1-BFFA-EBE5-2A952DA51BA4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CC6F7914-3CD5-B625-611F-CAC90E897419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1FB33905-E090-7584-B7E3-07245763D1D2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347F04EF-9976-37A3-11D4-AE33F73D445D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16856844-F922-07EE-025A-67FF1BB4BD95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E2A35599-3555-3755-89BD-A483240CA904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AB6FECB6-8EAF-34EC-6C7D-50F1584FD9BA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B0A1F920-17F0-EA5B-4C0B-DDF46DD97CA7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641DF1BA-2EDC-0073-491B-10D9319D63D7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25BF4B86-6295-E9AE-8A64-E46627B50AD5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81FBD9A0-D050-23B7-A35D-AA44B00754D8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E375BD33-4ABC-705F-CE38-27F2F1F59B34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F7E95DE2-F6B5-E1A5-F8B1-293C679DFFDE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BB8DFB11-B852-CDE6-1538-2194549E9173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EB4E8A7E-A990-96AD-B681-0D78FDE05BFE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B2CB8CAE-4975-0B9A-B8CF-2ED0972432BE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9C985FDF-0CC4-5D8E-E008-78C3548280B4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F96102C5-0AD5-0B1F-2934-587D84CC1A58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8FB8A8B4-F287-D1B9-3509-96D6BF4D5D4C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914E83EE-8476-7BA8-A139-494A25C3C590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977E0587-9E99-64D5-4EE3-E36E6B3D7B1A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624E813B-9EA6-41A7-758E-D79C2A265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5EA475B7-2126-2F0A-470B-05C014152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04" y="3787471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7098C8AE-4CA4-BF7C-5895-D04DD8E88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6238" y="2296787"/>
            <a:ext cx="12172540" cy="8229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pt-BR" sz="4000" dirty="0">
                <a:latin typeface="Montserrat ExtraBold" panose="00000900000000000000" pitchFamily="2" charset="0"/>
              </a:rPr>
              <a:t>Você sabe o que é revolução digital? </a:t>
            </a:r>
          </a:p>
          <a:p>
            <a:pPr algn="just">
              <a:buNone/>
            </a:pPr>
            <a:endParaRPr lang="pt-BR" sz="4400" dirty="0">
              <a:latin typeface="Montserrat ExtraBold" panose="00000900000000000000" pitchFamily="2" charset="0"/>
            </a:endParaRPr>
          </a:p>
          <a:p>
            <a:pPr algn="just">
              <a:buNone/>
            </a:pPr>
            <a:r>
              <a:rPr lang="pt-BR" sz="4000" dirty="0">
                <a:latin typeface="Montserrat" panose="00000500000000000000" pitchFamily="2" charset="0"/>
              </a:rPr>
              <a:t>O movimento surgiu com inovações tecnológicas que trouxeram mais rapidez e facilidade na troca de informações, além de mudar completamente a forma como as pessoas se comunicam.</a:t>
            </a:r>
          </a:p>
          <a:p>
            <a:pPr algn="just">
              <a:buNone/>
            </a:pPr>
            <a:endParaRPr lang="pt-BR" sz="4000" dirty="0">
              <a:latin typeface="Montserrat" panose="00000500000000000000" pitchFamily="2" charset="0"/>
            </a:endParaRPr>
          </a:p>
          <a:p>
            <a:pPr algn="just">
              <a:buNone/>
            </a:pPr>
            <a:r>
              <a:rPr lang="pt-BR" sz="4000" dirty="0">
                <a:latin typeface="Montserrat" panose="00000500000000000000" pitchFamily="2" charset="0"/>
              </a:rPr>
              <a:t>Também teve como objetivo trazer novas ferramentas, capazes de solucionar problemas e facilitar o acesso à informação.</a:t>
            </a:r>
          </a:p>
          <a:p>
            <a:pPr algn="just">
              <a:buNone/>
            </a:pPr>
            <a:endParaRPr lang="pt-BR" sz="40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674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52F29-BF34-1A29-E091-98C4C358B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55E30A83-28FE-1615-FCAD-5DF731F62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C95D9DAC-3E2E-B37E-EFE7-38FC628F2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9804E88A-E8F5-8E4D-63D0-12D8171E9B84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8677D9E5-9547-55FA-278E-0DC7F814797B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36CC7DE6-47DA-EAA6-8A7E-C2D1DB01AF3E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65AB9AB7-6F39-AB38-1948-A8A32571A91F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02CFFA31-4FF4-79EB-0A35-61A4A251EC0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79838D27-834E-D432-7FE3-6BCDB98374B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ACA58308-8951-CC9F-B1DD-2B6558477A2F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54693656-8DDD-C3A9-1BDA-C0BF8FAB691B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DCB387DB-4E64-DD4A-399A-1FE5D00755DA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FB7806DE-B067-B66B-7E53-689BF749A508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BD3A310E-05C1-278F-C1E9-B60C6E7BC4AB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F33470C6-80ED-F1F6-E6C0-A527559B9B34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86F951E1-1CF0-257E-447B-07D7804AED6A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F26EA846-EDA0-E5FF-823C-90E946E5AE13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F31BEC10-5280-DB5A-B462-B20402280BBE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C42534B9-A6D6-7C8F-C9CA-CCF1FC87418D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7B3CFC27-19E1-B95F-16ED-6BFB855C1916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5DD3F248-F294-58E6-7505-F50036529BBF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F06A5103-6DE4-D4AA-DAD6-073FEFE0E651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2294B724-9B66-5F4F-7420-003916F43C30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06B1A1B4-6D31-199A-928A-200E11906A93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1AA68A9E-3CC0-2ABD-D641-281BE5CB1FC3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ECF0C23C-EF81-6804-5EE7-E9339E0748D0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EFB52346-B84B-1274-A427-00B9BCCD89A9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AB38B75C-CD13-0D38-4778-E5B3433376FA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802C7E62-8B2B-42CB-D7FF-E9FEB26CB329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E747F418-694F-0F1D-FB88-227C420DA236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9EBBC309-4DF1-927B-3337-E0DFF4FF7F1D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E092872C-EE3D-5BD6-93EB-C203519CC22F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CE6FDC9B-8E40-F118-2B1E-9EB481413E92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F13D0B31-2D26-F8CA-F95D-72497A275C25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6A83C4FA-0F7F-AF8F-4E60-4B20242C0B68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4B207617-E193-DF6B-E7E7-2838794A8E2A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058F6EFC-C0B7-B934-9AE0-697C484153CA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51017E93-0927-6463-8F37-5802CD5916F2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9D454A35-6C77-286A-7550-76C7D6D31FB2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5B010F3F-3419-E453-C930-8721A6F374E8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85CC5E11-B2F4-EE54-4B9D-D074CCFBB304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FF82B47A-0454-7A76-1333-188351DDA451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351601B5-DED8-2C76-D3F5-42860B0EB7B0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DE74C162-38B1-9803-5C5D-CCC6EE761857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A8E85061-4D31-0192-E8D2-664E7F1F02FE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68C28AD8-A4AA-25CF-F3DD-31D0B1C5008B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80297AC6-D9B1-E5E6-F650-1DA10E082C1A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8B3C76DC-A885-AF7C-3316-F68E831E482A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B07B80FB-D369-6853-1C81-477B6372BD7F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1B97116E-C5DE-EC72-B9A3-63837794E0AF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8B46A7AA-F5E6-5785-D662-488B616F9A7D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52BA69C0-FD78-FF87-6F27-DF61B79BBF08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2F1FCFBC-AC19-5315-A182-F056344C3BB1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1F209850-3C4A-EC87-0E4A-C4E9D4D4164D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06D6D67C-E740-A0B1-166A-21CD7D7CA5B6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51E8B761-1D61-F073-1570-51C87B6CE021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951ECC54-709C-B928-C2F7-A6F8F9DE695D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42B7FB74-EFBF-49CB-DB2C-DCA60B93643B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EA1FD9DD-E903-BCA3-721D-9516CBDF0983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F20E90C5-0806-1F8F-F7B4-7CB8812A37B2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4F62D042-3598-2C93-4060-FE9090292F2D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27B0D187-9C2E-2FD6-C1BB-52922F8F652D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032B08AC-D249-BE32-10C0-469C6AC6C6D9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B12D2A8A-C714-A3FC-E495-DE23DBFDBE3A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5F158D02-6032-9632-754F-9D90C909DEA6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BF9F050B-0F91-BEBA-46CC-EAB91432039B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5F17ABA5-531F-3053-A6A4-73A6A03EAA23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5902D22C-30A6-1640-F342-D8230AD8F344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26EF25BC-68AD-25BE-1460-3A7E52532FDE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45310CB9-C837-4712-FBF2-ADCF72C7F726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BD8BD4BF-837A-79E2-E6BE-AEBA5391C82C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A5C49445-3A02-283D-9E5E-EA63730C734D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D5F0DEE5-5422-A2C3-DECD-C11CFAD45D36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B706BA72-F535-3A39-AA46-5346EFCAB581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595B6A9C-D673-7F1A-DE0D-815808433F0D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9F35A79A-C9B4-7F39-FB88-8B1C36C7D0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3BBB4564-A4AC-DED9-9344-E85D426A8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04" y="3787471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C339A38E-8F0A-80BF-C9FA-34AE10638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82579" y="2736084"/>
            <a:ext cx="6679315" cy="7786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4000" dirty="0">
                <a:latin typeface="Montserrat" panose="00000500000000000000" pitchFamily="2" charset="0"/>
              </a:rPr>
              <a:t>O A revolução digital é conhecida também como a Terceira Revolução Industrial, que ocorreu entre 1950 e 1970. </a:t>
            </a:r>
          </a:p>
          <a:p>
            <a:pPr algn="just">
              <a:buNone/>
            </a:pPr>
            <a:endParaRPr lang="pt-BR" sz="4000" dirty="0">
              <a:latin typeface="Montserrat" panose="00000500000000000000" pitchFamily="2" charset="0"/>
            </a:endParaRPr>
          </a:p>
          <a:p>
            <a:pPr algn="just">
              <a:buNone/>
            </a:pPr>
            <a:r>
              <a:rPr lang="pt-BR" sz="4000" dirty="0">
                <a:latin typeface="Montserrat" panose="00000500000000000000" pitchFamily="2" charset="0"/>
              </a:rPr>
              <a:t>Ela marca o início do desenvolvimento da era digital e do uso de computadores, celulares e internet.</a:t>
            </a:r>
          </a:p>
        </p:txBody>
      </p:sp>
      <p:pic>
        <p:nvPicPr>
          <p:cNvPr id="5122" name="Picture 2" descr="Descubra o que é a revolução digital">
            <a:extLst>
              <a:ext uri="{FF2B5EF4-FFF2-40B4-BE49-F238E27FC236}">
                <a16:creationId xmlns:a16="http://schemas.microsoft.com/office/drawing/2014/main" id="{47FA8B35-15E0-6B8E-51A5-F25EED382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839" y="3208661"/>
            <a:ext cx="10646273" cy="710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098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772ED-5B2B-5D87-CACE-0B0FBDF56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61CC77B4-AF87-8F66-B5DA-66245D6B5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AB181E8B-2701-73D5-8912-9BF95E05F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2A428DB6-6E35-343D-B5B6-CCE43AE2DF35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9F2C1409-D723-6ED0-7B21-D145E4FB7A37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936E334A-22FD-6ED3-FA8A-15D05A85A43A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09E32FDA-4F67-3D08-A185-9B8BFDEB57F9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8283B755-9B99-C1D0-56FA-B00849D5C5A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EF4DE5B8-8AB8-1AC6-94FC-DC7C217544D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32EAFDCC-1D22-27DA-DC0A-C35627D71697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3E136C66-9920-2A5E-672E-E0F490A8DE3A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FE5983ED-F2A7-F404-2BCF-CCC18ADA9A41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0DD99235-65F6-663E-142C-FD384C4A2585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73F05D23-1F8D-6FDE-0828-6E646FCC574A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B1C355A9-EB94-6908-AE62-C4AD17E95F01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FF8E93D1-E647-B661-1A69-4ED90C759AF0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11388770-2043-BC27-FF9E-0E0A61CB91E3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30DAB5ED-6A55-B3E4-3502-69E56248474C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6ED8EB3E-C4C2-4CD3-1A9C-8AC4D7F2DCC0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5BC205F7-0246-2F84-A634-77CF00A4B258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AAA33879-F9AA-BF77-4E47-E7A56900861D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A6E18D2C-C31A-42E9-DE48-BB622C0ECDA0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4CBE9FB4-253A-D3E6-4A18-551D1A0A7FF1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60E93FE9-C6D8-2725-5A2D-9F4689C6E7B4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BAFC5EF5-5ECC-914F-5E72-A92AB0335452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2879B0E3-E585-93D5-2500-066B11F0F34C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9B0F85B2-CD61-2154-D449-8A047759E37A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E5005046-186D-71B5-9AF0-039A57E410E7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C6C39D82-B6EE-077D-D13E-6CC22DD1FBA0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4336BE1F-698B-C02D-B677-8F1961FC4585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E3D7BBF6-C932-46D4-1698-264D47ED67B1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7E1FD12B-8419-12FC-E0FF-F870D8B4F1A8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7C8F415E-68AF-4250-3BD6-C291CB1D4315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40989D0B-C517-1CBF-E44C-2EAADFA3F285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68339003-E7FF-BA59-1502-5B7706ADEFEA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FE342805-19B7-E458-639E-7F1BBE664564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7428D810-23C6-1086-8A56-3863EAA15773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11CEE3C1-705B-EA50-5564-2880010CC608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0B29F2F7-1734-1FE6-B07C-A98C46199327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3FF87EEA-9C61-0C7F-4BA1-595985392BC9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6CCA1091-8B2F-4A33-9525-D57CA0E00AA2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EF75B36B-0254-EFCC-3310-1A021E68F6B9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89A4DFCC-64C0-F878-BC34-17B2A2D0837D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6521AB43-AA56-A52A-512B-FF8A9EBAB458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FC8D7A8F-50D6-74B5-90EB-9D881BBDE6A3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0832A5FC-A123-A95B-5D6B-5F663EF4A3AF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A297815C-C76D-3EB8-C2C0-871EA70A1667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502D9D37-8476-9FBB-A44B-2817D6497309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84B26B35-46CC-2759-1C51-C021AD961839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43C7B899-E563-7D9A-78F4-1FE313CAE2DB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DAB220FA-19F8-FE0A-21AA-8BFFF94ACA34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D2A21708-59E5-C221-378B-4AF68972F189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313A424E-4D2C-4441-12D3-F4DD70E7E7EA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EC3302B3-3CE0-BF12-7B71-925B4E5AB34B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1FA7E7E8-49D0-4547-96BD-4FE29F5A2A44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5D5763AC-02B4-6DAF-64D8-5AE30B963357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94A835E6-F21C-29EF-24F1-5F10EC7E6AA1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23629581-B3BF-67A0-B700-00C21D539FBF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FF25B46C-7CB7-B790-9754-644282A4BAB6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4D2DE5A8-D255-858C-BCE5-343418E6BDEB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724AC9A9-28EC-B912-8E68-E390823FEF33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7742E839-7E71-431B-B9C3-278DD7C89B18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478AF685-3231-D88B-1931-6FD83F3530D7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27F8484A-57F2-DFF3-386D-7ABE9D7BCF1B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B38B4BE2-7967-D2B7-4737-54F606A69705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4D731533-8557-DEBF-1DD8-C520D700FB6C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4BD6D3DE-B6B1-052F-B266-DD6ABE095BC4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2A4B69C0-2399-221C-F291-A15D60EDCCD8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560BE6A7-5C16-73BA-A5F5-1434648442D1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E9989E1C-E445-4F13-B2F5-3409C48F68EE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1CB1757F-9BB6-78B7-B4D8-B669DA2D40E1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A3E526D6-0854-6186-F0D4-FFC8AAF6F437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A41443D7-DD31-9B6E-E463-056803B46282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2E37B0D6-FB9E-6D67-91AE-AD92FCC4B01B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7FDFE41C-E4E0-53AA-A871-B30F80543FBE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91524F9B-E472-DD02-981C-CBA2DA5180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6688F5BA-2EEE-F0B4-61DC-2169AEC44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04" y="3787471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CC5D77B1-F0BF-38B4-6A00-016DFEA17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05149" y="4163662"/>
            <a:ext cx="6481439" cy="5200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4000" dirty="0">
                <a:latin typeface="Montserrat" panose="00000500000000000000" pitchFamily="2" charset="0"/>
              </a:rPr>
              <a:t>Em 1950 e 1960, as forças militares e outras organizações já usavam computadores, que logo foram introduzidos para uso doméstico na década de 1970.</a:t>
            </a:r>
          </a:p>
          <a:p>
            <a:pPr algn="just">
              <a:buNone/>
            </a:pPr>
            <a:endParaRPr lang="pt-BR" sz="4000" dirty="0">
              <a:latin typeface="Montserrat" panose="00000500000000000000" pitchFamily="2" charset="0"/>
            </a:endParaRPr>
          </a:p>
        </p:txBody>
      </p:sp>
      <p:pic>
        <p:nvPicPr>
          <p:cNvPr id="6148" name="Picture 4" descr="História dos computadores: Década de 1950: Os primeiros computadores  comerciais✡️ Descubra o universo das apostas online com agente  administrativo prf">
            <a:extLst>
              <a:ext uri="{FF2B5EF4-FFF2-40B4-BE49-F238E27FC236}">
                <a16:creationId xmlns:a16="http://schemas.microsoft.com/office/drawing/2014/main" id="{3A338379-6BC1-4141-D842-5E9B66B41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197" y="2487899"/>
            <a:ext cx="11439525" cy="825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100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69622-F5CE-22F2-375F-1C271C121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A73E0915-6DD1-F874-055C-53F59FD91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1942037C-B1CF-B8F0-0414-4EE85368F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F8939645-7106-617C-2A36-B3B83C372450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DF0D84D1-2D26-946A-7DAA-F4841C830DBD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CC05552A-2AAA-899F-3F39-170501001EBF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8529A845-4420-FAE3-BCB9-6CF4AAB1550B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A59FBCED-6CDB-9FC3-54EE-330AF37B3281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2A183BF4-98B5-4795-919C-BB88BA04A43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39EA7375-AF2F-C632-C8FF-63A3056B87DA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639CC776-964C-A6AB-3B54-F28D7A215CD1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5D88E93E-5F82-FC92-21E9-7F08EB606714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AFB61CB9-C172-BC7C-255E-96ECAA7CF5C4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A4B76F91-4B80-DB28-1D36-D24F7BFD2BA2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13CA750D-6B62-645A-F010-E95AFFC47BC6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06D8EC58-FB04-0CFC-FD13-EF2DDA363EAB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0E5C8ECC-8ADF-AFCD-3886-EC9EF5B99F88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8F6E52D7-B0FF-8CF5-F2C2-AF778BC65066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BC45F62A-28E0-DDFB-67DA-F84B373CF64E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BA1AA821-EDE7-0AE5-598D-5D80617DB284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8BB3528E-804F-EFF2-B3E5-E7980A6465D5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0659FBC5-9B55-48AD-19EF-D662946E654F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8FB9E4A4-08AD-F9D2-A7CB-07A5B5A95003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F1C943E0-962D-B715-E85E-0861245313EA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A357DF2D-449A-0768-C185-62EF6B70A069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6F5E8337-BAE7-CF4C-A224-56F3D097F81C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C02BE6D4-8295-8084-990E-E882A28D4C91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07A507E2-6BF1-D8C7-F822-280A72977AB1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8958376D-E762-CFCA-9FF5-B06D896941F5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D109ABCF-80BD-2994-1A72-5FBCF92DBF9B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94F3E2AA-D2C3-052A-77B7-9BBBB514B670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AF9E4B0F-3DE4-D184-10D9-585D2A2AA7F5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2E5D499B-C4BA-85D7-D54A-D17B0101559F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B42B687C-0827-0696-5221-C3A84388734B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E045E1A2-ECB4-E60E-DEF6-C3945051B5F1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856D2CE4-F329-78E1-C843-86B36DD35B92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DD8BE1AC-2EC0-B105-C1BC-4D2150E7DC39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F6E75172-8C74-D204-483A-367169565792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9E97C54F-4389-FD0A-E643-D8F1C5D14104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229C73E2-7EF3-E7D5-31F7-90ADAB94109F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28ADFEAD-ED2A-1C24-62B0-9D9187E023F8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E1E01698-C473-7907-84C4-46438FF117EA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DC879158-5F10-0BA8-3A90-A394197544AC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6F6F7845-9BEE-E32A-8616-757362D5060C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D9DABD80-3223-4C6C-34EB-ED1B8EE7028F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21513E36-4294-E769-E256-2B7BF4A99818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30164421-D3B2-7E90-3EAF-7D258567F7EB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D54168BE-CC4D-05E0-2548-3E520E5CC60A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88D51DFA-6D56-1737-A9BE-B90533FBFE0E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ABF49EC7-3961-07A0-61B5-321BE02E3407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6C85697E-0222-2FD1-3747-85D00C5BB619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F4242C70-C9B2-FE17-68C5-A9E0AFB59E4B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ACA53C49-DFD9-7EDA-0CB9-3064AC300B88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914FAB35-897E-10C7-539B-F792E6ACD200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A96603B4-4636-03E1-CCBB-5109CEB6299F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8D98D99E-6E4C-FA0E-C0EE-498BFC825008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A8958144-ADAF-AF48-6167-49401E721A87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80CD6B56-87E0-C73E-6DA6-42B3716A2874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AADDDC21-1E22-B959-95D8-5994473FFC84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F0DB9F67-05EE-6B00-FB8E-BB9914334585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816B4297-B33F-E5B6-A7F8-42F84DEB76CA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AC1FC411-F6D6-FB71-2833-4897671BAF20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0D6472B5-7561-3782-7DDB-15B372FAC51D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C47A73CB-E935-1131-1A0B-9E821268FF51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8EB073C0-1AEF-38A7-32DB-28E22380480B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01DF22C8-B361-3C14-42A5-91DE25E59F18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2FD6D8F3-F960-607F-A342-1547E289E3E7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ECCCD3DF-18ED-ACC7-97CA-D92F07E3CF57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BD7AF83B-BD60-18E2-414B-DB212A28661B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BD498FEA-4554-F734-DB55-9FC111FBEF61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DA52B93A-403D-D843-717B-ED9E023E17CD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5D49AA4E-3217-0E4B-73DE-DB531709B429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FA50A10B-D589-E9D7-A1D3-1123E60EEB25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4CA0786B-EEC4-4612-F25A-1BC0FF78DE14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676A9E36-D83F-C6A9-5414-FD1A25842545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DEE57C99-CECE-C178-A861-7BA8520CF2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60AF41C1-5EB9-CC97-297F-D3C60CCC7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04" y="3787471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724CEE11-2372-BD79-1ACA-8DAA6D187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6396" y="4143270"/>
            <a:ext cx="6362737" cy="5200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pt-BR" sz="4000" dirty="0">
                <a:latin typeface="Montserrat" panose="00000500000000000000" pitchFamily="2" charset="0"/>
              </a:rPr>
              <a:t>Com a tecnologia, surgiram muitos empregos, e as empresas começaram a utilizar os registros digitais e deixaram os físicos de lado.</a:t>
            </a:r>
          </a:p>
          <a:p>
            <a:pPr algn="just">
              <a:buNone/>
            </a:pPr>
            <a:endParaRPr lang="pt-BR" sz="4000" dirty="0">
              <a:latin typeface="Montserrat" panose="00000500000000000000" pitchFamily="2" charset="0"/>
            </a:endParaRPr>
          </a:p>
        </p:txBody>
      </p:sp>
      <p:pic>
        <p:nvPicPr>
          <p:cNvPr id="7170" name="Picture 2" descr="Procedimento de arquivamento digital dos documentos após fechamento">
            <a:extLst>
              <a:ext uri="{FF2B5EF4-FFF2-40B4-BE49-F238E27FC236}">
                <a16:creationId xmlns:a16="http://schemas.microsoft.com/office/drawing/2014/main" id="{91FA2657-DC49-37E3-6F35-34E925404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982" y="3411308"/>
            <a:ext cx="11122984" cy="6256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8285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E618D-9695-BD6C-F478-709632128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617BFCD5-B8B7-884B-9B8D-CDA91E73D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C99DAE5E-8ED6-9195-B4E5-E9F0E26FF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BA21BD33-C52E-15E4-28D0-8947D7432D54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CADDFE63-B5F0-F379-A93C-CC2652F4F707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9943BE89-DCDA-8318-2C44-7E014D2C0D5D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BD0B901C-6082-4F3A-8A60-24DB89831F60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1CF1AE92-F423-945D-27BF-25B6379B4F9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19815C32-28F0-6553-6D73-4F1B1840AC56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31C930D4-3341-CC96-B504-92367B72BDC3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51ADCD6E-1A58-8F33-5068-0AF0D6A0C5C5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38E9804D-32C4-72C3-A2C9-4D102DEBC5D8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1439645B-15E7-BAD2-E821-1F232CD38F6D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D0C7EA23-251E-E29B-16AE-3085C41444E2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A6085E75-A457-2C7D-7700-50C6F8F67F9D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A3538813-181D-431E-950B-64F96910037F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23D5E028-CB8E-FF65-E319-48A246B673F6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12389DB0-14F7-0D01-933C-BFEE60E0C3D2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54FA66A2-48B3-0D17-86CE-73FA3B86CFC9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39B5BFEB-0EC7-4855-675E-9AAEFA4D2367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73E1239D-A656-D378-F633-B3018B599D5A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C16F917B-650A-DE5B-8659-BA069A0C98CF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1D7DAB91-F7F2-2588-B765-6EF4CCBF314E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1AA46E4C-38A5-C1D5-9897-CC2E1853258D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39D41A56-C060-C464-0E04-918E50DD9E3A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9E1A0FDB-923E-8458-53D9-454C59C4CF1D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3562584D-F3B6-2C0E-C82C-DB89508295D2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DB405640-36A3-A2CC-ADAA-90A476ACEB45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B421D86A-C0C0-C58C-9DED-1DAB6B0318B1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BB8F008B-109F-E892-5A9C-D1B1EE240D4C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6A6EEF29-130E-C1C3-8250-B69A159BB793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0DD616CD-989C-01FB-0BE2-7E16BF299A79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9D46D43F-21D5-C1AA-DA1D-5C1FED139BB0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B7644153-CDB2-6021-F172-C2EDA453B3F5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3D25C89E-C552-EBED-3E96-36B4D28D1999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3CC0432D-B1F6-84A5-D455-D02B98E63B39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7005DF12-A7BA-6FA1-5398-DE61BDDCE261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DB8AD0AB-F7E9-BDF0-F2C2-4C64F7F8172F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0AAEADD1-9D83-0DF1-D736-8AB12D3B6B59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6F3B29A7-F7E1-8AB3-1A95-343930369F90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3BB9BB23-D66C-CE5B-F47E-2CA853C3B4A6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864F4FFE-11CE-7F17-9915-F8A6F6BB356D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848AB8A8-CAF0-DDAF-B913-485E71C20343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6F0ADDBE-1D32-06A7-A105-BE0093DEA73D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065793BE-6F8C-E7BF-BE07-F87F12E8D224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C0A1FAA7-002C-570B-A0F2-4C984964F457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B0181E43-FFB3-B3AD-8858-6CEC63CC8F08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3938146A-ACCD-9781-B457-9AA8848C146E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4F375E91-D634-1223-7679-4D5716AEF507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A7C74200-842F-8401-413B-8AD95E5590F8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420F78E0-7FDF-00B5-949A-19F51BE0F8E7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BE9AFF18-9768-E630-6B06-0370D44030E0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2A8E61C1-CDD9-8475-71E9-AB329611CFC1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814D28A0-C8F3-8F04-E811-0031BADA10C3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8C18DFD2-4A58-1AD5-1C93-7A4752693B0E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285CC7D7-0778-566E-BA48-FDFBA2A95EFE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F0DB7132-E381-BDA9-79D0-854A67D95FB1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E90068B2-A88A-A3D4-4B2F-8AB7818056FB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8775934E-6DEB-D2C8-2679-EFF6078B01D6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C22EF06E-B0C9-5CF3-E294-8B5B1FB9724F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7585F08F-8F2B-A74A-50CE-7536A30DF1AA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CE606987-9013-BF81-6BA5-8019E407D61A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6CBF1798-07C3-53F2-F56D-B0EA43779C88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BDC90D17-FDF5-944B-ABF8-B55274F2D542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5B6C407F-39A6-8B73-471A-3A5E5B4D9EFC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397C6FC1-E557-B3AB-069B-AACC47CDFB9E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8C5A7F15-5F20-CC95-C404-721B984E2C52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297C6E88-B774-EC6A-BCB6-4A6580CE06D0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F69C97FF-E04E-7713-2F25-60F763242CD3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00EBCB4C-5F0D-A864-0B29-675CAE627BEB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21720482-A878-82E6-F289-C592F3020EC1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6380131D-45A3-1BBA-3027-7C95CE7CC2EE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7E416B1C-4A94-419B-E2D1-4B1B888D4D22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8CDBE5A1-5419-1455-BE16-159DEDD9F592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3B6DA22C-31E1-A4E2-530C-18519A6A80B5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77586442-AC53-4063-A28E-7755729E2A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7E55A25C-9DEE-C80E-3DC0-FD34697B3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04" y="3787471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98EBD78C-CACB-DE48-9173-DBB060D42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8290" y="4044311"/>
            <a:ext cx="12172540" cy="5323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4000" dirty="0">
                <a:latin typeface="Montserrat" panose="00000500000000000000" pitchFamily="2" charset="0"/>
              </a:rPr>
              <a:t>Com isso, nos anos 80, iniciou-se a produção de computadores, caixas eletrônicos para bancos e robôs para as indústrias.</a:t>
            </a:r>
          </a:p>
          <a:p>
            <a:pPr algn="just">
              <a:buNone/>
            </a:pPr>
            <a:endParaRPr lang="pt-BR" sz="4000" dirty="0">
              <a:latin typeface="Montserrat" panose="00000500000000000000" pitchFamily="2" charset="0"/>
            </a:endParaRPr>
          </a:p>
          <a:p>
            <a:pPr algn="just">
              <a:buNone/>
            </a:pPr>
            <a:r>
              <a:rPr lang="pt-BR" sz="4000" dirty="0">
                <a:latin typeface="Montserrat" panose="00000500000000000000" pitchFamily="2" charset="0"/>
              </a:rPr>
              <a:t>Na década de 90, os telefones celulares e celulares analógicos começaram a ter muita demanda e a internet foi disponibilizada para o público. </a:t>
            </a:r>
          </a:p>
        </p:txBody>
      </p:sp>
    </p:spTree>
    <p:extLst>
      <p:ext uri="{BB962C8B-B14F-4D97-AF65-F5344CB8AC3E}">
        <p14:creationId xmlns:p14="http://schemas.microsoft.com/office/powerpoint/2010/main" val="117974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9CEDA-5D39-0EA5-F602-FDB88377A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Telefone Celular Com Rosto Triste Na Tela. Ilustração Plana Dos ...">
            <a:extLst>
              <a:ext uri="{FF2B5EF4-FFF2-40B4-BE49-F238E27FC236}">
                <a16:creationId xmlns:a16="http://schemas.microsoft.com/office/drawing/2014/main" id="{3100B370-C670-BC1D-AC3E-39329C659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1077" y="4280829"/>
            <a:ext cx="4985322" cy="4985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1026">
            <a:extLst>
              <a:ext uri="{FF2B5EF4-FFF2-40B4-BE49-F238E27FC236}">
                <a16:creationId xmlns:a16="http://schemas.microsoft.com/office/drawing/2014/main" id="{92E0D48C-B499-6DA5-1ADD-C48F111A3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85F75808-BB53-DBF5-6219-8384785DE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4AA62ADC-01FB-F51D-9EA9-BC6C3CBCD714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D53F4279-0805-5F16-F137-E2040260ECA2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A39FCDFD-B22D-E1B2-5E03-67793B15925D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659CE547-A5AC-92AB-90DF-4EBE1BC8D435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906A69E1-2120-A139-E0FF-AA26E533A3E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DD4F0E81-E5AB-F7C4-AA5E-19D76C0DCB3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2E4B798C-4BF7-4046-CD2E-FCA53063E549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74D2F91D-6F5C-6B11-1A17-C41D836D1E8C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A5E50FF3-5DA9-8F74-C099-B41AA087C4EC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72E06F35-EA77-3F40-4CF1-3A2D0DBE9F4F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545A696D-D0CF-A157-125F-75551C28356E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3B13F3EA-7EC3-C206-1BEF-6EC5A554AE21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1F46C0CF-F551-CD88-43A7-4A2825DE6C91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76FCAC7F-766C-1CCD-36BC-60A51B001A47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1BBC645F-58BA-2FE8-CF9C-A273D1EE04B0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5789692C-20BA-95F3-6C10-6B47A828A2C2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82FD553E-450E-7DD0-B729-AAED689D6533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3BED517E-9128-065A-8EF7-FB6FD02C668F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114CEC26-86A3-D6B3-3B53-9B18D359FB2D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54F3E813-789D-D627-D331-D112F20F91C1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64852B28-435C-C12C-84BB-80805FE7566B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902F31C3-22FE-0433-33BB-E373F8FF4F76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E9BA754E-48CE-E930-9253-80960CCA8ECE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64F7DF06-A710-88CD-A270-E70BC2D0D116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0D565EEE-D5C4-1776-F945-432CF56559C9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AE0C8D2A-0403-A45C-D488-58693D422A8E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DB00C43A-8503-E217-0678-0F3EA38A507F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1392CB94-121B-862D-A630-ADC8D2D51029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8D0E6415-D2D8-F8BD-ECD5-6B6CAEC71D29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405116E5-E8F6-4220-479B-4415A09A0A2C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8075C0CF-BC60-A561-197D-36F45DFB2B51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0A02A5D6-F238-FDFF-BE33-3458CE6E4787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83B42B76-E0E7-AB39-8B3F-3D9D96491F74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78737940-1648-5569-6E30-A824EDAFED03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7CFB74A1-BF9F-71D9-4828-D16DFBDE9A47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73FC5E3C-4952-893A-BC7E-5970DDAF6DC8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40530DE1-D54A-2D78-D833-7F6D826F170E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929E8052-C121-6075-8076-E5B1A6820CCE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D2E94DB5-6BBC-CAC2-AA26-1E85910D5910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6121934F-5D45-3364-D2BE-56877EFC9E34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462687C8-5237-E53A-3F90-9F72CE2D45DD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F09B108E-97AB-6FF3-CD8E-8F2F200BF276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51F710B8-448E-77DE-1CA6-A184123FB03D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B03719B9-BAAC-9318-80B4-00CCDF5EDFF1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5FAD13E8-846F-12D7-03A4-64C087DB1E6B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0A6F7D47-1F88-8130-8BBC-F8DE89EE6E33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E492FDBD-3905-8A50-BF2C-C0442C19DF7F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84FFBEA2-EF97-F739-0DC5-C41E726CCA93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4091C462-52A5-4618-79D9-376CFB5C1CD5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995BA0C8-DF09-304D-AD5E-16AFF0B4F284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93E16EC7-DEFB-798A-301C-A905557F6BDC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8191BD18-D239-E9BF-2B3C-80D22495C84A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AA7DDF15-8EC5-B1B1-6A49-0481E5B7AEC8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F7F120B4-DA7B-500A-B88C-3282D3944A1F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CBA9B4D6-F6CB-D093-DBF9-E9FBC1305EEB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DE1D392D-720C-D0E4-6904-F0475F18762F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E6E7AF9A-4C7A-0101-9262-B4E443CDFB69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6FD57F21-15F2-FB26-5B7F-9E5BA0294E98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6393FF63-FF07-612C-3CE3-1746ACE26DC4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FA98D87A-B4F8-E274-D29C-70C6DB19EC58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93944FF3-31B0-F209-6F25-74639D21F341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120B6525-2E71-8F67-FF2D-942BC8092EA7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B0BFF3B4-19DF-6D1E-0A6C-0B2A31A0BE24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7B68B6D7-30DC-20FF-BDAF-D737981CCA06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D9E70CC0-5649-8B41-8166-8391EED2636E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D500C277-8EE4-F94F-2C3A-6418B904AEDD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ADF98663-3F65-9640-D75A-EE3D2916280E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FA51DDBF-1AB7-E213-F90F-B8DA91BDBA79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FF1B81E1-3CAB-3493-66CD-134CA3E70304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846CD5BE-DB53-A1A7-08BA-1D8DC21DBE0A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22DA37AD-C7DD-7555-1866-3B991E7B36C8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651F5D84-5A42-A3DC-4B5C-5456262FB720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B2F94BE2-F121-9B26-03CF-F202254072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9DD51D0B-38AA-5628-A085-D8D49CE16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04" y="3787471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pic>
        <p:nvPicPr>
          <p:cNvPr id="8196" name="Picture 4" descr="Smartphone: a evolução dos dispositivos móveis e o que esperar do futuro -  WSLtech">
            <a:extLst>
              <a:ext uri="{FF2B5EF4-FFF2-40B4-BE49-F238E27FC236}">
                <a16:creationId xmlns:a16="http://schemas.microsoft.com/office/drawing/2014/main" id="{B282FED7-CD0D-3613-1532-DBE61A25C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992" y="2775028"/>
            <a:ext cx="13672283" cy="769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4838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02F3-112B-AD62-CCA3-D6E495DCB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72622E91-D942-964E-2F6A-81EB71D1B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A0DE25ED-C07E-9A36-31FB-BEB5142E0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496D3852-9044-1433-0326-14DBAE6FDEB7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937AFE49-0BEE-8EC0-BCAB-70C68F339057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66416606-CD31-B60A-1DB4-E42964F7C3E3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0CBE2AB6-ADCC-E607-F4EF-FB509C9A2B7A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1790D5A9-B78C-ED05-D05B-B75829DC6B2C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C151C8D8-D158-FE1F-AE88-3D337BE8C5A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5B4C18E2-0D4E-9BD8-DA85-93FA1420983F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CCA2C7D2-EE7D-E7CE-601C-DBDD44B754F7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3B4BE33A-E5A4-BFC4-840B-948BBDAE8630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40FF7B59-B9D9-EF27-4BFF-B0D4A5ADEB06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7DED5413-E770-88A8-6A3F-E6277EFF45F3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682842C5-3E82-AEED-B9EC-EC6DF8D73606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E6C63784-A024-4F79-6A98-30C17BE5EC37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25CB1883-622F-C806-913F-1ECA4D26F158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77C5B3D2-0559-01D0-A9FB-D1824701824A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2BC3931D-1685-E2FF-24E3-C09CAD591963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CE6C5BA7-A249-7966-436D-4B0A99A3786C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2722A5C2-B83B-47C4-3C48-BF277ACC8DB9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3C9319E8-B1D1-0D36-8387-E9D8CEBD46D1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BDC1EA52-F62C-2268-DD33-B92D2E99BEEC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404CA117-B542-C861-B3C0-CCC7A78B9CAA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666A15F7-CFB0-ADCD-5844-AE7F93D8917B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6C68020C-F4A6-5D2F-9491-1CB646AF2021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5E6AF9D1-44AB-98A4-8C64-5BF0265E1E62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0DE8B567-ACE7-D598-D7CD-F245B674E008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934EC385-2714-6814-689C-34441BA12EE2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DA3B09BC-F0FF-224C-06BF-3167A4084B08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5712C65C-532D-4D14-0654-7E94CC4991C7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60174DB2-C99F-B307-7FAC-9F427F7CCD4B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6FE53614-7D50-5E0B-12E3-4866034A3F2A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343DBD61-91D4-435B-BB8A-A7AE18F3E159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63F56338-FDCD-E1CB-7BE0-553B39B08742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24B0FE15-8F26-E540-9925-FCD7AD113FA2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E3F3AB70-6F7D-E1AD-499A-FC9080E5429F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F268288E-BAA1-537F-EFEB-9D39ABEC3494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8BC3F612-06F0-BADB-8AAB-E431E35E8090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EF17A300-C6AC-C6AC-A6D0-7AD79E13E73D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AF2E6224-2225-E832-F5D5-505FEA7755D5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9A62F9CD-0443-0215-7447-4FDCF40EF2F5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42E1F48B-9F53-0107-4E3B-8AD3AE7E87D5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A02CAA58-1F39-C956-5D14-6CE353074748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A8E01E11-82F7-B332-2831-DEB16FFBE880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2AE5E075-5363-E202-B089-705197E79D31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29561924-E6BB-BEC5-5031-8AD6BDF7D0D2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D156F44B-965F-9A53-98E2-63940A080F90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0E92CFA6-30B7-FD35-E923-922AAF11B6B6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45FB9DBC-702B-1042-79FD-5F728539C4B1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C0C96387-D0FA-BDAA-EDE9-1FA6EBD16B66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6F01FE12-CD78-87BA-1AF4-A96D35E80E8D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1231D815-243D-133E-2149-8001F906F620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40D8C19F-4EC4-1274-A785-CFFA687545ED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3C6D5951-0540-7A51-EC6B-80F8404A2DDA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C94F31A7-34AE-D9F8-507F-5FE04BF6C58E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AA4508D6-AD1A-23D8-8FCD-BED4CC6C4614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79FF27D9-7FA1-76B6-B582-1AC6E91D8D0B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E828C164-C7C7-F041-3488-7E65589B7259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5A82B277-A045-D2DB-503E-EB429BBF26EC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97A41F6C-719C-F029-D495-BCDFE10E180C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1C230F08-4360-0EAC-FF24-6F1E729194FC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37DA0D0F-039A-5A26-9393-7832E58F8463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3355FFC3-8FDF-DBBB-FE47-2FD1DEF996CF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69D74921-3DEE-7372-EDA4-0B3906B5EAC4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B563967C-07F8-30D7-44E7-7AE9128777FC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9BE6DDA6-D6B0-2135-6BC4-9150AB296309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445A5646-A89E-1F07-BC38-5C07D31DDF1E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EE028FDB-19E1-145E-3B77-D4B30606F49A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596AAFC0-C455-1304-7117-522294EBFE19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722AFE9F-B476-2099-AB17-C78B171BC54D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258DE057-652A-AD20-94E5-9F4FF1B72EB7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B6062786-D431-511F-09E0-789EE2C1EA11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87C34100-CEBB-80A3-0402-E5A9DAB37C2D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4320E9AC-DC02-E5D8-7D4C-7AF09679C070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00B5A1B3-F005-781F-43EF-5366C91B83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D4019C6D-35AD-5931-45BC-E12C6D573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AAFEC760-7BC7-0DFC-38E6-E7D922F73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1615" y="3096696"/>
            <a:ext cx="17957443" cy="680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pt-BR" sz="3600" dirty="0">
                <a:latin typeface="Montserrat ExtraBold" panose="00000900000000000000" pitchFamily="2" charset="0"/>
              </a:rPr>
              <a:t>Impactos na sociedade</a:t>
            </a:r>
          </a:p>
          <a:p>
            <a:pPr algn="ctr">
              <a:buNone/>
            </a:pPr>
            <a:endParaRPr lang="pt-BR" sz="3600" dirty="0">
              <a:latin typeface="Montserrat ExtraBold" panose="00000900000000000000" pitchFamily="2" charset="0"/>
            </a:endParaRPr>
          </a:p>
          <a:p>
            <a:pPr algn="l">
              <a:buNone/>
            </a:pPr>
            <a:r>
              <a:rPr lang="pt-BR" sz="3600" dirty="0">
                <a:latin typeface="Montserrat ExtraBold" panose="00000900000000000000" pitchFamily="2" charset="0"/>
              </a:rPr>
              <a:t>Na educação: </a:t>
            </a:r>
            <a:r>
              <a:rPr lang="pt-BR" sz="3600" dirty="0">
                <a:latin typeface="Montserrat" panose="00000500000000000000" pitchFamily="2" charset="0"/>
              </a:rPr>
              <a:t>trouxe novas tecnologias de aprendizagem, como o uso de tablets e computadores em sala de aula, possibilitou que os alunos pudessem ter aulas e fazer cursos online, com o professor como suporte pedagógico.</a:t>
            </a:r>
          </a:p>
          <a:p>
            <a:pPr algn="just">
              <a:buNone/>
            </a:pPr>
            <a:endParaRPr lang="pt-BR" sz="3600" dirty="0">
              <a:latin typeface="Montserrat" panose="00000500000000000000" pitchFamily="2" charset="0"/>
            </a:endParaRPr>
          </a:p>
          <a:p>
            <a:pPr algn="l">
              <a:buNone/>
            </a:pPr>
            <a:r>
              <a:rPr lang="pt-BR" sz="3600" dirty="0">
                <a:latin typeface="Montserrat ExtraBold" panose="00000900000000000000" pitchFamily="2" charset="0"/>
              </a:rPr>
              <a:t>Mercado de trabalho: </a:t>
            </a:r>
            <a:r>
              <a:rPr lang="pt-BR" sz="3600" dirty="0">
                <a:latin typeface="Montserrat" panose="00000500000000000000" pitchFamily="2" charset="0"/>
              </a:rPr>
              <a:t>surgiram novos cargos e profissões ligados aos aparelhos tecnológicos e sistemas. Os profissionais precisam ter mais conhecimento e ser especialistas no que for tendência tecnológica.</a:t>
            </a:r>
          </a:p>
          <a:p>
            <a:pPr algn="just">
              <a:buNone/>
            </a:pPr>
            <a:endParaRPr lang="pt-BR" sz="36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186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85E3B-CCA7-DB92-9F2B-832015EE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9EB57243-A899-9EE1-0DF3-CC4CE5278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E8903476-5114-EFA4-3E04-4D32F77E2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282BA385-3F3C-86EE-92B9-1B8BC2A7C068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8BBC2E8B-F9B6-8FA6-3994-DA45FCFB5646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1C4A1957-810F-F871-F3F7-44F32DE48D26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AF163484-9680-CC44-7123-3C83E58CC6B7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AA753F45-E1CA-5997-3D9E-9C0AAFEEFF8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CA8CBF9C-0AC3-E2A1-E509-9B76CD8722B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6F47BD38-1531-47DD-7203-301437877DBD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A9983BEC-8CBE-B527-E561-45C95220C70D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290AC2FE-A704-88C7-93B9-9B66384DDBD9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1EBB36BD-1AEA-954E-D4DD-606CDB3F7B61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7E319356-8D91-C878-1E49-EC6A71F47830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C4191E06-BC75-4A46-3786-C59FC2842600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3D40501F-765E-6273-ECC2-4BEBB6EE809C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18B41C93-37A0-464D-1EED-B359EBDC90EA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A6AEB8ED-4261-E95F-4F08-D488060225ED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C008D504-E22B-7705-3988-95A7E54A1069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DC83C836-A128-5F50-1B74-4939AAEFC9AF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FC070D91-8202-C090-9091-AD237219D0D9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7ACAE0E1-809F-7958-BCC0-D26C37455254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8FE0C104-4164-08CE-5513-3C92B213280D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E8577A67-21D7-BAA5-420D-F2FC84093D89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781DC5D0-86A1-5CB7-663C-263343380078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622A766B-E8C4-81BA-F6C3-6CBDA05FFC65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AA67A6F1-DB38-A898-8698-BF5CAA9EF9C1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F53574BD-4D44-2F3B-48F3-2BE5D385CC2D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D3AB962B-FEF7-E117-D10F-FC619A741FA2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BB39BD0B-3D50-D9DF-18F4-D955C87D0E31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4BBBA4C6-E760-4039-ADB0-81D47F807059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7AD13D8B-98C3-E60B-09E2-171290DD9C83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E803C314-8D45-46A1-2955-14F06F0AC0FA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9E07D30D-E0FD-31F1-250A-42ED1978C659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0DFAF59D-909F-3AC6-5693-6BAFE6AF287B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3E1A0C7F-1349-C3F4-0028-C25FB13281EC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E3C3FF68-8235-3D19-0761-47230F2734A0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7871B249-E5F2-8E4B-2C34-DF6D59AB70A0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953BF49B-D857-B818-C7A5-8D292F29E255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DE8F1A0F-42B3-0EF9-71D8-848D3FB93581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5AE3B3A7-743D-2DE9-A1A2-E441B60C3837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DDA4CF64-BD59-F4DC-C0C3-BC8C10B8F82E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B3C1FE6F-E3A1-533E-A2E6-9A3C426EF933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8E9CBEEF-D194-A31B-1EE5-1C7307ED08F5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DE70222F-B924-5131-EE7A-B0D7E155A3E0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CDB40688-17CC-BB70-532C-3664D3A1D245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463AEC76-4361-BB11-DD8A-519577EFD695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1842956A-9E2D-BAF7-D29E-A376C0E23425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4F6FEC69-7C21-34AC-CCA9-C55CFDE9989C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35DCB6D3-D470-0732-8316-83AB6623E337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7EF5491D-FE79-F690-01E5-F69A8D1809B4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FF14FB33-27B7-0731-F2F5-B67C5944AF81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004DE4A3-9ECD-C74E-277E-DD6D87CCCF2A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EEFC01A0-501B-0DC7-CBCF-4B1F1304EF0F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5A8DEE90-6F95-F518-A6C8-0F866650004B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71E48465-37E6-D07C-17F2-219DA1864851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AF463E35-2A12-05C4-B3EE-0175C87BD37F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56860517-F5F9-DC92-29B8-CB776D748562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35AE2CF5-E6B5-377E-2CA8-853671FA8636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8CE66FF4-C479-A455-E7A5-5CB7F290EBC4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BF7CBFD7-D1A7-5DD2-2BC9-C162611AB452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1B807AAB-8FB5-AA35-375F-E749FE38BFF4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E9E0E6C0-231F-B0A8-A9E3-6129FCDFBA5A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77BB3C1A-BB2F-E6F4-F9F8-E20BA35A0DB0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DF9C8939-84A7-D785-F189-EADC2BAD12A8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10A09700-6DA6-1998-4E1A-BC27A01FF37D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B38BD496-C33D-7507-A20B-39C671879E4B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ED2A96CF-738F-A6FE-EB8B-C34E9A488ECC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F598BB35-315A-E14C-993A-E6FBEB06B8D5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5F8FC986-194B-9070-21C4-1489B966E360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BF9AF964-7CEA-40C9-F4B3-CBBCBD0E11D0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BB3BD7BD-8C4B-2A65-C78E-9401EB7083AB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4A7C8615-0398-C1A6-BFE6-0767EF9FA87A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997EA0C3-977C-DB1A-61C2-4B5F3DDB7D7C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9F845EE0-65C3-6061-A0DB-0FB90BE52C3C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262197BE-9C1D-1D67-9182-50AEFDBB70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B191693D-43AF-024E-0748-D35B37A1B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758CC25B-CB59-C47F-E517-B2E134760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1615" y="3096696"/>
            <a:ext cx="17957443" cy="735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pt-BR" sz="3600" dirty="0">
                <a:latin typeface="Montserrat ExtraBold" panose="00000900000000000000" pitchFamily="2" charset="0"/>
              </a:rPr>
              <a:t>Impactos na sociedade</a:t>
            </a:r>
          </a:p>
          <a:p>
            <a:pPr algn="ctr">
              <a:buNone/>
            </a:pPr>
            <a:endParaRPr lang="pt-BR" sz="3600" dirty="0">
              <a:latin typeface="Montserrat ExtraBold" panose="00000900000000000000" pitchFamily="2" charset="0"/>
            </a:endParaRPr>
          </a:p>
          <a:p>
            <a:pPr algn="l">
              <a:buNone/>
            </a:pPr>
            <a:r>
              <a:rPr lang="pt-BR" sz="3600" dirty="0">
                <a:latin typeface="Montserrat ExtraBold" panose="00000900000000000000" pitchFamily="2" charset="0"/>
              </a:rPr>
              <a:t>Na indústria: </a:t>
            </a:r>
            <a:r>
              <a:rPr lang="pt-BR" sz="3600" dirty="0">
                <a:latin typeface="Montserrat" panose="00000500000000000000" pitchFamily="2" charset="0"/>
              </a:rPr>
              <a:t>Várias máquinas e sistemas automatizados na indústria, fazem a ligação de todas as áreas da empresa, possibilitando mais agilidade nos processos e a diminuição de gastos.</a:t>
            </a:r>
          </a:p>
          <a:p>
            <a:pPr algn="l">
              <a:buNone/>
            </a:pPr>
            <a:endParaRPr lang="pt-BR" sz="3600" dirty="0">
              <a:latin typeface="Montserrat" panose="00000500000000000000" pitchFamily="2" charset="0"/>
            </a:endParaRPr>
          </a:p>
          <a:p>
            <a:pPr algn="l">
              <a:buNone/>
            </a:pPr>
            <a:r>
              <a:rPr lang="pt-BR" sz="3600" dirty="0">
                <a:latin typeface="Montserrat ExtraBold" panose="00000900000000000000" pitchFamily="2" charset="0"/>
              </a:rPr>
              <a:t>Na saúde: </a:t>
            </a:r>
            <a:r>
              <a:rPr lang="pt-BR" sz="3600" dirty="0">
                <a:latin typeface="Montserrat" panose="00000500000000000000" pitchFamily="2" charset="0"/>
              </a:rPr>
              <a:t> Cirurgias feitas de maneira remota e por vídeo, são executadas com o auxílio de médicos que fazem o procedimento e dão o suporte ao robô. Os profissionais precisam saber como fazer o procedimento e ter o conhecimento necessário para executar a cirurgia de maneira correta e com maestria.</a:t>
            </a:r>
          </a:p>
          <a:p>
            <a:pPr algn="just">
              <a:buNone/>
            </a:pPr>
            <a:endParaRPr lang="pt-BR" sz="36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816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FDCD3-155B-9928-594C-755A780A3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4EFAD120-8B92-D23C-5586-91D8764B6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7E381CD5-4666-5BD5-28BB-364CDA13C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5DA50C81-AF8D-B4FA-34A1-0D9B74EFBC1F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E190BAD8-00BA-8E95-F32C-F2A0D258F6F6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ED57F4D3-3407-D067-D4BC-4CE0900C3D79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65B5C414-0D05-F2AD-2FB6-CC37CD6ED922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CEE6F98F-4A05-6892-E541-BE18BAD5F5E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A050FDC4-7EAE-98D1-4C2E-A7CD36A5446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2DC61898-DF7E-81E7-182E-6080BEA87C55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C1331D5C-4943-AA57-FA86-91DBE94F15B1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6123520C-9F4C-5D3C-83A3-4E5397529A89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A8A300D4-ADFF-19BD-CFB4-C24C07762161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0C2EEA3D-CF03-74DE-92F4-D9E86522593C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259EBAE1-30D6-97EF-1E37-F09C16CF250B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043C0A28-6CC6-0EF9-E392-085531ED1537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A438DB4C-9DA7-8025-06F6-32F1F65F21C4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50FB39BC-184D-FAFE-BC7D-BE3AD9F5AC4C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A437243D-266C-9036-5CC5-00ABC80732F6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F7893289-EE75-D5CE-40F7-591C2082EE25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F128408A-4E77-64AB-1F90-B8134EFE7472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537074B3-9CD6-EA07-063D-A492EDD86A4C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8A644534-6EA2-0ADB-0B9D-E13118A9788C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253B7147-BBD1-4983-0A62-BAE345D48588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0C78C962-0A12-F837-180C-FB1861BB6519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37FEB735-1CD3-8A3D-50BC-C60FB997F7A6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E01CBBE1-8D7F-940E-EC69-2C36617F9955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AFCBD338-0B1A-2AD0-6C43-CD8FBF818A83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CEA264CE-800E-EF29-018E-E341D6310878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25527D6F-2C1A-BAA4-330C-E4BC7E421998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1060286F-FE2F-C6AB-092D-6610A3036D8A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E48A269C-C74A-729A-8749-1758E13BAE7F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E792435A-FB69-F3EC-236D-31DA3469990F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F3A9DA8A-AA0D-65CE-61AE-8EF0E243E9B5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0D181454-2AE2-F309-F0BF-DB8995C95528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155C59F8-3D67-662C-1A94-63215D919CF5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111783AB-0140-9FB0-74A1-73D8C175EC85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B344642F-66D5-7CEB-D2FB-92299DADDF47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AE7EAD9D-2F14-C79D-A9B4-4C4B103C7FFF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FF3CAAB8-8462-2C10-402F-D99901F633D0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38D33C99-21FF-F557-9728-86EA401F35AA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65F3EB97-170D-C8FC-BE1B-5BCEBEAB5303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72F20695-AA4C-21FD-8737-BF98189B1642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F23DF4F9-AABC-732B-3FF5-F18DBCE6ED02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9D91ADF3-D7EB-A570-405E-441AA481880D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ECC3EC4E-A3B4-59FF-CD24-7EDFE19A8609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AD86296C-F2EE-D55F-CFE0-13F03FE85F0E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CBD87CFC-CEF9-ADFE-04A0-A945A3F7A6CB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F2AFCFF2-0CA4-C25F-7193-5CF990038163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3E65572F-696B-4461-CEBD-E2B3920F3CE5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D47B9A20-8B88-F158-B342-30E1DBD5265C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A9CB1A5A-9FBB-D8C0-E83E-9F325FC28742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A56BB02A-A0BC-F400-3720-EF7F90BEF997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02ECF540-4C6F-CA4F-9B5C-C31BD0194300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1E2B71E5-11FB-2E0B-6559-C79679E8E211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1B826BC0-2C7E-6B02-AFA4-1E565BCD35F4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7B088C86-448E-5203-7B5E-2C77B0C6A0B1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9FAA3978-F36B-07FB-E968-A8D6E1E897C2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D9AD750D-0A8E-015F-C276-0E52F2CA14A4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604F331C-1827-D7A0-529F-63A98D4C2973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6BA41750-3F2E-27CF-31AB-126820F6D244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4F0F7C2C-171F-AE6E-1A7C-908823B1A7C5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41FD95EA-770C-F76B-5D5A-0BFF7B4F1C43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78CB14B5-2FBE-0300-A9BD-E948785F5F9A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A79835FE-A920-5079-EA1B-2EAAFBA4DB0E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D5A08C9C-AC0F-3E11-7813-E3335CE5E148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48064B1F-278F-2BAC-5EDB-C227A95D2F6B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AE14564B-3CA7-C392-4A55-467EE9F780AB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C4F151F5-A8B6-D989-A0D7-EF4E40EF2645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63612BF9-D5FF-4210-99C1-5AE821C58DDE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1022A117-CB83-B0D8-0118-15CE4D966EA0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25C4FD39-DEAF-3A3E-BA9B-D1A4D70D7085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C162A8C9-BD3F-B013-6409-D05BF5A3C6A9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40DEF742-89AE-780E-C28F-6C451B492765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F7E3AEB3-F932-760F-23AF-F9017D98FF67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9AC1D2A1-1078-B2C3-FC99-FA80BAECE2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96F3C7B5-04FC-62A9-2D78-BC23C4DAD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3FE20B03-1CE8-2817-A685-17D68B8F3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1615" y="3096696"/>
            <a:ext cx="17957443" cy="5582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pt-BR" sz="3600" dirty="0">
                <a:latin typeface="Montserrat ExtraBold" panose="00000900000000000000" pitchFamily="2" charset="0"/>
              </a:rPr>
              <a:t>Impactos na sociedade</a:t>
            </a:r>
          </a:p>
          <a:p>
            <a:pPr algn="ctr">
              <a:buNone/>
            </a:pPr>
            <a:endParaRPr lang="pt-BR" sz="3600" dirty="0">
              <a:latin typeface="Montserrat ExtraBold" panose="00000900000000000000" pitchFamily="2" charset="0"/>
            </a:endParaRPr>
          </a:p>
          <a:p>
            <a:pPr algn="l">
              <a:buNone/>
            </a:pPr>
            <a:r>
              <a:rPr lang="pt-BR" sz="3600" dirty="0">
                <a:latin typeface="Montserrat ExtraBold" panose="00000900000000000000" pitchFamily="2" charset="0"/>
              </a:rPr>
              <a:t>Big Data: </a:t>
            </a:r>
            <a:r>
              <a:rPr lang="pt-BR" sz="2000" b="0" i="0" dirty="0">
                <a:solidFill>
                  <a:srgbClr val="363636"/>
                </a:solidFill>
                <a:effectLst/>
                <a:latin typeface="Lato" panose="020F0502020204030203" pitchFamily="34" charset="0"/>
              </a:rPr>
              <a:t> </a:t>
            </a:r>
            <a:r>
              <a:rPr lang="pt-BR" sz="3600" dirty="0">
                <a:latin typeface="Montserrat" panose="00000500000000000000" pitchFamily="2" charset="0"/>
              </a:rPr>
              <a:t>é uma solução de TI que consegue coletar, gerenciar e analisar grandes volumes de dados, estruturados ou não e assim, extrair informações relevantes para a empresa.</a:t>
            </a:r>
          </a:p>
          <a:p>
            <a:pPr algn="l">
              <a:buNone/>
            </a:pPr>
            <a:endParaRPr lang="pt-BR" sz="3600" dirty="0">
              <a:latin typeface="Montserrat" panose="00000500000000000000" pitchFamily="2" charset="0"/>
            </a:endParaRPr>
          </a:p>
          <a:p>
            <a:pPr algn="l">
              <a:buNone/>
            </a:pPr>
            <a:r>
              <a:rPr lang="pt-BR" sz="3600" dirty="0">
                <a:latin typeface="Montserrat ExtraBold" panose="00000900000000000000" pitchFamily="2" charset="0"/>
              </a:rPr>
              <a:t>Internet das coisas: </a:t>
            </a:r>
            <a:r>
              <a:rPr lang="pt-BR" sz="3600" dirty="0">
                <a:latin typeface="Montserrat" panose="00000500000000000000" pitchFamily="2" charset="0"/>
              </a:rPr>
              <a:t> As empresas utilizam os objetos conseguem se comunicar e interagir com sistemas, além de poderem serem controlados à distância, podem enviar dados e receber comandos.</a:t>
            </a:r>
          </a:p>
        </p:txBody>
      </p:sp>
    </p:spTree>
    <p:extLst>
      <p:ext uri="{BB962C8B-B14F-4D97-AF65-F5344CB8AC3E}">
        <p14:creationId xmlns:p14="http://schemas.microsoft.com/office/powerpoint/2010/main" val="8173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7F42C-E551-06AF-604A-9957A3EC5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70359686-C9E9-FDEE-4E1B-090F3E273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B28FC82A-CA5D-E02A-D62F-277EECA70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5BCD80ED-7A56-91F7-D946-E0D90A9A23AB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1627DFEE-725F-C83B-0FA1-439798DCFF6A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4C59C7B9-C968-E628-BAAB-475180A18C5E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4F23DDE7-51B7-07FB-DD74-9C0F5510F041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A833DE71-9C66-7B32-4F1D-17B9AC57D05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DEB3805F-C408-A39D-B424-CA8C4376708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4FFFD0BE-9D4F-2FA4-164B-879381A3A795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2B210683-E51C-0BF0-F737-2AAADA63E4F0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E491E65E-61BA-93FF-A2EC-7DCCA218E8DC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30176EE1-0498-ADFC-9663-36488B4E5D93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F0542DE6-FF33-8099-713B-533813A89935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F0F30CA8-D8A2-D113-39FE-803EB20C04DF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EA62CE1B-910F-2639-2BEC-1300DBF80FEB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BE372398-84D7-8EB9-0E71-72E117D39BB8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9395464E-8F0A-E6CF-FF15-4D38D64FF5D0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CE250969-A071-F034-4F7A-0B0D4CB83922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94244A3F-677E-F74E-D7BF-604EFF83C8E6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8EF3EB8E-44D1-BF97-52F2-35ED8A87DB6C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35EE3DD9-BADA-595F-DB43-C92B037A6B4F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C546800B-18AC-E096-7A39-35F110A1E949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74613E36-CE1E-14E4-0EB4-1AEA51826A61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14B53B86-9631-1079-B2A1-E268F95383EC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3DA97FAE-7A37-400A-6C88-8A9F29A37268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F2B690AF-C896-48B0-2A53-BD9872BEA375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C1965E71-7F23-E460-FF7C-EB8D78203ACB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2DE40588-2250-48FF-CEF9-ED986C799C9B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0DC049CD-DFFD-4B7B-9E06-C82926E4358F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C141C2DD-E69C-B8B5-1966-35F1BEB324A6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2A8E5EAE-A026-884C-8350-AFEC8925D83C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AF6B19EB-003C-FEA2-014E-0A4520B5F478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A6CF66C6-7506-D4CF-5725-C949FE90E643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13671D19-E621-B880-A8B0-D62765E46244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F8315D9E-27E8-483A-2622-0D0272320AE6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8CF61728-E552-CE2B-36D8-8A308AF063EB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DDB1A36D-947D-3E4C-9745-F7519E1CDEC7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F5AB3E4D-CF34-AF79-1F4B-7A2C423ED720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A3D2789B-2F29-07D7-515E-42B5BEB7862A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31769C95-B31D-AE3E-EEBE-60466A2114C8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83F46215-ACCA-E080-9E96-E4C57C58C154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70F09245-D662-6463-277F-DE0F1720B68C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B9F8BD71-0766-2672-DA03-8CA52917835B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760B9013-6E5A-E507-72C7-84E18D05D003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B7FE6A67-7A70-2E7E-84B6-B88B27625F58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5C79A30D-302C-9C0E-0B97-2D179B95055E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8C639D5E-9D27-1610-D7EE-B41C175586A5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B6F28ED7-CEC5-A549-E630-4B0F5DAA63E8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439CD93D-1062-A730-C54E-343F9D881995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7AFE6E64-C545-DBFD-5BF1-64305323DDDB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98B9CBF7-4BD3-B237-404C-372BE83DFC90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0013A04E-53A9-853C-B2C8-0AABD2E904F2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6770498F-269F-288C-72C3-C26900EF13DA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8A4AAF25-59A9-57B0-EA9D-65B9BC108F91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B4A20F49-FEDD-4761-35A6-72CFDC48BACC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A96C7EF6-A4E9-73F0-8863-8D8B2CBCFE3C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80C4C2B8-6629-C4CF-426F-0FA21DC91C20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C0F827F9-4346-2A9E-4E35-A9EECBBBB782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8793F91A-069A-4BBC-68E9-BD830C9B3563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BEC9A52A-5C64-8ACF-95B0-37ECDDF85A77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0CD19237-B39B-2E8B-F1DA-E2E02F0CDEE3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77A1FBED-4131-F411-B1E4-BC361D33DDE1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53ECBC07-484E-0D59-D691-54B58AE7BBF7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6C8B0073-F61E-2895-D77C-417284E6C179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CC02F98B-2978-294A-80D3-A48771249CE6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0CCB649F-0034-86C0-D7A5-402EDC57B4C0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7D9DC1D8-0648-80AC-DF31-F18261D82FA7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F2EEC6E2-C63F-D2B4-F86E-53A246611BF3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80E3D779-9D60-1A2E-81F4-E658EF91398F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0AF38BEA-0C5E-2EAB-25FB-DE1B1C2D02E2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9C00D4EE-52CC-0C83-7107-B63EF268A24C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58996DB9-C008-38E7-5923-BB8B91082B07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CF3004BC-678B-16AF-B297-1822F18EA45B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F930EC24-96E4-BB93-25D8-9F4747790472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CF1391A4-3D4F-A885-B40B-490FC93EE6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7868D035-FB27-6F09-DF32-2580854C6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9D3DA61A-0886-D04D-5E15-A5C51A593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1615" y="3096696"/>
            <a:ext cx="17957443" cy="5028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pt-BR" sz="3600" dirty="0">
                <a:latin typeface="Montserrat ExtraBold" panose="00000900000000000000" pitchFamily="2" charset="0"/>
              </a:rPr>
              <a:t>Impactos na sociedade</a:t>
            </a:r>
          </a:p>
          <a:p>
            <a:pPr algn="ctr">
              <a:buNone/>
            </a:pPr>
            <a:endParaRPr lang="pt-BR" sz="3600" dirty="0">
              <a:latin typeface="Montserrat ExtraBold" panose="00000900000000000000" pitchFamily="2" charset="0"/>
            </a:endParaRPr>
          </a:p>
          <a:p>
            <a:pPr algn="l">
              <a:buNone/>
            </a:pPr>
            <a:r>
              <a:rPr lang="pt-BR" sz="3600" dirty="0">
                <a:latin typeface="Montserrat ExtraBold" panose="00000900000000000000" pitchFamily="2" charset="0"/>
              </a:rPr>
              <a:t>Cloud </a:t>
            </a:r>
            <a:r>
              <a:rPr lang="pt-BR" sz="3600" dirty="0" err="1">
                <a:latin typeface="Montserrat ExtraBold" panose="00000900000000000000" pitchFamily="2" charset="0"/>
              </a:rPr>
              <a:t>computing</a:t>
            </a:r>
            <a:r>
              <a:rPr lang="pt-BR" sz="3600" dirty="0">
                <a:latin typeface="Montserrat ExtraBold" panose="00000900000000000000" pitchFamily="2" charset="0"/>
              </a:rPr>
              <a:t>: </a:t>
            </a:r>
            <a:r>
              <a:rPr lang="pt-BR" sz="3600" dirty="0">
                <a:latin typeface="Montserrat" panose="00000500000000000000" pitchFamily="2" charset="0"/>
              </a:rPr>
              <a:t> é a distribuição de serviços de computação pela internet, como o armazenamento no Drive e servidores hospedados em datacenter.</a:t>
            </a:r>
          </a:p>
          <a:p>
            <a:pPr algn="l">
              <a:buNone/>
            </a:pPr>
            <a:endParaRPr lang="pt-BR" sz="3600" dirty="0">
              <a:latin typeface="Montserrat" panose="00000500000000000000" pitchFamily="2" charset="0"/>
            </a:endParaRPr>
          </a:p>
          <a:p>
            <a:pPr algn="l">
              <a:buNone/>
            </a:pPr>
            <a:r>
              <a:rPr lang="pt-BR" sz="3600" dirty="0">
                <a:latin typeface="Montserrat ExtraBold" panose="00000900000000000000" pitchFamily="2" charset="0"/>
              </a:rPr>
              <a:t>Inteligência artificial: </a:t>
            </a:r>
            <a:r>
              <a:rPr lang="pt-BR" sz="3600" dirty="0">
                <a:latin typeface="Montserrat" panose="00000500000000000000" pitchFamily="2" charset="0"/>
              </a:rPr>
              <a:t> é a mais nova novidade do momento, com o surgimento do </a:t>
            </a:r>
            <a:r>
              <a:rPr lang="pt-BR" sz="3600" dirty="0">
                <a:latin typeface="Montserrat" panose="000005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ChatGPT</a:t>
            </a:r>
            <a:r>
              <a:rPr lang="pt-BR" sz="3600" dirty="0">
                <a:latin typeface="Montserrat" panose="00000500000000000000" pitchFamily="2" charset="0"/>
              </a:rPr>
              <a:t>. Muitas empresas estão fazendo uso dela para auxiliar nas suas rotinas e agilizar os processos. </a:t>
            </a:r>
          </a:p>
        </p:txBody>
      </p:sp>
    </p:spTree>
    <p:extLst>
      <p:ext uri="{BB962C8B-B14F-4D97-AF65-F5344CB8AC3E}">
        <p14:creationId xmlns:p14="http://schemas.microsoft.com/office/powerpoint/2010/main" val="2013747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4FA1B-7855-0B8D-31D5-77768CC1D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9D23DB77-BA64-FE47-E636-B1B12AAB4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EBA99301-B578-1197-FFA4-43DED8AD3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B1F035E6-D3C7-08C8-132E-313253450C0F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1490EF2C-D292-A262-A7A2-2A0BF2AD2E0D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E1AC36A9-18DA-C93E-21C5-8EECB214E3B4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A0494036-6068-B37A-C67E-A9E26189A7A6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584EC0DF-12B1-4263-CC88-F5E5A050D13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95CB3502-0596-C3FF-B406-1CBE483826D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D6F6E4E5-6AB7-04F5-5814-66A3562EBBD6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94AC35A4-AA31-2492-ED57-B32ED8A21BEE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436102F1-92B4-4EBF-4590-05C53BAAC69C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57567383-3392-970D-C643-5C3FE0DA7286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4C94CFC5-2E0B-8438-B23C-8A1AC5AE6B1E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8C07C273-A19C-48FF-1EB8-66436F3DE402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6EA2408F-7DEC-2D14-8069-03F4AF8FF580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6B11752F-657B-8BFA-6A39-171B65634764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97AA71A3-5DF1-1634-97D4-790E4D759374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CAFC450B-4584-E4D8-D7D8-4886D9C10B4F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580A02FA-76F5-40B7-D82D-5F1F19812413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8B74B4AF-BC75-00F8-1024-5A1E8906FA9A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0EA0E672-4B67-7974-D240-4D05A048B3D7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12FFB34E-25F4-CB6E-5AC9-42DC651258EF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BB56F1AC-FEF2-B265-A736-7DDEA4CF80C8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E464FDC0-24AE-9490-302D-C416EFF1DA8B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819E5D48-A32C-8465-29F9-18B1B452199E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46E56BFF-4E0E-2A7D-28AD-ADAE0FB9444B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D8896B99-8134-DA7C-0B58-847674C96A56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78E9B64B-5773-CFA6-567E-FB95D58121A3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BA523734-90C9-847B-B9DC-F35819A3020B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9BEE0136-5947-A873-FBBF-FA723A003959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F7B4E83B-2E0A-71E0-8ABB-B02C0DF2E21A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0E365642-7A9D-70BD-97C2-7AF1D7231015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6CF5C22A-1ECF-8B0E-ED54-3406F6D966FF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489EE51C-4F56-5874-C283-FA07C2169116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4B99DCFF-0CE3-2997-50FE-7BDBC6A4530D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BDBD9587-186B-8F10-911F-8504469F6BAA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64811274-C9AD-4212-CC64-410512343903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B5FAE342-1CC7-5699-F4C9-71A5871C5F3C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FF5664F2-7DB4-A150-35A4-9F82A475E19E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CB308F70-9AFA-8AE2-F0FE-F3F0E3AF2440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349F2143-F129-3E6B-22EE-878075C03B46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1228DFC6-EA29-B023-F343-213BDA051408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1F571CC5-D785-2C91-0FDC-F088B5BEC8CD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54DFD963-FFE4-58D4-E1C9-2C94200E2DE6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E446CC53-BF65-C45B-41F7-C4B1173B7907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F594228A-2279-11E8-CAFB-2491038BB5E4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FBAA0D4F-6BD3-CFAD-1BBF-F9B4F8D8A309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D2D09DD4-E219-C97D-4D0C-2BBC248CAD02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2046E8B7-2CF2-0C76-D8BF-FAC1D5FD98EC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018DF70E-EB3C-E89C-42DA-87FD037E1AB6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4D3F993C-4702-BD7A-2B48-1A7DF19EB1D8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56271FDF-9304-A8BB-C2D8-D9C0875535A1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290A781F-383C-74D1-0E3B-4ED5BB8B94A2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4AC60E81-97B5-6A9C-EE21-AC3DF676284C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B1AE2989-9D22-BBC6-D41D-33083B74CAC6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A04D2F8E-5B9C-62AE-4B6E-672AD5FD3700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FDF4C652-F313-8434-FA8E-9EC137D3C8FE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BD554CC2-B63D-530A-E4C1-F8DDF722A3ED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9FEFCCCE-A0DC-5C90-E653-14EC0EA7698B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BF82F279-ABA6-2759-89A0-429E9FB146CE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DD78BD21-7E6A-27F2-F77B-39DF46149D5E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757B9BDB-8689-D5DD-B300-7EC22088A6AC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FDFC06E3-0AB1-837C-B779-6EAD592520FA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FAE4954E-78D6-EC92-693C-F74CFA13A344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0AA56CA7-4B45-CB23-8260-514A0025C486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76C522B6-E540-3532-3643-EB4FC6E2AFBE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BB4B5F75-538C-E17C-3B0A-3815DE9C6906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084A3B14-7450-5ADB-CA24-6492FDCA86EF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4AB7CFC4-322E-DB89-7768-6EE1539E3B87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5D77DC2D-9087-A4D7-CAC9-865C8AFF591F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6C955934-0461-5AAE-7EC4-697DE83EDC8C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FFE59FF1-750A-52C6-08F1-8BF373784236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E1A2A85E-42EB-2712-9E6B-060DD9B975C0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9C01823F-EFF8-2C5E-13F7-C855DCD2F6A5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93067416-FB9C-A363-3C18-674458D804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7580DEAF-C7CD-23CC-2C29-BB386B11B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3F7693B6-0925-FC9F-55AD-93E943F93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349" y="2335892"/>
            <a:ext cx="17957443" cy="8020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pt-BR" sz="3600" dirty="0">
                <a:latin typeface="Montserrat ExtraBold" panose="00000900000000000000" pitchFamily="2" charset="0"/>
              </a:rPr>
              <a:t>Impactos na sociedade</a:t>
            </a:r>
          </a:p>
          <a:p>
            <a:pPr rtl="0"/>
            <a:endParaRPr lang="pt-BR" sz="3600" dirty="0"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pt-BR" sz="3600" dirty="0">
                <a:latin typeface="Montserrat" panose="00000500000000000000" pitchFamily="2" charset="0"/>
              </a:rPr>
              <a:t>A tecnologia digital possui um papel fundamental na sociedade contemporânea, impulsionando mudanças significativas em diversos setores. </a:t>
            </a:r>
          </a:p>
          <a:p>
            <a:pPr rtl="0"/>
            <a:endParaRPr lang="pt-BR" sz="3600" dirty="0">
              <a:latin typeface="Montserrat" panose="00000500000000000000" pitchFamily="2" charset="0"/>
            </a:endParaRPr>
          </a:p>
          <a:p>
            <a:pPr rtl="0">
              <a:buNone/>
            </a:pPr>
            <a:r>
              <a:rPr lang="pt-BR" sz="3600" dirty="0">
                <a:latin typeface="Montserrat" panose="00000500000000000000" pitchFamily="2" charset="0"/>
              </a:rPr>
              <a:t>No contexto da administração, a tecnologia digital otimiza as operações empresariais, auxilia na tomada de decisões estratégicas e transforma a forma como as empresas são geridas.</a:t>
            </a:r>
          </a:p>
          <a:p>
            <a:pPr rtl="0">
              <a:buNone/>
            </a:pPr>
            <a:endParaRPr lang="pt-BR" sz="3600" dirty="0">
              <a:latin typeface="Montserrat" panose="00000500000000000000" pitchFamily="2" charset="0"/>
            </a:endParaRPr>
          </a:p>
          <a:p>
            <a:pPr algn="l">
              <a:buNone/>
            </a:pPr>
            <a:r>
              <a:rPr lang="pt-BR" sz="3600" dirty="0">
                <a:latin typeface="Montserrat" panose="00000500000000000000" pitchFamily="2" charset="0"/>
              </a:rPr>
              <a:t>No mercado de trabalho exige novas habilidades e competências dos profissionais, como pensamento crítico, resolução de problemas e comunicação digital.</a:t>
            </a:r>
          </a:p>
        </p:txBody>
      </p:sp>
    </p:spTree>
    <p:extLst>
      <p:ext uri="{BB962C8B-B14F-4D97-AF65-F5344CB8AC3E}">
        <p14:creationId xmlns:p14="http://schemas.microsoft.com/office/powerpoint/2010/main" val="300466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D3D1B-6E2F-E00D-DEB0-06B280719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1220CD3F-A1DA-7164-3328-A6DFE228F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65" y="946541"/>
            <a:ext cx="13998590" cy="188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TECNOLOGIA DIGITAL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5277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tistik" pitchFamily="82" charset="0"/>
            </a:endParaRPr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B752338E-F12B-C656-2F2D-5D6CEC183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191199" y="1800001"/>
            <a:ext cx="47412316" cy="461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None/>
            </a:pPr>
            <a:r>
              <a:rPr lang="pt-BR" sz="2000" dirty="0">
                <a:solidFill>
                  <a:srgbClr val="002060"/>
                </a:solidFill>
              </a:rPr>
              <a:t>	</a:t>
            </a:r>
            <a:endParaRPr lang="pt-BR" sz="3600" dirty="0">
              <a:latin typeface="Montserrat" panose="020B0604020202020204" charset="0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D375B5D8-37BF-59AA-8157-C7AEFF111A00}"/>
              </a:ext>
            </a:extLst>
          </p:cNvPr>
          <p:cNvSpPr/>
          <p:nvPr/>
        </p:nvSpPr>
        <p:spPr>
          <a:xfrm>
            <a:off x="2512483" y="18389636"/>
            <a:ext cx="33153150" cy="2596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2968" dirty="0"/>
          </a:p>
        </p:txBody>
      </p:sp>
      <p:grpSp>
        <p:nvGrpSpPr>
          <p:cNvPr id="21" name="object 4">
            <a:extLst>
              <a:ext uri="{FF2B5EF4-FFF2-40B4-BE49-F238E27FC236}">
                <a16:creationId xmlns:a16="http://schemas.microsoft.com/office/drawing/2014/main" id="{674BC010-0111-0909-0950-576E69CBE69C}"/>
              </a:ext>
            </a:extLst>
          </p:cNvPr>
          <p:cNvGrpSpPr/>
          <p:nvPr/>
        </p:nvGrpSpPr>
        <p:grpSpPr>
          <a:xfrm>
            <a:off x="30361328" y="1726726"/>
            <a:ext cx="6090294" cy="1555036"/>
            <a:chOff x="15363992" y="1047088"/>
            <a:chExt cx="3693160" cy="942975"/>
          </a:xfrm>
        </p:grpSpPr>
        <p:sp>
          <p:nvSpPr>
            <p:cNvPr id="22" name="object 5">
              <a:extLst>
                <a:ext uri="{FF2B5EF4-FFF2-40B4-BE49-F238E27FC236}">
                  <a16:creationId xmlns:a16="http://schemas.microsoft.com/office/drawing/2014/main" id="{42443D10-96C1-015D-ECCA-39AB315F15B9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  <p:sp>
          <p:nvSpPr>
            <p:cNvPr id="23" name="object 6">
              <a:extLst>
                <a:ext uri="{FF2B5EF4-FFF2-40B4-BE49-F238E27FC236}">
                  <a16:creationId xmlns:a16="http://schemas.microsoft.com/office/drawing/2014/main" id="{7F5BFAFC-CC93-28C5-B399-BAF58A105C2C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968" dirty="0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00B2FB52-1114-F1E6-CB90-E9FC152743C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15BCCB3A-356C-76A0-9AE5-E3D7F9D37FD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0" name="object 4">
            <a:extLst>
              <a:ext uri="{FF2B5EF4-FFF2-40B4-BE49-F238E27FC236}">
                <a16:creationId xmlns:a16="http://schemas.microsoft.com/office/drawing/2014/main" id="{0CD67904-8556-5108-76D3-E3B0EF263397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9A0F21B7-F758-14C1-C1D7-3EED0837C93B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91E4F28E-8C2B-8E9A-85EF-21A7250098D3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7">
            <a:extLst>
              <a:ext uri="{FF2B5EF4-FFF2-40B4-BE49-F238E27FC236}">
                <a16:creationId xmlns:a16="http://schemas.microsoft.com/office/drawing/2014/main" id="{D20824C1-6EEB-6B85-A743-D902570AB566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B9F23512-DD12-98EC-7EDB-14E35212E295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3C294491-5F30-F55F-A472-CDDC153F9F81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5F2A7669-9745-3029-1EE1-1709FC8C9D70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ECE7F7E6-80E0-65A3-A8AB-1F7E86974886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2">
            <a:extLst>
              <a:ext uri="{FF2B5EF4-FFF2-40B4-BE49-F238E27FC236}">
                <a16:creationId xmlns:a16="http://schemas.microsoft.com/office/drawing/2014/main" id="{4883660F-A386-64E9-6118-C886CE3DEF56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95FF3941-7F3C-B3A1-7F4F-B9B433752AF9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9281B3C0-D94C-419C-6BE7-3B0C082B361E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D0AE7B41-E489-A763-D245-1335FA1F4963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16">
            <a:extLst>
              <a:ext uri="{FF2B5EF4-FFF2-40B4-BE49-F238E27FC236}">
                <a16:creationId xmlns:a16="http://schemas.microsoft.com/office/drawing/2014/main" id="{04559190-D9DC-E801-E7DD-ADDE235B8619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17">
            <a:extLst>
              <a:ext uri="{FF2B5EF4-FFF2-40B4-BE49-F238E27FC236}">
                <a16:creationId xmlns:a16="http://schemas.microsoft.com/office/drawing/2014/main" id="{DA0861AA-7818-2B4A-494D-E935778BF0FA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18">
            <a:extLst>
              <a:ext uri="{FF2B5EF4-FFF2-40B4-BE49-F238E27FC236}">
                <a16:creationId xmlns:a16="http://schemas.microsoft.com/office/drawing/2014/main" id="{4ED82F23-2F49-3E5D-2CC2-4BC2E195295B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5060F454-B114-91B0-FA54-EA4E95614987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3D9FA4A8-F49E-BB1B-0585-D9438A6E7758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21">
            <a:extLst>
              <a:ext uri="{FF2B5EF4-FFF2-40B4-BE49-F238E27FC236}">
                <a16:creationId xmlns:a16="http://schemas.microsoft.com/office/drawing/2014/main" id="{26B939C3-6217-93CA-F856-7EC96CDB1D63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9FCC6245-7A1D-0F18-D114-7CB33AB55639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23">
            <a:extLst>
              <a:ext uri="{FF2B5EF4-FFF2-40B4-BE49-F238E27FC236}">
                <a16:creationId xmlns:a16="http://schemas.microsoft.com/office/drawing/2014/main" id="{595ED5DC-15B4-7D6D-2F46-4D808683A7FB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24">
            <a:extLst>
              <a:ext uri="{FF2B5EF4-FFF2-40B4-BE49-F238E27FC236}">
                <a16:creationId xmlns:a16="http://schemas.microsoft.com/office/drawing/2014/main" id="{95A696F8-2215-A489-8E7C-FDB77332CB63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E82B2EFC-C7DC-F804-8AD0-23629B272258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E00DCEB4-9FFC-8424-EFDD-C021970557C8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28">
            <a:extLst>
              <a:ext uri="{FF2B5EF4-FFF2-40B4-BE49-F238E27FC236}">
                <a16:creationId xmlns:a16="http://schemas.microsoft.com/office/drawing/2014/main" id="{351A3221-EE76-03A4-A4E8-BF5BB4066FD0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DA43F47D-7494-0C75-EEA5-1083A69C80ED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0">
            <a:extLst>
              <a:ext uri="{FF2B5EF4-FFF2-40B4-BE49-F238E27FC236}">
                <a16:creationId xmlns:a16="http://schemas.microsoft.com/office/drawing/2014/main" id="{0E226AA4-D195-9BBF-F39A-9219E75D3317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2B82073F-A838-947A-4B5B-2B6BA261084D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32">
            <a:extLst>
              <a:ext uri="{FF2B5EF4-FFF2-40B4-BE49-F238E27FC236}">
                <a16:creationId xmlns:a16="http://schemas.microsoft.com/office/drawing/2014/main" id="{721BFF75-8294-BEDF-8CAF-6BFE60E6227D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33">
            <a:extLst>
              <a:ext uri="{FF2B5EF4-FFF2-40B4-BE49-F238E27FC236}">
                <a16:creationId xmlns:a16="http://schemas.microsoft.com/office/drawing/2014/main" id="{219496AC-944B-0947-7BDF-A4319C95A655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34">
            <a:extLst>
              <a:ext uri="{FF2B5EF4-FFF2-40B4-BE49-F238E27FC236}">
                <a16:creationId xmlns:a16="http://schemas.microsoft.com/office/drawing/2014/main" id="{1D1998B8-6A7D-AFE5-983B-9FE844566999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229C5207-8F01-D543-0C9F-BE708CE38CAB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36">
            <a:extLst>
              <a:ext uri="{FF2B5EF4-FFF2-40B4-BE49-F238E27FC236}">
                <a16:creationId xmlns:a16="http://schemas.microsoft.com/office/drawing/2014/main" id="{9FEB766E-9D6F-7B13-C76E-9AFF0852232F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37">
            <a:extLst>
              <a:ext uri="{FF2B5EF4-FFF2-40B4-BE49-F238E27FC236}">
                <a16:creationId xmlns:a16="http://schemas.microsoft.com/office/drawing/2014/main" id="{C5EF5B8A-9A6B-880F-A23C-EB574C0784AA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045A29BA-5903-BFD4-C682-B4C1CAB831D0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39">
            <a:extLst>
              <a:ext uri="{FF2B5EF4-FFF2-40B4-BE49-F238E27FC236}">
                <a16:creationId xmlns:a16="http://schemas.microsoft.com/office/drawing/2014/main" id="{CBFC1317-9FCE-220A-70AF-3252FB24262C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6DFB3D8C-32E7-4908-2069-580D59C0543C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41">
            <a:extLst>
              <a:ext uri="{FF2B5EF4-FFF2-40B4-BE49-F238E27FC236}">
                <a16:creationId xmlns:a16="http://schemas.microsoft.com/office/drawing/2014/main" id="{6FC12826-7964-58B6-F824-AE2E8452C3FE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EC1AF533-DEDA-FBA8-CB80-290581703698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43">
            <a:extLst>
              <a:ext uri="{FF2B5EF4-FFF2-40B4-BE49-F238E27FC236}">
                <a16:creationId xmlns:a16="http://schemas.microsoft.com/office/drawing/2014/main" id="{7DB1EA74-F842-0ABE-6AC5-936A279F21FB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44">
            <a:extLst>
              <a:ext uri="{FF2B5EF4-FFF2-40B4-BE49-F238E27FC236}">
                <a16:creationId xmlns:a16="http://schemas.microsoft.com/office/drawing/2014/main" id="{A11C0245-675E-F06E-7597-8692DDD602AA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45">
            <a:extLst>
              <a:ext uri="{FF2B5EF4-FFF2-40B4-BE49-F238E27FC236}">
                <a16:creationId xmlns:a16="http://schemas.microsoft.com/office/drawing/2014/main" id="{679DFF8F-4D50-EEE2-9624-DAAE389074A2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46">
            <a:extLst>
              <a:ext uri="{FF2B5EF4-FFF2-40B4-BE49-F238E27FC236}">
                <a16:creationId xmlns:a16="http://schemas.microsoft.com/office/drawing/2014/main" id="{7B2612A8-FA86-402E-DACF-A75BE35090F7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47">
            <a:extLst>
              <a:ext uri="{FF2B5EF4-FFF2-40B4-BE49-F238E27FC236}">
                <a16:creationId xmlns:a16="http://schemas.microsoft.com/office/drawing/2014/main" id="{4DEC6180-DE58-5C89-3B26-C29AB1E055BB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48">
            <a:extLst>
              <a:ext uri="{FF2B5EF4-FFF2-40B4-BE49-F238E27FC236}">
                <a16:creationId xmlns:a16="http://schemas.microsoft.com/office/drawing/2014/main" id="{4FE6F52E-2739-C0ED-0A90-CD34ABE1E2A1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49">
            <a:extLst>
              <a:ext uri="{FF2B5EF4-FFF2-40B4-BE49-F238E27FC236}">
                <a16:creationId xmlns:a16="http://schemas.microsoft.com/office/drawing/2014/main" id="{C93F2CE6-198A-BD77-926A-18CA4D7435F1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0">
            <a:extLst>
              <a:ext uri="{FF2B5EF4-FFF2-40B4-BE49-F238E27FC236}">
                <a16:creationId xmlns:a16="http://schemas.microsoft.com/office/drawing/2014/main" id="{2E61328A-8CED-4971-67A7-FE333ED94AD4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BBC5268B-AE5D-1765-7AFA-AC8EB68F4DE8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52">
            <a:extLst>
              <a:ext uri="{FF2B5EF4-FFF2-40B4-BE49-F238E27FC236}">
                <a16:creationId xmlns:a16="http://schemas.microsoft.com/office/drawing/2014/main" id="{5DA2257E-C678-B406-87E0-BA10252E27E4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53">
            <a:extLst>
              <a:ext uri="{FF2B5EF4-FFF2-40B4-BE49-F238E27FC236}">
                <a16:creationId xmlns:a16="http://schemas.microsoft.com/office/drawing/2014/main" id="{0C5C97ED-BC1D-83CB-ECFB-6EFFEA92B15D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54">
            <a:extLst>
              <a:ext uri="{FF2B5EF4-FFF2-40B4-BE49-F238E27FC236}">
                <a16:creationId xmlns:a16="http://schemas.microsoft.com/office/drawing/2014/main" id="{3FF9C58D-B2B5-2CC5-C1CE-08B6088A313F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55">
            <a:extLst>
              <a:ext uri="{FF2B5EF4-FFF2-40B4-BE49-F238E27FC236}">
                <a16:creationId xmlns:a16="http://schemas.microsoft.com/office/drawing/2014/main" id="{58D6E447-2FB9-474E-6C98-7BCF2F2D09D1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56">
            <a:extLst>
              <a:ext uri="{FF2B5EF4-FFF2-40B4-BE49-F238E27FC236}">
                <a16:creationId xmlns:a16="http://schemas.microsoft.com/office/drawing/2014/main" id="{5A4C5EA6-8A24-15C7-089E-036E77A1BB31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57">
            <a:extLst>
              <a:ext uri="{FF2B5EF4-FFF2-40B4-BE49-F238E27FC236}">
                <a16:creationId xmlns:a16="http://schemas.microsoft.com/office/drawing/2014/main" id="{43B2ABA5-FA67-969D-B34F-CE642865CC7E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58">
            <a:extLst>
              <a:ext uri="{FF2B5EF4-FFF2-40B4-BE49-F238E27FC236}">
                <a16:creationId xmlns:a16="http://schemas.microsoft.com/office/drawing/2014/main" id="{4EE594C7-CA86-0FF2-9977-9B711D82222A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59">
            <a:extLst>
              <a:ext uri="{FF2B5EF4-FFF2-40B4-BE49-F238E27FC236}">
                <a16:creationId xmlns:a16="http://schemas.microsoft.com/office/drawing/2014/main" id="{733B2C59-879E-632D-0DB3-12D2AF4D258C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0">
            <a:extLst>
              <a:ext uri="{FF2B5EF4-FFF2-40B4-BE49-F238E27FC236}">
                <a16:creationId xmlns:a16="http://schemas.microsoft.com/office/drawing/2014/main" id="{268B2899-F0D0-2E2E-2F26-EE6720BB7863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61">
            <a:extLst>
              <a:ext uri="{FF2B5EF4-FFF2-40B4-BE49-F238E27FC236}">
                <a16:creationId xmlns:a16="http://schemas.microsoft.com/office/drawing/2014/main" id="{8EB5C59A-8EBD-6761-F31A-2A3F7D37DC3A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62">
            <a:extLst>
              <a:ext uri="{FF2B5EF4-FFF2-40B4-BE49-F238E27FC236}">
                <a16:creationId xmlns:a16="http://schemas.microsoft.com/office/drawing/2014/main" id="{3F593DA8-BB1B-FD5F-8375-68A7E9FAEDA9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63">
            <a:extLst>
              <a:ext uri="{FF2B5EF4-FFF2-40B4-BE49-F238E27FC236}">
                <a16:creationId xmlns:a16="http://schemas.microsoft.com/office/drawing/2014/main" id="{10B3CC06-82E7-D500-AAD2-91D80BBF868A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3" name="object 64">
            <a:extLst>
              <a:ext uri="{FF2B5EF4-FFF2-40B4-BE49-F238E27FC236}">
                <a16:creationId xmlns:a16="http://schemas.microsoft.com/office/drawing/2014/main" id="{99CB1F47-3E79-8E9B-36DC-6CDD96C3C6AA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65">
            <a:extLst>
              <a:ext uri="{FF2B5EF4-FFF2-40B4-BE49-F238E27FC236}">
                <a16:creationId xmlns:a16="http://schemas.microsoft.com/office/drawing/2014/main" id="{AEE12612-030A-9886-93F1-A7954B0B5481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5" name="object 66">
            <a:extLst>
              <a:ext uri="{FF2B5EF4-FFF2-40B4-BE49-F238E27FC236}">
                <a16:creationId xmlns:a16="http://schemas.microsoft.com/office/drawing/2014/main" id="{5E7B95CF-D50B-5050-2079-FA20F4F518E8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6" name="object 67">
            <a:extLst>
              <a:ext uri="{FF2B5EF4-FFF2-40B4-BE49-F238E27FC236}">
                <a16:creationId xmlns:a16="http://schemas.microsoft.com/office/drawing/2014/main" id="{93ADFD04-3B13-04E6-8D37-C264665D5676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7" name="object 68">
            <a:extLst>
              <a:ext uri="{FF2B5EF4-FFF2-40B4-BE49-F238E27FC236}">
                <a16:creationId xmlns:a16="http://schemas.microsoft.com/office/drawing/2014/main" id="{AE058FEE-90A7-32EB-A198-642E70F181D7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8" name="object 69">
            <a:extLst>
              <a:ext uri="{FF2B5EF4-FFF2-40B4-BE49-F238E27FC236}">
                <a16:creationId xmlns:a16="http://schemas.microsoft.com/office/drawing/2014/main" id="{90B2BA39-2135-5D8A-F01C-1AC0AED9ED5F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9" name="object 70">
            <a:extLst>
              <a:ext uri="{FF2B5EF4-FFF2-40B4-BE49-F238E27FC236}">
                <a16:creationId xmlns:a16="http://schemas.microsoft.com/office/drawing/2014/main" id="{EFAA6F59-3C04-9734-0DC9-FEE874B15C2F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AutoShape 2" descr="3 maneiras de treinar a mente a ser mais aberta para a vida — DeROSE Cirilo">
            <a:extLst>
              <a:ext uri="{FF2B5EF4-FFF2-40B4-BE49-F238E27FC236}">
                <a16:creationId xmlns:a16="http://schemas.microsoft.com/office/drawing/2014/main" id="{ABACF250-4837-E830-5B87-AC85448C24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59FDF7AE-0F67-1FAA-6DDC-AA9449F1A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803" y="3756702"/>
            <a:ext cx="17957443" cy="203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endParaRPr lang="pt-BR" sz="3600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8B24F133-E4E5-4CF3-9A23-317414660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510" y="2851305"/>
            <a:ext cx="17957443" cy="6370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51838" tIns="75920" rIns="151838" bIns="7592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endParaRPr lang="pt-BR" sz="3600" dirty="0"/>
          </a:p>
          <a:p>
            <a:pPr algn="ctr">
              <a:buNone/>
            </a:pPr>
            <a:r>
              <a:rPr lang="pt-BR" sz="4000" dirty="0">
                <a:latin typeface="Montserrat" panose="00000500000000000000" pitchFamily="2" charset="0"/>
              </a:rPr>
              <a:t>https://www.youtube.com/watch?v=YgSjnLXM2Ts</a:t>
            </a:r>
          </a:p>
          <a:p>
            <a:pPr algn="ctr">
              <a:buNone/>
            </a:pPr>
            <a:endParaRPr lang="pt-B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  <a:p>
            <a:pPr algn="ctr">
              <a:buNone/>
            </a:pPr>
            <a:endParaRPr lang="pt-B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  <a:p>
            <a:pPr algn="ctr">
              <a:buNone/>
            </a:pPr>
            <a:r>
              <a:rPr lang="pt-B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https://tmjuntos.com.br/tecnologia/linha-do-tempo-da-evolucao-da-tecnologia/</a:t>
            </a:r>
          </a:p>
          <a:p>
            <a:pPr algn="ctr">
              <a:buNone/>
            </a:pPr>
            <a:endParaRPr lang="pt-B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  <a:p>
            <a:pPr algn="ctr">
              <a:buNone/>
            </a:pPr>
            <a:r>
              <a:rPr lang="pt-B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https://www.totvs.com/blog/gestao-para-assinatura-de-documentos/revolucao-digital/</a:t>
            </a:r>
          </a:p>
        </p:txBody>
      </p:sp>
    </p:spTree>
    <p:extLst>
      <p:ext uri="{BB962C8B-B14F-4D97-AF65-F5344CB8AC3E}">
        <p14:creationId xmlns:p14="http://schemas.microsoft.com/office/powerpoint/2010/main" val="2713325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12068" y="4985450"/>
              <a:ext cx="5242560" cy="1337945"/>
            </a:xfrm>
            <a:custGeom>
              <a:avLst/>
              <a:gdLst/>
              <a:ahLst/>
              <a:cxnLst/>
              <a:rect l="l" t="t" r="r" b="b"/>
              <a:pathLst>
                <a:path w="5242559" h="1337945">
                  <a:moveTo>
                    <a:pt x="5242028" y="0"/>
                  </a:moveTo>
                  <a:lnTo>
                    <a:pt x="0" y="0"/>
                  </a:lnTo>
                  <a:lnTo>
                    <a:pt x="0" y="1337655"/>
                  </a:lnTo>
                  <a:lnTo>
                    <a:pt x="5242028" y="1337655"/>
                  </a:lnTo>
                  <a:lnTo>
                    <a:pt x="5242028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11983" y="5156523"/>
              <a:ext cx="5242560" cy="993775"/>
            </a:xfrm>
            <a:custGeom>
              <a:avLst/>
              <a:gdLst/>
              <a:ahLst/>
              <a:cxnLst/>
              <a:rect l="l" t="t" r="r" b="b"/>
              <a:pathLst>
                <a:path w="5242559" h="993775">
                  <a:moveTo>
                    <a:pt x="281571" y="938250"/>
                  </a:moveTo>
                  <a:lnTo>
                    <a:pt x="0" y="938250"/>
                  </a:lnTo>
                  <a:lnTo>
                    <a:pt x="0" y="973455"/>
                  </a:lnTo>
                  <a:lnTo>
                    <a:pt x="281571" y="973455"/>
                  </a:lnTo>
                  <a:lnTo>
                    <a:pt x="281571" y="938250"/>
                  </a:lnTo>
                  <a:close/>
                </a:path>
                <a:path w="5242559" h="993775">
                  <a:moveTo>
                    <a:pt x="281571" y="712901"/>
                  </a:moveTo>
                  <a:lnTo>
                    <a:pt x="0" y="712901"/>
                  </a:lnTo>
                  <a:lnTo>
                    <a:pt x="0" y="748106"/>
                  </a:lnTo>
                  <a:lnTo>
                    <a:pt x="281571" y="748106"/>
                  </a:lnTo>
                  <a:lnTo>
                    <a:pt x="281571" y="712901"/>
                  </a:lnTo>
                  <a:close/>
                </a:path>
                <a:path w="5242559" h="993775">
                  <a:moveTo>
                    <a:pt x="281571" y="479120"/>
                  </a:moveTo>
                  <a:lnTo>
                    <a:pt x="0" y="479120"/>
                  </a:lnTo>
                  <a:lnTo>
                    <a:pt x="0" y="514324"/>
                  </a:lnTo>
                  <a:lnTo>
                    <a:pt x="281571" y="514324"/>
                  </a:lnTo>
                  <a:lnTo>
                    <a:pt x="281571" y="479120"/>
                  </a:lnTo>
                  <a:close/>
                </a:path>
                <a:path w="5242559" h="993775">
                  <a:moveTo>
                    <a:pt x="281571" y="248475"/>
                  </a:moveTo>
                  <a:lnTo>
                    <a:pt x="0" y="248475"/>
                  </a:lnTo>
                  <a:lnTo>
                    <a:pt x="0" y="283730"/>
                  </a:lnTo>
                  <a:lnTo>
                    <a:pt x="281571" y="283730"/>
                  </a:lnTo>
                  <a:lnTo>
                    <a:pt x="281571" y="248475"/>
                  </a:lnTo>
                  <a:close/>
                </a:path>
                <a:path w="5242559" h="993775">
                  <a:moveTo>
                    <a:pt x="281571" y="23812"/>
                  </a:moveTo>
                  <a:lnTo>
                    <a:pt x="0" y="23812"/>
                  </a:lnTo>
                  <a:lnTo>
                    <a:pt x="0" y="59016"/>
                  </a:lnTo>
                  <a:lnTo>
                    <a:pt x="281571" y="59016"/>
                  </a:lnTo>
                  <a:lnTo>
                    <a:pt x="281571" y="23812"/>
                  </a:lnTo>
                  <a:close/>
                </a:path>
                <a:path w="5242559" h="993775">
                  <a:moveTo>
                    <a:pt x="1289888" y="204787"/>
                  </a:moveTo>
                  <a:lnTo>
                    <a:pt x="1287195" y="184924"/>
                  </a:lnTo>
                  <a:lnTo>
                    <a:pt x="1284528" y="165150"/>
                  </a:lnTo>
                  <a:lnTo>
                    <a:pt x="1272222" y="130467"/>
                  </a:lnTo>
                  <a:lnTo>
                    <a:pt x="1229385" y="74917"/>
                  </a:lnTo>
                  <a:lnTo>
                    <a:pt x="1166685" y="36169"/>
                  </a:lnTo>
                  <a:lnTo>
                    <a:pt x="1129525" y="22491"/>
                  </a:lnTo>
                  <a:lnTo>
                    <a:pt x="1089393" y="12280"/>
                  </a:lnTo>
                  <a:lnTo>
                    <a:pt x="1046924" y="5295"/>
                  </a:lnTo>
                  <a:lnTo>
                    <a:pt x="1002792" y="1282"/>
                  </a:lnTo>
                  <a:lnTo>
                    <a:pt x="957656" y="0"/>
                  </a:lnTo>
                  <a:lnTo>
                    <a:pt x="911479" y="1143"/>
                  </a:lnTo>
                  <a:lnTo>
                    <a:pt x="865327" y="4775"/>
                  </a:lnTo>
                  <a:lnTo>
                    <a:pt x="819670" y="11163"/>
                  </a:lnTo>
                  <a:lnTo>
                    <a:pt x="774928" y="20586"/>
                  </a:lnTo>
                  <a:lnTo>
                    <a:pt x="731558" y="33324"/>
                  </a:lnTo>
                  <a:lnTo>
                    <a:pt x="690016" y="49669"/>
                  </a:lnTo>
                  <a:lnTo>
                    <a:pt x="650760" y="69875"/>
                  </a:lnTo>
                  <a:lnTo>
                    <a:pt x="614222" y="94221"/>
                  </a:lnTo>
                  <a:lnTo>
                    <a:pt x="580872" y="123012"/>
                  </a:lnTo>
                  <a:lnTo>
                    <a:pt x="551141" y="156489"/>
                  </a:lnTo>
                  <a:lnTo>
                    <a:pt x="525487" y="194970"/>
                  </a:lnTo>
                  <a:lnTo>
                    <a:pt x="504355" y="238696"/>
                  </a:lnTo>
                  <a:lnTo>
                    <a:pt x="488200" y="287972"/>
                  </a:lnTo>
                  <a:lnTo>
                    <a:pt x="481558" y="338035"/>
                  </a:lnTo>
                  <a:lnTo>
                    <a:pt x="483577" y="384644"/>
                  </a:lnTo>
                  <a:lnTo>
                    <a:pt x="494474" y="427012"/>
                  </a:lnTo>
                  <a:lnTo>
                    <a:pt x="514477" y="464312"/>
                  </a:lnTo>
                  <a:lnTo>
                    <a:pt x="543801" y="495744"/>
                  </a:lnTo>
                  <a:lnTo>
                    <a:pt x="582663" y="520509"/>
                  </a:lnTo>
                  <a:lnTo>
                    <a:pt x="634098" y="542620"/>
                  </a:lnTo>
                  <a:lnTo>
                    <a:pt x="685101" y="560095"/>
                  </a:lnTo>
                  <a:lnTo>
                    <a:pt x="734580" y="574154"/>
                  </a:lnTo>
                  <a:lnTo>
                    <a:pt x="824623" y="597027"/>
                  </a:lnTo>
                  <a:lnTo>
                    <a:pt x="863003" y="608342"/>
                  </a:lnTo>
                  <a:lnTo>
                    <a:pt x="895477" y="621220"/>
                  </a:lnTo>
                  <a:lnTo>
                    <a:pt x="920978" y="636917"/>
                  </a:lnTo>
                  <a:lnTo>
                    <a:pt x="938403" y="656678"/>
                  </a:lnTo>
                  <a:lnTo>
                    <a:pt x="946658" y="681748"/>
                  </a:lnTo>
                  <a:lnTo>
                    <a:pt x="944651" y="713359"/>
                  </a:lnTo>
                  <a:lnTo>
                    <a:pt x="922705" y="754976"/>
                  </a:lnTo>
                  <a:lnTo>
                    <a:pt x="882992" y="784707"/>
                  </a:lnTo>
                  <a:lnTo>
                    <a:pt x="834351" y="802538"/>
                  </a:lnTo>
                  <a:lnTo>
                    <a:pt x="785672" y="808482"/>
                  </a:lnTo>
                  <a:lnTo>
                    <a:pt x="733640" y="802678"/>
                  </a:lnTo>
                  <a:lnTo>
                    <a:pt x="692861" y="785520"/>
                  </a:lnTo>
                  <a:lnTo>
                    <a:pt x="665060" y="757402"/>
                  </a:lnTo>
                  <a:lnTo>
                    <a:pt x="651979" y="718680"/>
                  </a:lnTo>
                  <a:lnTo>
                    <a:pt x="655332" y="669772"/>
                  </a:lnTo>
                  <a:lnTo>
                    <a:pt x="391109" y="669772"/>
                  </a:lnTo>
                  <a:lnTo>
                    <a:pt x="383362" y="726135"/>
                  </a:lnTo>
                  <a:lnTo>
                    <a:pt x="383374" y="775970"/>
                  </a:lnTo>
                  <a:lnTo>
                    <a:pt x="390588" y="819632"/>
                  </a:lnTo>
                  <a:lnTo>
                    <a:pt x="404507" y="857453"/>
                  </a:lnTo>
                  <a:lnTo>
                    <a:pt x="450291" y="917028"/>
                  </a:lnTo>
                  <a:lnTo>
                    <a:pt x="481114" y="939482"/>
                  </a:lnTo>
                  <a:lnTo>
                    <a:pt x="516521" y="957503"/>
                  </a:lnTo>
                  <a:lnTo>
                    <a:pt x="555980" y="971473"/>
                  </a:lnTo>
                  <a:lnTo>
                    <a:pt x="598970" y="981722"/>
                  </a:lnTo>
                  <a:lnTo>
                    <a:pt x="644969" y="988606"/>
                  </a:lnTo>
                  <a:lnTo>
                    <a:pt x="693445" y="992466"/>
                  </a:lnTo>
                  <a:lnTo>
                    <a:pt x="743877" y="993686"/>
                  </a:lnTo>
                  <a:lnTo>
                    <a:pt x="794664" y="991984"/>
                  </a:lnTo>
                  <a:lnTo>
                    <a:pt x="844905" y="986878"/>
                  </a:lnTo>
                  <a:lnTo>
                    <a:pt x="894105" y="978331"/>
                  </a:lnTo>
                  <a:lnTo>
                    <a:pt x="941819" y="966304"/>
                  </a:lnTo>
                  <a:lnTo>
                    <a:pt x="987564" y="950798"/>
                  </a:lnTo>
                  <a:lnTo>
                    <a:pt x="1030846" y="931760"/>
                  </a:lnTo>
                  <a:lnTo>
                    <a:pt x="1071219" y="909167"/>
                  </a:lnTo>
                  <a:lnTo>
                    <a:pt x="1108189" y="883005"/>
                  </a:lnTo>
                  <a:lnTo>
                    <a:pt x="1141298" y="853224"/>
                  </a:lnTo>
                  <a:lnTo>
                    <a:pt x="1170063" y="819823"/>
                  </a:lnTo>
                  <a:lnTo>
                    <a:pt x="1194015" y="782751"/>
                  </a:lnTo>
                  <a:lnTo>
                    <a:pt x="1212672" y="741984"/>
                  </a:lnTo>
                  <a:lnTo>
                    <a:pt x="1225575" y="697509"/>
                  </a:lnTo>
                  <a:lnTo>
                    <a:pt x="1233309" y="642226"/>
                  </a:lnTo>
                  <a:lnTo>
                    <a:pt x="1231950" y="594804"/>
                  </a:lnTo>
                  <a:lnTo>
                    <a:pt x="1222514" y="554507"/>
                  </a:lnTo>
                  <a:lnTo>
                    <a:pt x="1183284" y="492379"/>
                  </a:lnTo>
                  <a:lnTo>
                    <a:pt x="1123530" y="449999"/>
                  </a:lnTo>
                  <a:lnTo>
                    <a:pt x="1088415" y="434390"/>
                  </a:lnTo>
                  <a:lnTo>
                    <a:pt x="1051115" y="421538"/>
                  </a:lnTo>
                  <a:lnTo>
                    <a:pt x="1012647" y="410718"/>
                  </a:lnTo>
                  <a:lnTo>
                    <a:pt x="936078" y="392214"/>
                  </a:lnTo>
                  <a:lnTo>
                    <a:pt x="899960" y="383082"/>
                  </a:lnTo>
                  <a:lnTo>
                    <a:pt x="849528" y="367804"/>
                  </a:lnTo>
                  <a:lnTo>
                    <a:pt x="804138" y="346938"/>
                  </a:lnTo>
                  <a:lnTo>
                    <a:pt x="773887" y="316407"/>
                  </a:lnTo>
                  <a:lnTo>
                    <a:pt x="768934" y="272110"/>
                  </a:lnTo>
                  <a:lnTo>
                    <a:pt x="785317" y="238429"/>
                  </a:lnTo>
                  <a:lnTo>
                    <a:pt x="816013" y="210680"/>
                  </a:lnTo>
                  <a:lnTo>
                    <a:pt x="856195" y="191858"/>
                  </a:lnTo>
                  <a:lnTo>
                    <a:pt x="901052" y="184924"/>
                  </a:lnTo>
                  <a:lnTo>
                    <a:pt x="932332" y="186893"/>
                  </a:lnTo>
                  <a:lnTo>
                    <a:pt x="980084" y="202222"/>
                  </a:lnTo>
                  <a:lnTo>
                    <a:pt x="1008494" y="231711"/>
                  </a:lnTo>
                  <a:lnTo>
                    <a:pt x="1016889" y="273837"/>
                  </a:lnTo>
                  <a:lnTo>
                    <a:pt x="1012901" y="299847"/>
                  </a:lnTo>
                  <a:lnTo>
                    <a:pt x="1277099" y="299847"/>
                  </a:lnTo>
                  <a:lnTo>
                    <a:pt x="1287627" y="249605"/>
                  </a:lnTo>
                  <a:lnTo>
                    <a:pt x="1289888" y="204787"/>
                  </a:lnTo>
                  <a:close/>
                </a:path>
                <a:path w="5242559" h="993775">
                  <a:moveTo>
                    <a:pt x="2244153" y="19761"/>
                  </a:moveTo>
                  <a:lnTo>
                    <a:pt x="1517561" y="19761"/>
                  </a:lnTo>
                  <a:lnTo>
                    <a:pt x="1314792" y="973645"/>
                  </a:lnTo>
                  <a:lnTo>
                    <a:pt x="2041398" y="973645"/>
                  </a:lnTo>
                  <a:lnTo>
                    <a:pt x="2080793" y="788670"/>
                  </a:lnTo>
                  <a:lnTo>
                    <a:pt x="1618399" y="788670"/>
                  </a:lnTo>
                  <a:lnTo>
                    <a:pt x="1661350" y="586536"/>
                  </a:lnTo>
                  <a:lnTo>
                    <a:pt x="2086737" y="586536"/>
                  </a:lnTo>
                  <a:lnTo>
                    <a:pt x="2125903" y="401612"/>
                  </a:lnTo>
                  <a:lnTo>
                    <a:pt x="1700504" y="401612"/>
                  </a:lnTo>
                  <a:lnTo>
                    <a:pt x="1742351" y="204736"/>
                  </a:lnTo>
                  <a:lnTo>
                    <a:pt x="2204758" y="204736"/>
                  </a:lnTo>
                  <a:lnTo>
                    <a:pt x="2244153" y="19761"/>
                  </a:lnTo>
                  <a:close/>
                </a:path>
                <a:path w="5242559" h="993775">
                  <a:moveTo>
                    <a:pt x="3323475" y="19761"/>
                  </a:moveTo>
                  <a:lnTo>
                    <a:pt x="3085681" y="19761"/>
                  </a:lnTo>
                  <a:lnTo>
                    <a:pt x="2935084" y="727875"/>
                  </a:lnTo>
                  <a:lnTo>
                    <a:pt x="2931998" y="730554"/>
                  </a:lnTo>
                  <a:lnTo>
                    <a:pt x="2816326" y="243078"/>
                  </a:lnTo>
                  <a:lnTo>
                    <a:pt x="2763329" y="19761"/>
                  </a:lnTo>
                  <a:lnTo>
                    <a:pt x="2393416" y="19761"/>
                  </a:lnTo>
                  <a:lnTo>
                    <a:pt x="2190648" y="973645"/>
                  </a:lnTo>
                  <a:lnTo>
                    <a:pt x="2428443" y="973645"/>
                  </a:lnTo>
                  <a:lnTo>
                    <a:pt x="2583700" y="243078"/>
                  </a:lnTo>
                  <a:lnTo>
                    <a:pt x="2586329" y="243078"/>
                  </a:lnTo>
                  <a:lnTo>
                    <a:pt x="2754757" y="973645"/>
                  </a:lnTo>
                  <a:lnTo>
                    <a:pt x="3120707" y="973645"/>
                  </a:lnTo>
                  <a:lnTo>
                    <a:pt x="3172383" y="730554"/>
                  </a:lnTo>
                  <a:lnTo>
                    <a:pt x="3323475" y="19761"/>
                  </a:lnTo>
                  <a:close/>
                </a:path>
                <a:path w="5242559" h="993775">
                  <a:moveTo>
                    <a:pt x="4293857" y="973645"/>
                  </a:moveTo>
                  <a:lnTo>
                    <a:pt x="4259923" y="787361"/>
                  </a:lnTo>
                  <a:lnTo>
                    <a:pt x="4226242" y="602399"/>
                  </a:lnTo>
                  <a:lnTo>
                    <a:pt x="4154043" y="206019"/>
                  </a:lnTo>
                  <a:lnTo>
                    <a:pt x="4120121" y="19761"/>
                  </a:lnTo>
                  <a:lnTo>
                    <a:pt x="3945966" y="19761"/>
                  </a:lnTo>
                  <a:lnTo>
                    <a:pt x="3945966" y="602399"/>
                  </a:lnTo>
                  <a:lnTo>
                    <a:pt x="3690988" y="602399"/>
                  </a:lnTo>
                  <a:lnTo>
                    <a:pt x="3904780" y="206019"/>
                  </a:lnTo>
                  <a:lnTo>
                    <a:pt x="3908729" y="206019"/>
                  </a:lnTo>
                  <a:lnTo>
                    <a:pt x="3945966" y="602399"/>
                  </a:lnTo>
                  <a:lnTo>
                    <a:pt x="3945966" y="19761"/>
                  </a:lnTo>
                  <a:lnTo>
                    <a:pt x="3797770" y="19761"/>
                  </a:lnTo>
                  <a:lnTo>
                    <a:pt x="3218446" y="973645"/>
                  </a:lnTo>
                  <a:lnTo>
                    <a:pt x="3482695" y="973645"/>
                  </a:lnTo>
                  <a:lnTo>
                    <a:pt x="3584397" y="787361"/>
                  </a:lnTo>
                  <a:lnTo>
                    <a:pt x="3971506" y="787361"/>
                  </a:lnTo>
                  <a:lnTo>
                    <a:pt x="3995280" y="973645"/>
                  </a:lnTo>
                  <a:lnTo>
                    <a:pt x="4293857" y="973645"/>
                  </a:lnTo>
                  <a:close/>
                </a:path>
                <a:path w="5242559" h="993775">
                  <a:moveTo>
                    <a:pt x="4861230" y="19761"/>
                  </a:moveTo>
                  <a:lnTo>
                    <a:pt x="4597044" y="19761"/>
                  </a:lnTo>
                  <a:lnTo>
                    <a:pt x="4394225" y="973645"/>
                  </a:lnTo>
                  <a:lnTo>
                    <a:pt x="4658461" y="973645"/>
                  </a:lnTo>
                  <a:lnTo>
                    <a:pt x="4861230" y="19761"/>
                  </a:lnTo>
                  <a:close/>
                </a:path>
                <a:path w="5242559" h="993775">
                  <a:moveTo>
                    <a:pt x="5242026" y="938250"/>
                  </a:moveTo>
                  <a:lnTo>
                    <a:pt x="4960455" y="938250"/>
                  </a:lnTo>
                  <a:lnTo>
                    <a:pt x="4960455" y="973455"/>
                  </a:lnTo>
                  <a:lnTo>
                    <a:pt x="5242026" y="973455"/>
                  </a:lnTo>
                  <a:lnTo>
                    <a:pt x="5242026" y="938250"/>
                  </a:lnTo>
                  <a:close/>
                </a:path>
                <a:path w="5242559" h="993775">
                  <a:moveTo>
                    <a:pt x="5242026" y="712901"/>
                  </a:moveTo>
                  <a:lnTo>
                    <a:pt x="4960455" y="712901"/>
                  </a:lnTo>
                  <a:lnTo>
                    <a:pt x="4960455" y="748106"/>
                  </a:lnTo>
                  <a:lnTo>
                    <a:pt x="5242026" y="748106"/>
                  </a:lnTo>
                  <a:lnTo>
                    <a:pt x="5242026" y="712901"/>
                  </a:lnTo>
                  <a:close/>
                </a:path>
                <a:path w="5242559" h="993775">
                  <a:moveTo>
                    <a:pt x="5242026" y="479120"/>
                  </a:moveTo>
                  <a:lnTo>
                    <a:pt x="4960455" y="479120"/>
                  </a:lnTo>
                  <a:lnTo>
                    <a:pt x="4960455" y="514324"/>
                  </a:lnTo>
                  <a:lnTo>
                    <a:pt x="5242026" y="514324"/>
                  </a:lnTo>
                  <a:lnTo>
                    <a:pt x="5242026" y="479120"/>
                  </a:lnTo>
                  <a:close/>
                </a:path>
                <a:path w="5242559" h="993775">
                  <a:moveTo>
                    <a:pt x="5242026" y="248475"/>
                  </a:moveTo>
                  <a:lnTo>
                    <a:pt x="4960455" y="248475"/>
                  </a:lnTo>
                  <a:lnTo>
                    <a:pt x="4960455" y="283730"/>
                  </a:lnTo>
                  <a:lnTo>
                    <a:pt x="5242026" y="283730"/>
                  </a:lnTo>
                  <a:lnTo>
                    <a:pt x="5242026" y="248475"/>
                  </a:lnTo>
                  <a:close/>
                </a:path>
                <a:path w="5242559" h="993775">
                  <a:moveTo>
                    <a:pt x="5242026" y="23812"/>
                  </a:moveTo>
                  <a:lnTo>
                    <a:pt x="4960455" y="23812"/>
                  </a:lnTo>
                  <a:lnTo>
                    <a:pt x="4960455" y="59016"/>
                  </a:lnTo>
                  <a:lnTo>
                    <a:pt x="5242026" y="59016"/>
                  </a:lnTo>
                  <a:lnTo>
                    <a:pt x="5242026" y="23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235576" y="4635933"/>
            <a:ext cx="51149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solidFill>
                  <a:srgbClr val="FFFFFF"/>
                </a:solidFill>
              </a:rPr>
              <a:t>DEPARTAMENTO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REGIONAL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10231201" y="5107290"/>
            <a:ext cx="6974205" cy="145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ts val="327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DE</a:t>
            </a:r>
            <a:r>
              <a:rPr sz="2800" b="1" spc="-30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Montserrat ExtraBold"/>
                <a:cs typeface="Montserrat ExtraBold"/>
              </a:rPr>
              <a:t>SÃO</a:t>
            </a:r>
            <a:r>
              <a:rPr sz="2800" b="1" spc="-2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Montserrat ExtraBold"/>
                <a:cs typeface="Montserrat ExtraBold"/>
              </a:rPr>
              <a:t>PAULO</a:t>
            </a:r>
            <a:endParaRPr sz="2800">
              <a:latin typeface="Montserrat ExtraBold"/>
              <a:cs typeface="Montserrat ExtraBold"/>
            </a:endParaRPr>
          </a:p>
          <a:p>
            <a:pPr marL="12700">
              <a:lnSpc>
                <a:spcPts val="8009"/>
              </a:lnSpc>
            </a:pPr>
            <a:r>
              <a:rPr sz="6750" spc="-2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ww</a:t>
            </a:r>
            <a:r>
              <a:rPr sz="6750" spc="-22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</a:t>
            </a:r>
            <a:r>
              <a:rPr sz="675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</a:t>
            </a:r>
            <a:r>
              <a:rPr sz="6750" spc="-10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p</a:t>
            </a:r>
            <a:r>
              <a:rPr sz="6750" spc="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.senai.br</a:t>
            </a:r>
            <a:endParaRPr sz="6750">
              <a:latin typeface="Montserrat"/>
              <a:cs typeface="Montserra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4154076"/>
            <a:ext cx="20104100" cy="7154545"/>
            <a:chOff x="0" y="4154076"/>
            <a:chExt cx="20104100" cy="7154545"/>
          </a:xfrm>
        </p:grpSpPr>
        <p:sp>
          <p:nvSpPr>
            <p:cNvPr id="9" name="object 9"/>
            <p:cNvSpPr/>
            <p:nvPr/>
          </p:nvSpPr>
          <p:spPr>
            <a:xfrm>
              <a:off x="9201187" y="4154076"/>
              <a:ext cx="0" cy="3001010"/>
            </a:xfrm>
            <a:custGeom>
              <a:avLst/>
              <a:gdLst/>
              <a:ahLst/>
              <a:cxnLst/>
              <a:rect l="l" t="t" r="r" b="b"/>
              <a:pathLst>
                <a:path h="3001009">
                  <a:moveTo>
                    <a:pt x="0" y="3000400"/>
                  </a:moveTo>
                  <a:lnTo>
                    <a:pt x="0" y="0"/>
                  </a:lnTo>
                </a:path>
              </a:pathLst>
            </a:custGeom>
            <a:ln w="2783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1C1FFBC5B64943BE6D3064162973C9" ma:contentTypeVersion="13" ma:contentTypeDescription="Crie um novo documento." ma:contentTypeScope="" ma:versionID="40fa6b34c81f3a289ccbc7b1e1965271">
  <xsd:schema xmlns:xsd="http://www.w3.org/2001/XMLSchema" xmlns:xs="http://www.w3.org/2001/XMLSchema" xmlns:p="http://schemas.microsoft.com/office/2006/metadata/properties" xmlns:ns2="2bd5af90-2c43-4f56-be08-340e2f91aafd" xmlns:ns3="b9c37b37-d0ad-42a5-892e-3cb8fae6311e" targetNamespace="http://schemas.microsoft.com/office/2006/metadata/properties" ma:root="true" ma:fieldsID="8fc80ff9e100d70d9cbefb719233993e" ns2:_="" ns3:_="">
    <xsd:import namespace="2bd5af90-2c43-4f56-be08-340e2f91aafd"/>
    <xsd:import namespace="b9c37b37-d0ad-42a5-892e-3cb8fae631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5af90-2c43-4f56-be08-340e2f91aa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37b37-d0ad-42a5-892e-3cb8fae6311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A42D19-56A1-4D0B-AB84-67451006DC5A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2bd5af90-2c43-4f56-be08-340e2f91aafd"/>
    <ds:schemaRef ds:uri="b9c37b37-d0ad-42a5-892e-3cb8fae6311e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E43EA8-E4F7-4FB4-A903-CFCDB99F0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d5af90-2c43-4f56-be08-340e2f91aafd"/>
    <ds:schemaRef ds:uri="b9c37b37-d0ad-42a5-892e-3cb8fae631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4966</TotalTime>
  <Words>1030</Words>
  <Application>Microsoft Office PowerPoint</Application>
  <PresentationFormat>Personalizados</PresentationFormat>
  <Paragraphs>135</Paragraphs>
  <Slides>26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26</vt:i4>
      </vt:variant>
    </vt:vector>
  </HeadingPairs>
  <TitlesOfParts>
    <vt:vector size="33" baseType="lpstr">
      <vt:lpstr>Lato</vt:lpstr>
      <vt:lpstr>Montserrat ExtraBold</vt:lpstr>
      <vt:lpstr>Calibri</vt:lpstr>
      <vt:lpstr>Montserrat</vt:lpstr>
      <vt:lpstr>Montserrat Light</vt:lpstr>
      <vt:lpstr>Artistik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DEPARTAMENTO REGIONAL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João Flavio Diniz</cp:lastModifiedBy>
  <cp:revision>349</cp:revision>
  <dcterms:created xsi:type="dcterms:W3CDTF">2021-08-24T16:20:14Z</dcterms:created>
  <dcterms:modified xsi:type="dcterms:W3CDTF">2025-04-14T23:51:51Z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0x0101001C1C1FFBC5B64943BE6D3064162973C9</vt:lpwstr>
  </property>
</Properties>
</file>