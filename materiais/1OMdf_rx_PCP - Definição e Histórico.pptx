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9" r:id="rId16"/>
    <p:sldId id="280" r:id="rId17"/>
    <p:sldId id="286" r:id="rId18"/>
    <p:sldId id="281" r:id="rId19"/>
    <p:sldId id="282" r:id="rId20"/>
    <p:sldId id="287" r:id="rId21"/>
    <p:sldId id="283" r:id="rId22"/>
    <p:sldId id="288" r:id="rId23"/>
    <p:sldId id="284" r:id="rId24"/>
    <p:sldId id="289" r:id="rId25"/>
    <p:sldId id="290" r:id="rId26"/>
    <p:sldId id="285" r:id="rId27"/>
    <p:sldId id="268" r:id="rId28"/>
    <p:sldId id="277" r:id="rId2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954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" y="1"/>
            <a:ext cx="16254859" cy="9143486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456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56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456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2040B6C1-866C-1040-B81F-5628DAA847E0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C796455-407F-85B4-5173-3DE61CA98C01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2773870-E2BA-16F7-4E6F-E9C20BF6EB5F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14E9676-1321-AAE9-BC28-A8DFBC0DAB6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5CE7331C-6D8B-D927-1295-066C4A1CCFD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1DF202DC-834A-0DD8-65AF-B0DD996C4EAB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C73BADA-5AF7-A842-8036-B328F3BC2578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B39188EA-21E9-868A-DC15-174C2E921C41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225DEC4-3F22-A518-0407-FE981D7023F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483A7ED-100E-EF0D-DB48-4A618819B5D7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C1C1F8A7-C3CA-5736-60F1-D1886579C9B8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8757026-A10E-2678-5CD2-C18F077B6ABB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F79C2CFF-00D7-D5FE-C3F4-E17161F80627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6CF56012-65A3-6F7B-2DD5-0BA800038DD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4C8531D3-F9D0-CC5C-3983-18B976F1886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ADB58DDB-508D-E69F-B4C5-7BCE838F230A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0AE4284-25A6-6992-CC63-70DCF8319350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4080470A-C6D0-D4CE-3FCE-1BC043036DC9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05928BDA-C075-7FF7-EF90-B711A87FEBB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D4F693BC-2552-786B-3E34-3A8E4409732B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4357A7EA-859B-021E-4A13-EEE3E635E37F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C32DD14-7ADC-4999-18DC-24C23827EC9B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FF37B023-09BF-A6BB-9B12-7290C04AA264}"/>
              </a:ext>
            </a:extLst>
          </p:cNvPr>
          <p:cNvGrpSpPr/>
          <p:nvPr/>
        </p:nvGrpSpPr>
        <p:grpSpPr>
          <a:xfrm>
            <a:off x="14147800" y="204085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19E482F-F48B-3D9B-93DA-9DEA2A1CC2E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531BFCA3-6573-A01B-2F5F-4C66BE67CA2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69EE6054-DA34-0D51-9899-CE08513F3FC7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6327FC2-2F5B-0A11-C4EE-8F1536F6F23C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E1516104-D384-698F-EEF9-ECECC13324C6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2C65C8B-D175-256B-097D-2153D89E0947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1C5EC822-C7CB-C4BD-B6A5-5950C6576406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E9635C07-9CDE-0EB0-718E-BA57448BEA6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84C08B6-DAB5-1AE1-2A15-9B8442991AC4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80B794EE-77EA-8C1C-1B82-74D924418A96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9F32A31-95CA-D470-CBF1-8AF2A4CF33CF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124726F-BCE1-59C5-624C-3CC5D19476A1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A7A7136-D3B2-0A38-796A-57683350332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8B2DAEE-E0D2-A04B-42D9-12819321CAE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C78FC5D0-EE0F-F488-8905-51AC3D9F9606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EB8D2E0-F4A1-A358-2B5D-165073FCB731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1D8434C6-F713-2031-B599-69A892F48AAB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09B3A2D-27F9-AE64-C288-192289ED59E2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FFE01469-74D6-9541-D44D-7C0338577E6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6C4A56A3-68D2-5A6D-4904-2AAB92E4F818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88902B4-726C-DB97-E203-2E9A883AE9EE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623E6365-DD92-F749-D6F9-82F9CA6D766C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BF4347F-F0DA-164F-93F7-177059B62712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F1581813-BD90-86A5-397D-CA5C61F9A857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7147A95-B16A-E250-540B-C1CCFD0948CE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9B8F036-D5E2-69C8-C52A-AA1202F73AC7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F37DEE7-1AC2-DCC4-063D-13C83A90E9BA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1AF1D8D-1EEE-61E1-D629-7062074B51F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7B5D2BB8-B365-A03A-4F3A-3EBE0313259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EBB71A7A-5EBC-22B3-2360-D6A4480937F7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54DEE86-287C-D1AA-73A9-79998B9534F6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0E06C92A-5112-5F55-7358-E7E04150C075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3D58325-D03C-C189-30CA-EB98DE48CB9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E37025BE-256E-3E90-9F6E-C1D99A05A597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0FE6C9C4-6F04-ECB7-BEE0-887EA7E40082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909D447-8946-0509-5A16-074C5828E207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F80DDC4-E01B-E0EF-FAF0-9C9D8415C093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D7C1C28-7FF0-8703-DCF1-935C4FEAF61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75479DF-86B2-CBA3-392F-6954ABDE3B4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22599DA6-DB10-993A-4545-52C028105EB8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1E2EB3A-6C82-193D-430B-DF494C101C03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29454BB7-990A-17FE-0AE4-DC6E0D12600F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6CA2B1B8-20AF-A6C0-C052-AAE31F64EC8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6F9B058A-3D3C-40F4-A240-C43B91F93B9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195D71E7-7CB8-ADD8-379D-6EEC23F06393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D18F456-CEFA-3B70-1C3F-C3C2506AC97A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DE2EDB15-AB51-E2AA-6321-8F60A4F4DF24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C516CFA-C710-0F6C-87BE-E09194223EE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E6AAAA6E-A2C6-7323-197D-E8DEA463355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7F85BDD9-FF35-2F07-A282-C6AE64D065D1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71FCF27-2422-F613-1B22-B121D5187706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7B275277-CDD3-44EA-DE7F-69AB204D1D5C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AFBD293-4D3E-BE96-3BCC-D79B1E549E4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CD2719D-813F-6664-0574-6FB568B7B51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4029125-40F5-F965-B0CD-F0FBE2C1C8A4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232D04C-2138-F36E-3BCE-B2246E5F909A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4CB181FB-7E8F-5B25-954C-04A683EF99BE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35E32F0-F01A-8505-623F-62E9A067CFB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7D5A3E05-1C4E-03FF-4EE1-6985017C1E2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41B31853-8B33-1270-F866-EFD794FA78D8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BF2CDEA-7C59-2697-EE19-5D5277B9A31C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9CACEE54-A73B-A990-9D48-EBB956F2E484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741362C-9244-1F34-3E2C-C8E57B31710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4B7C31BF-D92C-4BE3-F054-CC1A6A9DB58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6D0A70E5-14F2-8EC3-0BBC-25DAFBF334E9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0BF0179-2F72-352F-DD85-31D6806918CD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D9CD0800-D20E-4FA4-E333-9B7B27E02DB6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7063ACA-DDE3-0734-EF90-0ED5140EB96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90C2FD4-F7EA-D9B5-D5C7-CB86BDB2E4E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037686E3-7D38-87E0-1D9A-61ECE4DCD9FA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10CFC9A-A2A2-1770-6594-7BB4E353BFD9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5BC584EF-9D68-8960-8DCD-C315BBB06EEB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2850494-813E-24B2-45FB-D64DA4B1A84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611E5BFC-2EA1-B2C8-5C1F-FAB60D0ED11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FF247321-757D-B2CD-6D33-7B7831C952A3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42A2430-4716-ACA8-1D39-FD4C46E370A5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60B4868E-F388-DDB1-C0D1-0B7ACA9EFA2B}"/>
              </a:ext>
            </a:extLst>
          </p:cNvPr>
          <p:cNvGrpSpPr/>
          <p:nvPr/>
        </p:nvGrpSpPr>
        <p:grpSpPr>
          <a:xfrm>
            <a:off x="14147800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88F472B-33BA-0E83-BD33-B0128A9C43B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D8E98A1-81DF-4682-9DB1-EAEC8BC67DC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E306A25E-0724-02A3-0B6D-88D17CB4D5C4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8FBA427-1290-ED43-0BF5-2DD348BDDF9A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90E17429-89E4-A54C-170E-2E3529213874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634E5C7-5FDE-5574-BB00-0022580EC8E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11F4A21-926D-01C1-C30F-E3C512AA080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195B0C77-5D87-EC79-A050-0A22E1A6B6E1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096C421-1B3F-5B29-BF5B-686501BF6C14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B365B76C-D92B-B3CC-FD60-EBA3025355AC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A8AB38D-E03D-36C8-0B5E-6FD287C812C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8A93C8B1-0DF5-8ED0-694C-62732312BE6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DE200AE0-7C18-55C1-A02B-D7B4082A22F6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02E5E79-2285-989A-A0CF-3694EE6BC26B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BB407B44-A1A5-F722-0263-DA12E19901D3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76BE908-6CCB-B940-0BAE-5E526A256D75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58F5DA11-77BE-D0F6-5F86-DC1C6127E0F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537E0834-6F01-A2B7-466D-B8576C238110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411B522-0EC2-941C-F959-E44F888C839D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CBB1E1AA-33F0-D45F-8B43-0282C61C9A41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5159849-D1A9-64CD-6B38-D2958F6A456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3C54492-19F0-8459-4CF0-67986FD20AD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A89E31AB-D5AB-6FAC-B1A3-B11B4F4F7067}"/>
              </a:ext>
            </a:extLst>
          </p:cNvPr>
          <p:cNvSpPr/>
          <p:nvPr/>
        </p:nvSpPr>
        <p:spPr>
          <a:xfrm>
            <a:off x="290959" y="165261"/>
            <a:ext cx="397256" cy="985762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6BF054D-4FE7-662B-D880-0BD82AA51214}"/>
              </a:ext>
            </a:extLst>
          </p:cNvPr>
          <p:cNvSpPr/>
          <p:nvPr/>
        </p:nvSpPr>
        <p:spPr>
          <a:xfrm flipV="1">
            <a:off x="0" y="8802136"/>
            <a:ext cx="16256000" cy="34186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9EDC9EF0-6FAE-607D-934E-D3023309118B}"/>
              </a:ext>
            </a:extLst>
          </p:cNvPr>
          <p:cNvGrpSpPr/>
          <p:nvPr/>
        </p:nvGrpSpPr>
        <p:grpSpPr>
          <a:xfrm>
            <a:off x="14009241" y="277142"/>
            <a:ext cx="1981200" cy="762000"/>
            <a:chOff x="15363992" y="1047088"/>
            <a:chExt cx="3693160" cy="942975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77B3659-E76D-F860-DBB7-C5C208F4F8A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4D01AAFD-D832-96E7-F517-424AFF2754C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" y="1"/>
            <a:ext cx="16254859" cy="9143486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456"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456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76388" y="3748318"/>
            <a:ext cx="4135593" cy="358605"/>
          </a:xfrm>
          <a:prstGeom prst="rect">
            <a:avLst/>
          </a:prstGeom>
        </p:spPr>
        <p:txBody>
          <a:bodyPr vert="horz" wrap="square" lIns="0" tIns="10268" rIns="0" bIns="0" rtlCol="0" anchor="ctr">
            <a:spAutoFit/>
          </a:bodyPr>
          <a:lstStyle/>
          <a:p>
            <a:pPr marL="10269">
              <a:spcBef>
                <a:spcPts val="80"/>
              </a:spcBef>
            </a:pPr>
            <a:r>
              <a:rPr sz="2263" spc="-20" dirty="0">
                <a:solidFill>
                  <a:srgbClr val="FFFFFF"/>
                </a:solidFill>
              </a:rPr>
              <a:t>DEPARTAMENTO</a:t>
            </a:r>
            <a:r>
              <a:rPr sz="2263" spc="-44" dirty="0">
                <a:solidFill>
                  <a:srgbClr val="FFFFFF"/>
                </a:solidFill>
              </a:rPr>
              <a:t> </a:t>
            </a:r>
            <a:r>
              <a:rPr sz="2263" dirty="0">
                <a:solidFill>
                  <a:srgbClr val="FFFFFF"/>
                </a:solidFill>
              </a:rPr>
              <a:t>REGIONAL</a:t>
            </a:r>
            <a:endParaRPr sz="2263"/>
          </a:p>
        </p:txBody>
      </p:sp>
      <p:sp>
        <p:nvSpPr>
          <p:cNvPr id="7" name="object 7"/>
          <p:cNvSpPr txBox="1"/>
          <p:nvPr/>
        </p:nvSpPr>
        <p:spPr>
          <a:xfrm>
            <a:off x="8272851" y="4129420"/>
            <a:ext cx="5638885" cy="1177354"/>
          </a:xfrm>
          <a:prstGeom prst="rect">
            <a:avLst/>
          </a:prstGeom>
        </p:spPr>
        <p:txBody>
          <a:bodyPr vert="horz" wrap="square" lIns="0" tIns="10268" rIns="0" bIns="0" rtlCol="0">
            <a:spAutoFit/>
          </a:bodyPr>
          <a:lstStyle/>
          <a:p>
            <a:pPr marL="13350">
              <a:lnSpc>
                <a:spcPts val="2644"/>
              </a:lnSpc>
              <a:spcBef>
                <a:spcPts val="80"/>
              </a:spcBef>
            </a:pPr>
            <a:r>
              <a:rPr sz="2263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263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263" b="1" spc="-9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263" b="1" spc="-2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263" b="1" spc="-32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263">
              <a:latin typeface="Montserrat ExtraBold"/>
              <a:cs typeface="Montserrat ExtraBold"/>
            </a:endParaRPr>
          </a:p>
          <a:p>
            <a:pPr marL="10269">
              <a:lnSpc>
                <a:spcPts val="6475"/>
              </a:lnSpc>
            </a:pPr>
            <a:r>
              <a:rPr sz="5458" spc="-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5458" spc="-178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5458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5458" spc="-8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5458" spc="4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5458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1" y="3358715"/>
            <a:ext cx="16254859" cy="5784697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56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456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</Words>
  <Application>Microsoft Office PowerPoint</Application>
  <PresentationFormat>Personalizar</PresentationFormat>
  <Paragraphs>3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Arial</vt:lpstr>
      <vt:lpstr>Calibri</vt:lpstr>
      <vt:lpstr>Montserrat</vt:lpstr>
      <vt:lpstr>Montserrat ExtraBold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Marilia Aparecida Bertoni Cabral</cp:lastModifiedBy>
  <cp:revision>3</cp:revision>
  <dcterms:created xsi:type="dcterms:W3CDTF">2006-08-16T00:00:00Z</dcterms:created>
  <dcterms:modified xsi:type="dcterms:W3CDTF">2026-04-29T16:22:03Z</dcterms:modified>
</cp:coreProperties>
</file>