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7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.senai.br/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2" y="1"/>
            <a:ext cx="16254859" cy="9143486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sz="1456"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sz="1456"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lang="pt-BR" sz="1456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3" name="object 4">
            <a:extLst>
              <a:ext uri="{FF2B5EF4-FFF2-40B4-BE49-F238E27FC236}">
                <a16:creationId xmlns:a16="http://schemas.microsoft.com/office/drawing/2014/main" id="{98940575-36A4-000C-6333-9D6F6E437263}"/>
              </a:ext>
            </a:extLst>
          </p:cNvPr>
          <p:cNvGrpSpPr/>
          <p:nvPr/>
        </p:nvGrpSpPr>
        <p:grpSpPr>
          <a:xfrm>
            <a:off x="13950951" y="228600"/>
            <a:ext cx="2070100" cy="1028779"/>
            <a:chOff x="15363992" y="1047088"/>
            <a:chExt cx="3693160" cy="942975"/>
          </a:xfrm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52E421E9-516D-D338-AE64-CC0E3EF651D9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C60EE16B-A01E-C884-AC80-843274017B5E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</p:grpSp>
      <p:sp>
        <p:nvSpPr>
          <p:cNvPr id="6" name="object 3">
            <a:extLst>
              <a:ext uri="{FF2B5EF4-FFF2-40B4-BE49-F238E27FC236}">
                <a16:creationId xmlns:a16="http://schemas.microsoft.com/office/drawing/2014/main" id="{1E667B0C-3723-A655-44B0-8182FFBE60F9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9CC41C5C-EA68-8B18-78A5-D9312CC922B2}"/>
              </a:ext>
            </a:extLst>
          </p:cNvPr>
          <p:cNvSpPr/>
          <p:nvPr/>
        </p:nvSpPr>
        <p:spPr>
          <a:xfrm>
            <a:off x="234949" y="91966"/>
            <a:ext cx="342923" cy="89863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3" name="object 4">
            <a:extLst>
              <a:ext uri="{FF2B5EF4-FFF2-40B4-BE49-F238E27FC236}">
                <a16:creationId xmlns:a16="http://schemas.microsoft.com/office/drawing/2014/main" id="{4BFB3B74-CEF0-ADB1-7A7C-65ADA99FFF48}"/>
              </a:ext>
            </a:extLst>
          </p:cNvPr>
          <p:cNvGrpSpPr/>
          <p:nvPr/>
        </p:nvGrpSpPr>
        <p:grpSpPr>
          <a:xfrm>
            <a:off x="13950951" y="228600"/>
            <a:ext cx="2070100" cy="1028779"/>
            <a:chOff x="15363992" y="1047088"/>
            <a:chExt cx="3693160" cy="942975"/>
          </a:xfrm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8CA812BC-4BCA-4973-3D0E-F6B750000739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78F58BB7-BF18-DEAB-A149-4E34C2E927F0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</p:grpSp>
      <p:sp>
        <p:nvSpPr>
          <p:cNvPr id="6" name="object 3">
            <a:extLst>
              <a:ext uri="{FF2B5EF4-FFF2-40B4-BE49-F238E27FC236}">
                <a16:creationId xmlns:a16="http://schemas.microsoft.com/office/drawing/2014/main" id="{EE9E91C7-4C95-DB7D-CE9C-1AAFA23C5B2A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63213345-28C9-39DE-B55D-57E3A43B912E}"/>
              </a:ext>
            </a:extLst>
          </p:cNvPr>
          <p:cNvSpPr/>
          <p:nvPr/>
        </p:nvSpPr>
        <p:spPr>
          <a:xfrm>
            <a:off x="234949" y="91966"/>
            <a:ext cx="342923" cy="89863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3" name="object 4">
            <a:extLst>
              <a:ext uri="{FF2B5EF4-FFF2-40B4-BE49-F238E27FC236}">
                <a16:creationId xmlns:a16="http://schemas.microsoft.com/office/drawing/2014/main" id="{F63B66C5-5AD7-D05C-2007-3506AF037D7F}"/>
              </a:ext>
            </a:extLst>
          </p:cNvPr>
          <p:cNvGrpSpPr/>
          <p:nvPr/>
        </p:nvGrpSpPr>
        <p:grpSpPr>
          <a:xfrm>
            <a:off x="13950951" y="228600"/>
            <a:ext cx="2070100" cy="1028779"/>
            <a:chOff x="15363992" y="1047088"/>
            <a:chExt cx="3693160" cy="942975"/>
          </a:xfrm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21383C11-6A23-B0E6-5629-2B24C7349A37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D9A3AEA1-8412-96FA-E29E-3D6AC533E177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</p:grpSp>
      <p:sp>
        <p:nvSpPr>
          <p:cNvPr id="6" name="object 3">
            <a:extLst>
              <a:ext uri="{FF2B5EF4-FFF2-40B4-BE49-F238E27FC236}">
                <a16:creationId xmlns:a16="http://schemas.microsoft.com/office/drawing/2014/main" id="{FC486C37-634E-A028-9BE4-1E1D40AF2CB7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11139159-B4D9-7D10-B1A2-4CCDE73D7E72}"/>
              </a:ext>
            </a:extLst>
          </p:cNvPr>
          <p:cNvSpPr/>
          <p:nvPr/>
        </p:nvSpPr>
        <p:spPr>
          <a:xfrm>
            <a:off x="234949" y="91966"/>
            <a:ext cx="342923" cy="89863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3" name="object 4">
            <a:extLst>
              <a:ext uri="{FF2B5EF4-FFF2-40B4-BE49-F238E27FC236}">
                <a16:creationId xmlns:a16="http://schemas.microsoft.com/office/drawing/2014/main" id="{3A005C0D-FC09-4CDB-25B1-D65CA9048D0D}"/>
              </a:ext>
            </a:extLst>
          </p:cNvPr>
          <p:cNvGrpSpPr/>
          <p:nvPr/>
        </p:nvGrpSpPr>
        <p:grpSpPr>
          <a:xfrm>
            <a:off x="13950951" y="228600"/>
            <a:ext cx="2070100" cy="1028779"/>
            <a:chOff x="15363992" y="1047088"/>
            <a:chExt cx="3693160" cy="942975"/>
          </a:xfrm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8292E698-4C46-A6C9-2895-0B88B7F08E35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111F2BE4-FEF3-9A97-EDE6-1562491A029B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</p:grpSp>
      <p:sp>
        <p:nvSpPr>
          <p:cNvPr id="6" name="object 3">
            <a:extLst>
              <a:ext uri="{FF2B5EF4-FFF2-40B4-BE49-F238E27FC236}">
                <a16:creationId xmlns:a16="http://schemas.microsoft.com/office/drawing/2014/main" id="{3C077049-899B-0D97-C37C-D9DA3890508D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2B0CAA06-B05E-25E0-FDB8-33DC9B28F836}"/>
              </a:ext>
            </a:extLst>
          </p:cNvPr>
          <p:cNvSpPr/>
          <p:nvPr/>
        </p:nvSpPr>
        <p:spPr>
          <a:xfrm>
            <a:off x="234949" y="91966"/>
            <a:ext cx="342923" cy="89863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3" name="object 4">
            <a:extLst>
              <a:ext uri="{FF2B5EF4-FFF2-40B4-BE49-F238E27FC236}">
                <a16:creationId xmlns:a16="http://schemas.microsoft.com/office/drawing/2014/main" id="{3C865E5D-D103-153C-862C-4A5C549E6860}"/>
              </a:ext>
            </a:extLst>
          </p:cNvPr>
          <p:cNvGrpSpPr/>
          <p:nvPr/>
        </p:nvGrpSpPr>
        <p:grpSpPr>
          <a:xfrm>
            <a:off x="13950951" y="228600"/>
            <a:ext cx="2070100" cy="1028779"/>
            <a:chOff x="15363992" y="1047088"/>
            <a:chExt cx="3693160" cy="942975"/>
          </a:xfrm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2A1F29FC-520A-F56E-0033-6DC8FBBDC3B3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0CD24E78-04E0-32FF-632B-E018875EBD59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</p:grpSp>
      <p:sp>
        <p:nvSpPr>
          <p:cNvPr id="6" name="object 3">
            <a:extLst>
              <a:ext uri="{FF2B5EF4-FFF2-40B4-BE49-F238E27FC236}">
                <a16:creationId xmlns:a16="http://schemas.microsoft.com/office/drawing/2014/main" id="{6F8F8B03-2E27-FA37-EA93-EDA78FF62F16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6BED393F-4541-F61E-0567-BA1B97AB497C}"/>
              </a:ext>
            </a:extLst>
          </p:cNvPr>
          <p:cNvSpPr/>
          <p:nvPr/>
        </p:nvSpPr>
        <p:spPr>
          <a:xfrm>
            <a:off x="234949" y="91966"/>
            <a:ext cx="342923" cy="89863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3" name="object 4">
            <a:extLst>
              <a:ext uri="{FF2B5EF4-FFF2-40B4-BE49-F238E27FC236}">
                <a16:creationId xmlns:a16="http://schemas.microsoft.com/office/drawing/2014/main" id="{F0E02270-260B-9982-A6C0-85281F126784}"/>
              </a:ext>
            </a:extLst>
          </p:cNvPr>
          <p:cNvGrpSpPr/>
          <p:nvPr/>
        </p:nvGrpSpPr>
        <p:grpSpPr>
          <a:xfrm>
            <a:off x="14184884" y="77246"/>
            <a:ext cx="2070100" cy="1028779"/>
            <a:chOff x="15363992" y="1047088"/>
            <a:chExt cx="3693160" cy="942975"/>
          </a:xfrm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3AAAC1AE-0E80-8FCF-C0B6-93B039733B37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81119CD7-ADD4-DE9B-F3B6-102AD300D8B4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</p:grpSp>
      <p:sp>
        <p:nvSpPr>
          <p:cNvPr id="6" name="object 3">
            <a:extLst>
              <a:ext uri="{FF2B5EF4-FFF2-40B4-BE49-F238E27FC236}">
                <a16:creationId xmlns:a16="http://schemas.microsoft.com/office/drawing/2014/main" id="{223BE42C-6283-0212-1D27-035F80A252C4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34D256FD-7D39-973F-1A8C-F1E5640DFCEC}"/>
              </a:ext>
            </a:extLst>
          </p:cNvPr>
          <p:cNvSpPr/>
          <p:nvPr/>
        </p:nvSpPr>
        <p:spPr>
          <a:xfrm>
            <a:off x="234949" y="91966"/>
            <a:ext cx="342923" cy="89863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0234BCB7-0008-94CB-285C-D0022293033B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0274DE53-13F0-4A26-CFDB-A2EF789A6700}"/>
              </a:ext>
            </a:extLst>
          </p:cNvPr>
          <p:cNvSpPr/>
          <p:nvPr/>
        </p:nvSpPr>
        <p:spPr>
          <a:xfrm>
            <a:off x="234949" y="91966"/>
            <a:ext cx="342923" cy="89863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3" name="object 4">
            <a:extLst>
              <a:ext uri="{FF2B5EF4-FFF2-40B4-BE49-F238E27FC236}">
                <a16:creationId xmlns:a16="http://schemas.microsoft.com/office/drawing/2014/main" id="{ACE0D75F-12A6-3C42-6437-F3C5A4A67093}"/>
              </a:ext>
            </a:extLst>
          </p:cNvPr>
          <p:cNvGrpSpPr/>
          <p:nvPr/>
        </p:nvGrpSpPr>
        <p:grpSpPr>
          <a:xfrm>
            <a:off x="13950951" y="228600"/>
            <a:ext cx="2070100" cy="1028779"/>
            <a:chOff x="15363992" y="1047088"/>
            <a:chExt cx="3693160" cy="942975"/>
          </a:xfrm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D8B80115-F759-87D8-BAE7-53CEA0C73797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CC680A98-997E-611B-6968-DEEED72D7173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</p:grpSp>
      <p:sp>
        <p:nvSpPr>
          <p:cNvPr id="6" name="object 3">
            <a:extLst>
              <a:ext uri="{FF2B5EF4-FFF2-40B4-BE49-F238E27FC236}">
                <a16:creationId xmlns:a16="http://schemas.microsoft.com/office/drawing/2014/main" id="{979B6EEB-7272-EE65-2A18-CAE891E56DD2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A639A132-36C0-6748-59BB-E1D907083C47}"/>
              </a:ext>
            </a:extLst>
          </p:cNvPr>
          <p:cNvSpPr/>
          <p:nvPr/>
        </p:nvSpPr>
        <p:spPr>
          <a:xfrm>
            <a:off x="234949" y="91966"/>
            <a:ext cx="342923" cy="89863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3" name="object 4">
            <a:extLst>
              <a:ext uri="{FF2B5EF4-FFF2-40B4-BE49-F238E27FC236}">
                <a16:creationId xmlns:a16="http://schemas.microsoft.com/office/drawing/2014/main" id="{C9AE4643-218D-558E-89BB-5ACD1E3DB4C6}"/>
              </a:ext>
            </a:extLst>
          </p:cNvPr>
          <p:cNvGrpSpPr/>
          <p:nvPr/>
        </p:nvGrpSpPr>
        <p:grpSpPr>
          <a:xfrm>
            <a:off x="13950951" y="228600"/>
            <a:ext cx="2070100" cy="1028779"/>
            <a:chOff x="15363992" y="1047088"/>
            <a:chExt cx="3693160" cy="942975"/>
          </a:xfrm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8ABD1B61-1410-7144-DF2A-1658EC06AEFB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32AE4DCB-66E5-B972-FECF-E3892AD977F6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</p:grpSp>
      <p:sp>
        <p:nvSpPr>
          <p:cNvPr id="6" name="object 3">
            <a:extLst>
              <a:ext uri="{FF2B5EF4-FFF2-40B4-BE49-F238E27FC236}">
                <a16:creationId xmlns:a16="http://schemas.microsoft.com/office/drawing/2014/main" id="{43FF9F02-5D8B-79D6-9CA1-E104F942CF64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6A8D5F14-8A6B-362D-E7F0-5FB222296A33}"/>
              </a:ext>
            </a:extLst>
          </p:cNvPr>
          <p:cNvSpPr/>
          <p:nvPr/>
        </p:nvSpPr>
        <p:spPr>
          <a:xfrm>
            <a:off x="234949" y="91966"/>
            <a:ext cx="342923" cy="89863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0052D706-4E9C-E3D8-FEE4-701641256729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79FB906-EB67-58D6-B451-07B6DD7ABB38}"/>
              </a:ext>
            </a:extLst>
          </p:cNvPr>
          <p:cNvSpPr/>
          <p:nvPr/>
        </p:nvSpPr>
        <p:spPr>
          <a:xfrm>
            <a:off x="234949" y="91966"/>
            <a:ext cx="342923" cy="89863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3" name="object 4">
            <a:extLst>
              <a:ext uri="{FF2B5EF4-FFF2-40B4-BE49-F238E27FC236}">
                <a16:creationId xmlns:a16="http://schemas.microsoft.com/office/drawing/2014/main" id="{0E537B17-CA9B-678E-FA9A-36AB7FE99F43}"/>
              </a:ext>
            </a:extLst>
          </p:cNvPr>
          <p:cNvGrpSpPr/>
          <p:nvPr/>
        </p:nvGrpSpPr>
        <p:grpSpPr>
          <a:xfrm>
            <a:off x="13950951" y="228600"/>
            <a:ext cx="2070100" cy="1028779"/>
            <a:chOff x="15363992" y="1047088"/>
            <a:chExt cx="3693160" cy="942975"/>
          </a:xfrm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09BBF967-CAFA-0730-EB5F-E53F1D329485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FDCF73C1-A80B-CFD2-26FD-1AEDB8F18692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</p:grpSp>
      <p:sp>
        <p:nvSpPr>
          <p:cNvPr id="6" name="object 3">
            <a:extLst>
              <a:ext uri="{FF2B5EF4-FFF2-40B4-BE49-F238E27FC236}">
                <a16:creationId xmlns:a16="http://schemas.microsoft.com/office/drawing/2014/main" id="{494F08E2-849B-E66C-901D-A1886D33DBA6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9858F354-DF25-8D1C-89D2-09ADF2685DE2}"/>
              </a:ext>
            </a:extLst>
          </p:cNvPr>
          <p:cNvSpPr/>
          <p:nvPr/>
        </p:nvSpPr>
        <p:spPr>
          <a:xfrm>
            <a:off x="234949" y="91966"/>
            <a:ext cx="342923" cy="89863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3" name="object 4">
            <a:extLst>
              <a:ext uri="{FF2B5EF4-FFF2-40B4-BE49-F238E27FC236}">
                <a16:creationId xmlns:a16="http://schemas.microsoft.com/office/drawing/2014/main" id="{2D8726C9-5638-2E8F-216D-6275F982E63A}"/>
              </a:ext>
            </a:extLst>
          </p:cNvPr>
          <p:cNvGrpSpPr/>
          <p:nvPr/>
        </p:nvGrpSpPr>
        <p:grpSpPr>
          <a:xfrm>
            <a:off x="13950951" y="228600"/>
            <a:ext cx="2070100" cy="1028779"/>
            <a:chOff x="15363992" y="1047088"/>
            <a:chExt cx="3693160" cy="942975"/>
          </a:xfrm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CB78BE0E-CB70-D390-ADBE-93CBB4908774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2816B134-580C-48D5-8804-5A8D99D87E52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</p:grpSp>
      <p:sp>
        <p:nvSpPr>
          <p:cNvPr id="6" name="object 3">
            <a:extLst>
              <a:ext uri="{FF2B5EF4-FFF2-40B4-BE49-F238E27FC236}">
                <a16:creationId xmlns:a16="http://schemas.microsoft.com/office/drawing/2014/main" id="{AC637052-C844-14E7-8554-22F02FF55612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97D9C69-D44E-3FEC-BA93-B41EBD32CF00}"/>
              </a:ext>
            </a:extLst>
          </p:cNvPr>
          <p:cNvSpPr/>
          <p:nvPr/>
        </p:nvSpPr>
        <p:spPr>
          <a:xfrm>
            <a:off x="234949" y="91966"/>
            <a:ext cx="342923" cy="89863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AF68FFFA-E08F-59AE-68AF-E9D273A7412B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05803F12-2DAA-CF63-2F58-37CF688278A2}"/>
              </a:ext>
            </a:extLst>
          </p:cNvPr>
          <p:cNvSpPr/>
          <p:nvPr/>
        </p:nvSpPr>
        <p:spPr>
          <a:xfrm>
            <a:off x="234949" y="91966"/>
            <a:ext cx="342923" cy="89863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96FD0A83-A0DE-0ED8-9A9A-50A8F1F2543F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ECA9813E-FFC1-55D2-AAA6-0B7D4E343CC9}"/>
              </a:ext>
            </a:extLst>
          </p:cNvPr>
          <p:cNvSpPr/>
          <p:nvPr/>
        </p:nvSpPr>
        <p:spPr>
          <a:xfrm>
            <a:off x="234949" y="91966"/>
            <a:ext cx="342923" cy="89863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2" y="1"/>
            <a:ext cx="16254859" cy="9143486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456"/>
            </a:p>
          </p:txBody>
        </p:sp>
        <p:sp>
          <p:nvSpPr>
            <p:cNvPr id="5" name="object 5"/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456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276388" y="3748325"/>
            <a:ext cx="4135593" cy="358925"/>
          </a:xfrm>
          <a:prstGeom prst="rect">
            <a:avLst/>
          </a:prstGeom>
        </p:spPr>
        <p:txBody>
          <a:bodyPr vert="horz" wrap="square" lIns="0" tIns="10268" rIns="0" bIns="0" rtlCol="0" anchor="ctr">
            <a:spAutoFit/>
          </a:bodyPr>
          <a:lstStyle/>
          <a:p>
            <a:pPr marL="10269">
              <a:spcBef>
                <a:spcPts val="82"/>
              </a:spcBef>
            </a:pPr>
            <a:r>
              <a:rPr sz="2265" spc="-20" dirty="0">
                <a:solidFill>
                  <a:srgbClr val="FFFFFF"/>
                </a:solidFill>
              </a:rPr>
              <a:t>DEPARTAMENTO</a:t>
            </a:r>
            <a:r>
              <a:rPr sz="2265" spc="-44" dirty="0">
                <a:solidFill>
                  <a:srgbClr val="FFFFFF"/>
                </a:solidFill>
              </a:rPr>
              <a:t> </a:t>
            </a:r>
            <a:r>
              <a:rPr sz="2265" dirty="0">
                <a:solidFill>
                  <a:srgbClr val="FFFFFF"/>
                </a:solidFill>
              </a:rPr>
              <a:t>REGIONAL</a:t>
            </a:r>
            <a:endParaRPr sz="2265"/>
          </a:p>
        </p:txBody>
      </p:sp>
      <p:sp>
        <p:nvSpPr>
          <p:cNvPr id="7" name="object 7"/>
          <p:cNvSpPr txBox="1"/>
          <p:nvPr/>
        </p:nvSpPr>
        <p:spPr>
          <a:xfrm>
            <a:off x="8272853" y="4129420"/>
            <a:ext cx="5638885" cy="1177354"/>
          </a:xfrm>
          <a:prstGeom prst="rect">
            <a:avLst/>
          </a:prstGeom>
        </p:spPr>
        <p:txBody>
          <a:bodyPr vert="horz" wrap="square" lIns="0" tIns="10268" rIns="0" bIns="0" rtlCol="0">
            <a:spAutoFit/>
          </a:bodyPr>
          <a:lstStyle/>
          <a:p>
            <a:pPr marL="13350">
              <a:lnSpc>
                <a:spcPts val="2645"/>
              </a:lnSpc>
              <a:spcBef>
                <a:spcPts val="82"/>
              </a:spcBef>
            </a:pPr>
            <a:r>
              <a:rPr sz="2265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DE</a:t>
            </a:r>
            <a:r>
              <a:rPr sz="2265" b="1" spc="-2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265" b="1" spc="-7" dirty="0">
                <a:solidFill>
                  <a:srgbClr val="FFFFFF"/>
                </a:solidFill>
                <a:latin typeface="Montserrat ExtraBold"/>
                <a:cs typeface="Montserrat ExtraBold"/>
              </a:rPr>
              <a:t>SÃO</a:t>
            </a:r>
            <a:r>
              <a:rPr sz="2265" b="1" spc="-20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265" b="1" spc="-32" dirty="0">
                <a:solidFill>
                  <a:srgbClr val="FFFFFF"/>
                </a:solidFill>
                <a:latin typeface="Montserrat ExtraBold"/>
                <a:cs typeface="Montserrat ExtraBold"/>
              </a:rPr>
              <a:t>PAULO</a:t>
            </a:r>
            <a:endParaRPr sz="2265">
              <a:latin typeface="Montserrat ExtraBold"/>
              <a:cs typeface="Montserrat ExtraBold"/>
            </a:endParaRPr>
          </a:p>
          <a:p>
            <a:pPr marL="10269">
              <a:lnSpc>
                <a:spcPts val="6475"/>
              </a:lnSpc>
            </a:pPr>
            <a:r>
              <a:rPr sz="5458" spc="-2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ww</a:t>
            </a:r>
            <a:r>
              <a:rPr sz="5458" spc="-178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</a:t>
            </a:r>
            <a:r>
              <a:rPr sz="5458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</a:t>
            </a:r>
            <a:r>
              <a:rPr sz="5458" spc="-82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p</a:t>
            </a:r>
            <a:r>
              <a:rPr sz="5458" spc="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.senai.br</a:t>
            </a:r>
            <a:endParaRPr sz="5458">
              <a:latin typeface="Montserrat"/>
              <a:cs typeface="Montserra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72" y="3358715"/>
            <a:ext cx="16254859" cy="5784697"/>
            <a:chOff x="0" y="4154076"/>
            <a:chExt cx="20104100" cy="7154545"/>
          </a:xfrm>
        </p:grpSpPr>
        <p:sp>
          <p:nvSpPr>
            <p:cNvPr id="9" name="object 9"/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456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sz="1456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</Words>
  <Application>Microsoft Office PowerPoint</Application>
  <PresentationFormat>Personalizar</PresentationFormat>
  <Paragraphs>3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Calibri</vt:lpstr>
      <vt:lpstr>Montserrat</vt:lpstr>
      <vt:lpstr>Montserrat ExtraBold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DEPARTAMENTO REGIONAL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Jeison da Silva</cp:lastModifiedBy>
  <cp:revision>2</cp:revision>
  <dcterms:created xsi:type="dcterms:W3CDTF">2006-08-16T00:00:00Z</dcterms:created>
  <dcterms:modified xsi:type="dcterms:W3CDTF">2026-08-17T17:49:39Z</dcterms:modified>
</cp:coreProperties>
</file>