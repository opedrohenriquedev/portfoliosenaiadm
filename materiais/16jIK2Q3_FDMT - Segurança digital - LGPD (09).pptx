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56" r:id="rId2"/>
    <p:sldId id="666" r:id="rId3"/>
    <p:sldId id="667" r:id="rId4"/>
    <p:sldId id="829" r:id="rId5"/>
    <p:sldId id="767" r:id="rId6"/>
    <p:sldId id="780" r:id="rId7"/>
    <p:sldId id="781" r:id="rId8"/>
    <p:sldId id="782" r:id="rId9"/>
    <p:sldId id="783" r:id="rId10"/>
    <p:sldId id="836" r:id="rId11"/>
    <p:sldId id="784" r:id="rId12"/>
    <p:sldId id="837" r:id="rId13"/>
    <p:sldId id="785" r:id="rId14"/>
    <p:sldId id="787" r:id="rId15"/>
    <p:sldId id="779" r:id="rId16"/>
    <p:sldId id="854" r:id="rId17"/>
    <p:sldId id="855" r:id="rId18"/>
    <p:sldId id="771" r:id="rId19"/>
    <p:sldId id="772" r:id="rId20"/>
    <p:sldId id="773" r:id="rId21"/>
    <p:sldId id="774" r:id="rId22"/>
    <p:sldId id="775" r:id="rId23"/>
    <p:sldId id="776" r:id="rId24"/>
    <p:sldId id="838" r:id="rId25"/>
    <p:sldId id="777" r:id="rId26"/>
    <p:sldId id="839" r:id="rId27"/>
    <p:sldId id="840" r:id="rId28"/>
    <p:sldId id="841" r:id="rId29"/>
    <p:sldId id="842" r:id="rId30"/>
    <p:sldId id="805" r:id="rId31"/>
    <p:sldId id="789" r:id="rId32"/>
    <p:sldId id="790" r:id="rId33"/>
    <p:sldId id="830" r:id="rId34"/>
    <p:sldId id="843" r:id="rId35"/>
    <p:sldId id="845" r:id="rId36"/>
    <p:sldId id="844" r:id="rId37"/>
    <p:sldId id="846" r:id="rId38"/>
    <p:sldId id="847" r:id="rId39"/>
    <p:sldId id="848" r:id="rId40"/>
    <p:sldId id="849" r:id="rId41"/>
    <p:sldId id="850" r:id="rId42"/>
    <p:sldId id="851" r:id="rId43"/>
    <p:sldId id="852" r:id="rId44"/>
    <p:sldId id="853" r:id="rId45"/>
    <p:sldId id="798" r:id="rId46"/>
    <p:sldId id="793" r:id="rId47"/>
    <p:sldId id="794" r:id="rId48"/>
    <p:sldId id="795" r:id="rId49"/>
    <p:sldId id="796" r:id="rId50"/>
    <p:sldId id="797" r:id="rId51"/>
    <p:sldId id="800" r:id="rId52"/>
    <p:sldId id="802" r:id="rId53"/>
    <p:sldId id="799" r:id="rId54"/>
    <p:sldId id="801" r:id="rId55"/>
    <p:sldId id="803" r:id="rId56"/>
    <p:sldId id="804" r:id="rId57"/>
    <p:sldId id="806" r:id="rId58"/>
    <p:sldId id="807" r:id="rId59"/>
    <p:sldId id="808" r:id="rId60"/>
    <p:sldId id="809" r:id="rId61"/>
    <p:sldId id="827" r:id="rId62"/>
    <p:sldId id="811" r:id="rId63"/>
    <p:sldId id="810" r:id="rId64"/>
    <p:sldId id="828" r:id="rId65"/>
    <p:sldId id="812" r:id="rId66"/>
    <p:sldId id="813" r:id="rId67"/>
    <p:sldId id="814" r:id="rId68"/>
    <p:sldId id="815" r:id="rId69"/>
    <p:sldId id="816" r:id="rId70"/>
    <p:sldId id="817" r:id="rId71"/>
    <p:sldId id="818" r:id="rId72"/>
    <p:sldId id="819" r:id="rId73"/>
    <p:sldId id="820" r:id="rId74"/>
    <p:sldId id="824" r:id="rId75"/>
    <p:sldId id="821" r:id="rId76"/>
    <p:sldId id="822" r:id="rId77"/>
    <p:sldId id="823" r:id="rId78"/>
    <p:sldId id="826" r:id="rId79"/>
    <p:sldId id="825" r:id="rId80"/>
    <p:sldId id="792" r:id="rId81"/>
  </p:sldIdLst>
  <p:sldSz cx="12192000" cy="6858000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65B89-0072-4D0C-8404-427F8F9B6BE8}" v="179" dt="2025-05-01T21:48:08.3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44" autoAdjust="0"/>
  </p:normalViewPr>
  <p:slideViewPr>
    <p:cSldViewPr>
      <p:cViewPr varScale="1">
        <p:scale>
          <a:sx n="100" d="100"/>
          <a:sy n="100" d="100"/>
        </p:scale>
        <p:origin x="954" y="90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lavio Diniz" userId="dedd31532088e5ff" providerId="LiveId" clId="{EC565B89-0072-4D0C-8404-427F8F9B6BE8}"/>
    <pc:docChg chg="undo custSel addSld delSld modSld sldOrd">
      <pc:chgData name="João Flavio Diniz" userId="dedd31532088e5ff" providerId="LiveId" clId="{EC565B89-0072-4D0C-8404-427F8F9B6BE8}" dt="2025-05-01T21:48:38.379" v="1475" actId="113"/>
      <pc:docMkLst>
        <pc:docMk/>
      </pc:docMkLst>
      <pc:sldChg chg="modSp mod">
        <pc:chgData name="João Flavio Diniz" userId="dedd31532088e5ff" providerId="LiveId" clId="{EC565B89-0072-4D0C-8404-427F8F9B6BE8}" dt="2025-05-01T20:57:34.392" v="937" actId="20577"/>
        <pc:sldMkLst>
          <pc:docMk/>
          <pc:sldMk cId="3932642393" sldId="666"/>
        </pc:sldMkLst>
        <pc:spChg chg="mod">
          <ac:chgData name="João Flavio Diniz" userId="dedd31532088e5ff" providerId="LiveId" clId="{EC565B89-0072-4D0C-8404-427F8F9B6BE8}" dt="2025-05-01T20:57:34.392" v="937" actId="20577"/>
          <ac:spMkLst>
            <pc:docMk/>
            <pc:sldMk cId="3932642393" sldId="666"/>
            <ac:spMk id="4" creationId="{607913B6-4D37-DE27-C639-1600E19E451D}"/>
          </ac:spMkLst>
        </pc:spChg>
      </pc:sldChg>
      <pc:sldChg chg="modSp mod">
        <pc:chgData name="João Flavio Diniz" userId="dedd31532088e5ff" providerId="LiveId" clId="{EC565B89-0072-4D0C-8404-427F8F9B6BE8}" dt="2025-05-01T19:00:30.212" v="2" actId="20577"/>
        <pc:sldMkLst>
          <pc:docMk/>
          <pc:sldMk cId="14442516" sldId="667"/>
        </pc:sldMkLst>
        <pc:spChg chg="mod">
          <ac:chgData name="João Flavio Diniz" userId="dedd31532088e5ff" providerId="LiveId" clId="{EC565B89-0072-4D0C-8404-427F8F9B6BE8}" dt="2025-05-01T19:00:30.212" v="2" actId="20577"/>
          <ac:spMkLst>
            <pc:docMk/>
            <pc:sldMk cId="14442516" sldId="667"/>
            <ac:spMk id="2" creationId="{D7B635C7-8BC5-6C49-6FDA-B092A2F8FF16}"/>
          </ac:spMkLst>
        </pc:spChg>
      </pc:sldChg>
      <pc:sldChg chg="modSp add mod ord">
        <pc:chgData name="João Flavio Diniz" userId="dedd31532088e5ff" providerId="LiveId" clId="{EC565B89-0072-4D0C-8404-427F8F9B6BE8}" dt="2025-05-01T19:07:45.033" v="25" actId="120"/>
        <pc:sldMkLst>
          <pc:docMk/>
          <pc:sldMk cId="2012752058" sldId="767"/>
        </pc:sldMkLst>
        <pc:spChg chg="mod">
          <ac:chgData name="João Flavio Diniz" userId="dedd31532088e5ff" providerId="LiveId" clId="{EC565B89-0072-4D0C-8404-427F8F9B6BE8}" dt="2025-05-01T19:07:45.033" v="25" actId="120"/>
          <ac:spMkLst>
            <pc:docMk/>
            <pc:sldMk cId="2012752058" sldId="767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19:04:34.922" v="10" actId="1076"/>
          <ac:picMkLst>
            <pc:docMk/>
            <pc:sldMk cId="2012752058" sldId="767"/>
            <ac:picMk id="4" creationId="{8AEC997E-002C-26EB-8FC7-8501CAE8D624}"/>
          </ac:picMkLst>
        </pc:picChg>
      </pc:sldChg>
      <pc:sldChg chg="modSp add del mod ord">
        <pc:chgData name="João Flavio Diniz" userId="dedd31532088e5ff" providerId="LiveId" clId="{EC565B89-0072-4D0C-8404-427F8F9B6BE8}" dt="2025-05-01T20:11:54.180" v="478" actId="47"/>
        <pc:sldMkLst>
          <pc:docMk/>
          <pc:sldMk cId="3660581607" sldId="768"/>
        </pc:sldMkLst>
        <pc:spChg chg="mod">
          <ac:chgData name="João Flavio Diniz" userId="dedd31532088e5ff" providerId="LiveId" clId="{EC565B89-0072-4D0C-8404-427F8F9B6BE8}" dt="2025-05-01T19:04:08.429" v="4" actId="6549"/>
          <ac:spMkLst>
            <pc:docMk/>
            <pc:sldMk cId="3660581607" sldId="768"/>
            <ac:spMk id="2" creationId="{E710C137-D5DA-8CEF-6865-C2DE9E51E619}"/>
          </ac:spMkLst>
        </pc:spChg>
      </pc:sldChg>
      <pc:sldChg chg="modSp add mod">
        <pc:chgData name="João Flavio Diniz" userId="dedd31532088e5ff" providerId="LiveId" clId="{EC565B89-0072-4D0C-8404-427F8F9B6BE8}" dt="2025-05-01T19:57:47.297" v="397"/>
        <pc:sldMkLst>
          <pc:docMk/>
          <pc:sldMk cId="3054404537" sldId="771"/>
        </pc:sldMkLst>
        <pc:spChg chg="mod">
          <ac:chgData name="João Flavio Diniz" userId="dedd31532088e5ff" providerId="LiveId" clId="{EC565B89-0072-4D0C-8404-427F8F9B6BE8}" dt="2025-05-01T19:57:47.297" v="397"/>
          <ac:spMkLst>
            <pc:docMk/>
            <pc:sldMk cId="3054404537" sldId="771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0:26.257" v="172" actId="167"/>
          <ac:picMkLst>
            <pc:docMk/>
            <pc:sldMk cId="3054404537" sldId="771"/>
            <ac:picMk id="4" creationId="{1A5AB383-7AE5-F5D5-56A1-0BEA82D0CBD6}"/>
          </ac:picMkLst>
        </pc:picChg>
      </pc:sldChg>
      <pc:sldChg chg="modSp add mod">
        <pc:chgData name="João Flavio Diniz" userId="dedd31532088e5ff" providerId="LiveId" clId="{EC565B89-0072-4D0C-8404-427F8F9B6BE8}" dt="2025-05-01T19:58:00.002" v="398"/>
        <pc:sldMkLst>
          <pc:docMk/>
          <pc:sldMk cId="3625707562" sldId="772"/>
        </pc:sldMkLst>
        <pc:spChg chg="mod">
          <ac:chgData name="João Flavio Diniz" userId="dedd31532088e5ff" providerId="LiveId" clId="{EC565B89-0072-4D0C-8404-427F8F9B6BE8}" dt="2025-05-01T19:58:00.002" v="398"/>
          <ac:spMkLst>
            <pc:docMk/>
            <pc:sldMk cId="3625707562" sldId="772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1:10.667" v="178" actId="167"/>
          <ac:picMkLst>
            <pc:docMk/>
            <pc:sldMk cId="3625707562" sldId="772"/>
            <ac:picMk id="5" creationId="{4B333B71-705B-497B-206D-C79C1D7A488E}"/>
          </ac:picMkLst>
        </pc:picChg>
      </pc:sldChg>
      <pc:sldChg chg="modSp add mod">
        <pc:chgData name="João Flavio Diniz" userId="dedd31532088e5ff" providerId="LiveId" clId="{EC565B89-0072-4D0C-8404-427F8F9B6BE8}" dt="2025-05-01T19:58:04.174" v="399"/>
        <pc:sldMkLst>
          <pc:docMk/>
          <pc:sldMk cId="476241799" sldId="773"/>
        </pc:sldMkLst>
        <pc:spChg chg="mod">
          <ac:chgData name="João Flavio Diniz" userId="dedd31532088e5ff" providerId="LiveId" clId="{EC565B89-0072-4D0C-8404-427F8F9B6BE8}" dt="2025-05-01T19:58:04.174" v="399"/>
          <ac:spMkLst>
            <pc:docMk/>
            <pc:sldMk cId="476241799" sldId="773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2:39.507" v="192" actId="167"/>
          <ac:picMkLst>
            <pc:docMk/>
            <pc:sldMk cId="476241799" sldId="773"/>
            <ac:picMk id="5" creationId="{4B333B71-705B-497B-206D-C79C1D7A488E}"/>
          </ac:picMkLst>
        </pc:picChg>
      </pc:sldChg>
      <pc:sldChg chg="modSp add mod">
        <pc:chgData name="João Flavio Diniz" userId="dedd31532088e5ff" providerId="LiveId" clId="{EC565B89-0072-4D0C-8404-427F8F9B6BE8}" dt="2025-05-01T19:58:08.431" v="400"/>
        <pc:sldMkLst>
          <pc:docMk/>
          <pc:sldMk cId="851427920" sldId="774"/>
        </pc:sldMkLst>
        <pc:spChg chg="mod">
          <ac:chgData name="João Flavio Diniz" userId="dedd31532088e5ff" providerId="LiveId" clId="{EC565B89-0072-4D0C-8404-427F8F9B6BE8}" dt="2025-05-01T19:58:08.431" v="400"/>
          <ac:spMkLst>
            <pc:docMk/>
            <pc:sldMk cId="851427920" sldId="774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3:59.615" v="205" actId="167"/>
          <ac:picMkLst>
            <pc:docMk/>
            <pc:sldMk cId="851427920" sldId="774"/>
            <ac:picMk id="4" creationId="{55950F7C-07AD-8297-3256-70E9DF17B9B9}"/>
          </ac:picMkLst>
        </pc:picChg>
      </pc:sldChg>
      <pc:sldChg chg="modSp add mod">
        <pc:chgData name="João Flavio Diniz" userId="dedd31532088e5ff" providerId="LiveId" clId="{EC565B89-0072-4D0C-8404-427F8F9B6BE8}" dt="2025-05-01T19:58:12.582" v="401"/>
        <pc:sldMkLst>
          <pc:docMk/>
          <pc:sldMk cId="1969726293" sldId="775"/>
        </pc:sldMkLst>
        <pc:spChg chg="mod">
          <ac:chgData name="João Flavio Diniz" userId="dedd31532088e5ff" providerId="LiveId" clId="{EC565B89-0072-4D0C-8404-427F8F9B6BE8}" dt="2025-05-01T19:58:12.582" v="401"/>
          <ac:spMkLst>
            <pc:docMk/>
            <pc:sldMk cId="1969726293" sldId="775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4:29.654" v="210" actId="167"/>
          <ac:picMkLst>
            <pc:docMk/>
            <pc:sldMk cId="1969726293" sldId="775"/>
            <ac:picMk id="4" creationId="{55950F7C-07AD-8297-3256-70E9DF17B9B9}"/>
          </ac:picMkLst>
        </pc:picChg>
      </pc:sldChg>
      <pc:sldChg chg="modSp add mod">
        <pc:chgData name="João Flavio Diniz" userId="dedd31532088e5ff" providerId="LiveId" clId="{EC565B89-0072-4D0C-8404-427F8F9B6BE8}" dt="2025-05-01T19:58:16.059" v="402"/>
        <pc:sldMkLst>
          <pc:docMk/>
          <pc:sldMk cId="1470181541" sldId="776"/>
        </pc:sldMkLst>
        <pc:spChg chg="mod">
          <ac:chgData name="João Flavio Diniz" userId="dedd31532088e5ff" providerId="LiveId" clId="{EC565B89-0072-4D0C-8404-427F8F9B6BE8}" dt="2025-05-01T19:58:16.059" v="402"/>
          <ac:spMkLst>
            <pc:docMk/>
            <pc:sldMk cId="1470181541" sldId="776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7:12.795" v="257" actId="167"/>
          <ac:picMkLst>
            <pc:docMk/>
            <pc:sldMk cId="1470181541" sldId="776"/>
            <ac:picMk id="5" creationId="{EC0B972C-B287-0BA7-8246-556FBDC4DDE6}"/>
          </ac:picMkLst>
        </pc:picChg>
      </pc:sldChg>
      <pc:sldChg chg="modSp add mod">
        <pc:chgData name="João Flavio Diniz" userId="dedd31532088e5ff" providerId="LiveId" clId="{EC565B89-0072-4D0C-8404-427F8F9B6BE8}" dt="2025-05-01T19:58:25.762" v="406" actId="6549"/>
        <pc:sldMkLst>
          <pc:docMk/>
          <pc:sldMk cId="1687561262" sldId="777"/>
        </pc:sldMkLst>
        <pc:spChg chg="mod">
          <ac:chgData name="João Flavio Diniz" userId="dedd31532088e5ff" providerId="LiveId" clId="{EC565B89-0072-4D0C-8404-427F8F9B6BE8}" dt="2025-05-01T19:58:25.762" v="406" actId="6549"/>
          <ac:spMkLst>
            <pc:docMk/>
            <pc:sldMk cId="1687561262" sldId="777"/>
            <ac:spMk id="2" creationId="{E710C137-D5DA-8CEF-6865-C2DE9E51E619}"/>
          </ac:spMkLst>
        </pc:spChg>
        <pc:picChg chg="mod ord">
          <ac:chgData name="João Flavio Diniz" userId="dedd31532088e5ff" providerId="LiveId" clId="{EC565B89-0072-4D0C-8404-427F8F9B6BE8}" dt="2025-05-01T19:39:48.253" v="275" actId="1076"/>
          <ac:picMkLst>
            <pc:docMk/>
            <pc:sldMk cId="1687561262" sldId="777"/>
            <ac:picMk id="4" creationId="{59FAF61A-E0B7-E3CF-FE39-6A6B2A4EA9D8}"/>
          </ac:picMkLst>
        </pc:picChg>
      </pc:sldChg>
      <pc:sldChg chg="addSp delSp modSp add mod ord">
        <pc:chgData name="João Flavio Diniz" userId="dedd31532088e5ff" providerId="LiveId" clId="{EC565B89-0072-4D0C-8404-427F8F9B6BE8}" dt="2025-05-01T21:37:05.384" v="1044" actId="6549"/>
        <pc:sldMkLst>
          <pc:docMk/>
          <pc:sldMk cId="3720083869" sldId="779"/>
        </pc:sldMkLst>
        <pc:spChg chg="mod">
          <ac:chgData name="João Flavio Diniz" userId="dedd31532088e5ff" providerId="LiveId" clId="{EC565B89-0072-4D0C-8404-427F8F9B6BE8}" dt="2025-05-01T21:37:05.384" v="1044" actId="6549"/>
          <ac:spMkLst>
            <pc:docMk/>
            <pc:sldMk cId="3720083869" sldId="779"/>
            <ac:spMk id="2" creationId="{E710C137-D5DA-8CEF-6865-C2DE9E51E619}"/>
          </ac:spMkLst>
        </pc:spChg>
        <pc:picChg chg="add del mod">
          <ac:chgData name="João Flavio Diniz" userId="dedd31532088e5ff" providerId="LiveId" clId="{EC565B89-0072-4D0C-8404-427F8F9B6BE8}" dt="2025-05-01T21:34:42.985" v="1019" actId="478"/>
          <ac:picMkLst>
            <pc:docMk/>
            <pc:sldMk cId="3720083869" sldId="779"/>
            <ac:picMk id="3" creationId="{AB575A2A-795A-7924-1A61-17635C59AF47}"/>
          </ac:picMkLst>
        </pc:picChg>
        <pc:picChg chg="add mod">
          <ac:chgData name="João Flavio Diniz" userId="dedd31532088e5ff" providerId="LiveId" clId="{EC565B89-0072-4D0C-8404-427F8F9B6BE8}" dt="2025-05-01T21:35:52.805" v="1032" actId="1076"/>
          <ac:picMkLst>
            <pc:docMk/>
            <pc:sldMk cId="3720083869" sldId="779"/>
            <ac:picMk id="1026" creationId="{8388113D-6D05-D915-A939-DD04988DE2F6}"/>
          </ac:picMkLst>
        </pc:picChg>
      </pc:sldChg>
      <pc:sldChg chg="modSp add mod ord">
        <pc:chgData name="João Flavio Diniz" userId="dedd31532088e5ff" providerId="LiveId" clId="{EC565B89-0072-4D0C-8404-427F8F9B6BE8}" dt="2025-05-01T19:09:22.185" v="36" actId="2711"/>
        <pc:sldMkLst>
          <pc:docMk/>
          <pc:sldMk cId="3003040919" sldId="780"/>
        </pc:sldMkLst>
        <pc:spChg chg="mod">
          <ac:chgData name="João Flavio Diniz" userId="dedd31532088e5ff" providerId="LiveId" clId="{EC565B89-0072-4D0C-8404-427F8F9B6BE8}" dt="2025-05-01T19:09:22.185" v="36" actId="2711"/>
          <ac:spMkLst>
            <pc:docMk/>
            <pc:sldMk cId="3003040919" sldId="780"/>
            <ac:spMk id="2" creationId="{E710C137-D5DA-8CEF-6865-C2DE9E51E619}"/>
          </ac:spMkLst>
        </pc:spChg>
      </pc:sldChg>
      <pc:sldChg chg="modSp add mod">
        <pc:chgData name="João Flavio Diniz" userId="dedd31532088e5ff" providerId="LiveId" clId="{EC565B89-0072-4D0C-8404-427F8F9B6BE8}" dt="2025-05-01T19:16:24.967" v="71" actId="207"/>
        <pc:sldMkLst>
          <pc:docMk/>
          <pc:sldMk cId="1390141776" sldId="781"/>
        </pc:sldMkLst>
        <pc:spChg chg="mod">
          <ac:chgData name="João Flavio Diniz" userId="dedd31532088e5ff" providerId="LiveId" clId="{EC565B89-0072-4D0C-8404-427F8F9B6BE8}" dt="2025-05-01T19:16:24.967" v="71" actId="207"/>
          <ac:spMkLst>
            <pc:docMk/>
            <pc:sldMk cId="1390141776" sldId="781"/>
            <ac:spMk id="2" creationId="{E710C137-D5DA-8CEF-6865-C2DE9E51E619}"/>
          </ac:spMkLst>
        </pc:spChg>
      </pc:sldChg>
      <pc:sldChg chg="modSp add mod ord">
        <pc:chgData name="João Flavio Diniz" userId="dedd31532088e5ff" providerId="LiveId" clId="{EC565B89-0072-4D0C-8404-427F8F9B6BE8}" dt="2025-05-01T19:16:33.843" v="73" actId="2711"/>
        <pc:sldMkLst>
          <pc:docMk/>
          <pc:sldMk cId="1463665587" sldId="782"/>
        </pc:sldMkLst>
        <pc:spChg chg="mod">
          <ac:chgData name="João Flavio Diniz" userId="dedd31532088e5ff" providerId="LiveId" clId="{EC565B89-0072-4D0C-8404-427F8F9B6BE8}" dt="2025-05-01T19:16:33.843" v="73" actId="2711"/>
          <ac:spMkLst>
            <pc:docMk/>
            <pc:sldMk cId="1463665587" sldId="782"/>
            <ac:spMk id="2" creationId="{E710C137-D5DA-8CEF-6865-C2DE9E51E619}"/>
          </ac:spMkLst>
        </pc:spChg>
      </pc:sldChg>
      <pc:sldChg chg="modSp add mod">
        <pc:chgData name="João Flavio Diniz" userId="dedd31532088e5ff" providerId="LiveId" clId="{EC565B89-0072-4D0C-8404-427F8F9B6BE8}" dt="2025-05-01T19:13:41.404" v="62" actId="207"/>
        <pc:sldMkLst>
          <pc:docMk/>
          <pc:sldMk cId="2555770994" sldId="783"/>
        </pc:sldMkLst>
        <pc:spChg chg="mod">
          <ac:chgData name="João Flavio Diniz" userId="dedd31532088e5ff" providerId="LiveId" clId="{EC565B89-0072-4D0C-8404-427F8F9B6BE8}" dt="2025-05-01T19:13:41.404" v="62" actId="207"/>
          <ac:spMkLst>
            <pc:docMk/>
            <pc:sldMk cId="2555770994" sldId="783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19:12:20.242" v="52" actId="1076"/>
          <ac:picMkLst>
            <pc:docMk/>
            <pc:sldMk cId="2555770994" sldId="783"/>
            <ac:picMk id="1026" creationId="{23206B02-1E01-7614-341D-890137422EFF}"/>
          </ac:picMkLst>
        </pc:picChg>
      </pc:sldChg>
      <pc:sldChg chg="modSp add mod ord">
        <pc:chgData name="João Flavio Diniz" userId="dedd31532088e5ff" providerId="LiveId" clId="{EC565B89-0072-4D0C-8404-427F8F9B6BE8}" dt="2025-05-01T19:18:50.084" v="92" actId="20577"/>
        <pc:sldMkLst>
          <pc:docMk/>
          <pc:sldMk cId="3322554100" sldId="784"/>
        </pc:sldMkLst>
        <pc:spChg chg="mod">
          <ac:chgData name="João Flavio Diniz" userId="dedd31532088e5ff" providerId="LiveId" clId="{EC565B89-0072-4D0C-8404-427F8F9B6BE8}" dt="2025-05-01T19:18:50.084" v="92" actId="20577"/>
          <ac:spMkLst>
            <pc:docMk/>
            <pc:sldMk cId="3322554100" sldId="784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19:17:37.985" v="82" actId="1076"/>
          <ac:picMkLst>
            <pc:docMk/>
            <pc:sldMk cId="3322554100" sldId="784"/>
            <ac:picMk id="2050" creationId="{E6630B4A-C75C-9897-9131-55E2D9277D9C}"/>
          </ac:picMkLst>
        </pc:picChg>
      </pc:sldChg>
      <pc:sldChg chg="modSp add mod">
        <pc:chgData name="João Flavio Diniz" userId="dedd31532088e5ff" providerId="LiveId" clId="{EC565B89-0072-4D0C-8404-427F8F9B6BE8}" dt="2025-05-01T19:21:09.607" v="108" actId="6549"/>
        <pc:sldMkLst>
          <pc:docMk/>
          <pc:sldMk cId="1007921372" sldId="785"/>
        </pc:sldMkLst>
        <pc:spChg chg="mod">
          <ac:chgData name="João Flavio Diniz" userId="dedd31532088e5ff" providerId="LiveId" clId="{EC565B89-0072-4D0C-8404-427F8F9B6BE8}" dt="2025-05-01T19:21:09.607" v="108" actId="6549"/>
          <ac:spMkLst>
            <pc:docMk/>
            <pc:sldMk cId="1007921372" sldId="785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19:20:38.702" v="99" actId="1076"/>
          <ac:picMkLst>
            <pc:docMk/>
            <pc:sldMk cId="1007921372" sldId="785"/>
            <ac:picMk id="7" creationId="{D7BE363E-C59C-78EF-DE14-BDF4927A582A}"/>
          </ac:picMkLst>
        </pc:picChg>
      </pc:sldChg>
      <pc:sldChg chg="modSp add mod ord">
        <pc:chgData name="João Flavio Diniz" userId="dedd31532088e5ff" providerId="LiveId" clId="{EC565B89-0072-4D0C-8404-427F8F9B6BE8}" dt="2025-05-01T19:55:25.989" v="345" actId="2711"/>
        <pc:sldMkLst>
          <pc:docMk/>
          <pc:sldMk cId="1346393462" sldId="787"/>
        </pc:sldMkLst>
        <pc:spChg chg="mod">
          <ac:chgData name="João Flavio Diniz" userId="dedd31532088e5ff" providerId="LiveId" clId="{EC565B89-0072-4D0C-8404-427F8F9B6BE8}" dt="2025-05-01T19:55:25.989" v="345" actId="2711"/>
          <ac:spMkLst>
            <pc:docMk/>
            <pc:sldMk cId="1346393462" sldId="787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19:23:25.322" v="119" actId="1076"/>
          <ac:picMkLst>
            <pc:docMk/>
            <pc:sldMk cId="1346393462" sldId="787"/>
            <ac:picMk id="6" creationId="{E2DA89C5-B452-9CB4-9355-E62DD94DC896}"/>
          </ac:picMkLst>
        </pc:picChg>
      </pc:sldChg>
      <pc:sldChg chg="modSp add mod">
        <pc:chgData name="João Flavio Diniz" userId="dedd31532088e5ff" providerId="LiveId" clId="{EC565B89-0072-4D0C-8404-427F8F9B6BE8}" dt="2025-05-01T20:01:07.857" v="445" actId="20577"/>
        <pc:sldMkLst>
          <pc:docMk/>
          <pc:sldMk cId="2166110215" sldId="789"/>
        </pc:sldMkLst>
        <pc:spChg chg="mod">
          <ac:chgData name="João Flavio Diniz" userId="dedd31532088e5ff" providerId="LiveId" clId="{EC565B89-0072-4D0C-8404-427F8F9B6BE8}" dt="2025-05-01T20:01:07.857" v="445" actId="20577"/>
          <ac:spMkLst>
            <pc:docMk/>
            <pc:sldMk cId="2166110215" sldId="789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20:00:12.483" v="438" actId="1076"/>
          <ac:picMkLst>
            <pc:docMk/>
            <pc:sldMk cId="2166110215" sldId="789"/>
            <ac:picMk id="6146" creationId="{D5D860AB-B164-0289-F345-0BC2939BA9DC}"/>
          </ac:picMkLst>
        </pc:picChg>
      </pc:sldChg>
      <pc:sldChg chg="modSp add mod">
        <pc:chgData name="João Flavio Diniz" userId="dedd31532088e5ff" providerId="LiveId" clId="{EC565B89-0072-4D0C-8404-427F8F9B6BE8}" dt="2025-05-01T20:02:42.424" v="458" actId="1076"/>
        <pc:sldMkLst>
          <pc:docMk/>
          <pc:sldMk cId="1746343781" sldId="790"/>
        </pc:sldMkLst>
        <pc:spChg chg="mod">
          <ac:chgData name="João Flavio Diniz" userId="dedd31532088e5ff" providerId="LiveId" clId="{EC565B89-0072-4D0C-8404-427F8F9B6BE8}" dt="2025-05-01T20:02:34.367" v="456" actId="2711"/>
          <ac:spMkLst>
            <pc:docMk/>
            <pc:sldMk cId="1746343781" sldId="790"/>
            <ac:spMk id="2" creationId="{E710C137-D5DA-8CEF-6865-C2DE9E51E619}"/>
          </ac:spMkLst>
        </pc:spChg>
        <pc:picChg chg="mod">
          <ac:chgData name="João Flavio Diniz" userId="dedd31532088e5ff" providerId="LiveId" clId="{EC565B89-0072-4D0C-8404-427F8F9B6BE8}" dt="2025-05-01T20:02:42.424" v="458" actId="1076"/>
          <ac:picMkLst>
            <pc:docMk/>
            <pc:sldMk cId="1746343781" sldId="790"/>
            <ac:picMk id="6" creationId="{2F0CB2F0-177A-A727-E5C0-DAB91F1051E3}"/>
          </ac:picMkLst>
        </pc:picChg>
        <pc:picChg chg="mod">
          <ac:chgData name="João Flavio Diniz" userId="dedd31532088e5ff" providerId="LiveId" clId="{EC565B89-0072-4D0C-8404-427F8F9B6BE8}" dt="2025-05-01T20:02:40.598" v="457" actId="1076"/>
          <ac:picMkLst>
            <pc:docMk/>
            <pc:sldMk cId="1746343781" sldId="790"/>
            <ac:picMk id="7170" creationId="{B61DFC6B-D90E-5E69-9E73-0E962B09C052}"/>
          </ac:picMkLst>
        </pc:picChg>
      </pc:sldChg>
      <pc:sldChg chg="modSp mod">
        <pc:chgData name="João Flavio Diniz" userId="dedd31532088e5ff" providerId="LiveId" clId="{EC565B89-0072-4D0C-8404-427F8F9B6BE8}" dt="2025-05-01T20:52:30.125" v="824" actId="20577"/>
        <pc:sldMkLst>
          <pc:docMk/>
          <pc:sldMk cId="4197032969" sldId="793"/>
        </pc:sldMkLst>
        <pc:spChg chg="mod">
          <ac:chgData name="João Flavio Diniz" userId="dedd31532088e5ff" providerId="LiveId" clId="{EC565B89-0072-4D0C-8404-427F8F9B6BE8}" dt="2025-05-01T20:52:30.125" v="824" actId="20577"/>
          <ac:spMkLst>
            <pc:docMk/>
            <pc:sldMk cId="4197032969" sldId="793"/>
            <ac:spMk id="2" creationId="{E710C137-D5DA-8CEF-6865-C2DE9E51E619}"/>
          </ac:spMkLst>
        </pc:spChg>
      </pc:sldChg>
      <pc:sldChg chg="ord">
        <pc:chgData name="João Flavio Diniz" userId="dedd31532088e5ff" providerId="LiveId" clId="{EC565B89-0072-4D0C-8404-427F8F9B6BE8}" dt="2025-05-01T20:53:10.682" v="828"/>
        <pc:sldMkLst>
          <pc:docMk/>
          <pc:sldMk cId="556022912" sldId="798"/>
        </pc:sldMkLst>
      </pc:sldChg>
      <pc:sldChg chg="addSp modSp mod ord">
        <pc:chgData name="João Flavio Diniz" userId="dedd31532088e5ff" providerId="LiveId" clId="{EC565B89-0072-4D0C-8404-427F8F9B6BE8}" dt="2025-05-01T20:55:46.448" v="845" actId="1076"/>
        <pc:sldMkLst>
          <pc:docMk/>
          <pc:sldMk cId="902324726" sldId="805"/>
        </pc:sldMkLst>
        <pc:spChg chg="mod">
          <ac:chgData name="João Flavio Diniz" userId="dedd31532088e5ff" providerId="LiveId" clId="{EC565B89-0072-4D0C-8404-427F8F9B6BE8}" dt="2025-05-01T20:55:41.065" v="843" actId="21"/>
          <ac:spMkLst>
            <pc:docMk/>
            <pc:sldMk cId="902324726" sldId="805"/>
            <ac:spMk id="2" creationId="{E710C137-D5DA-8CEF-6865-C2DE9E51E619}"/>
          </ac:spMkLst>
        </pc:spChg>
        <pc:spChg chg="add mod">
          <ac:chgData name="João Flavio Diniz" userId="dedd31532088e5ff" providerId="LiveId" clId="{EC565B89-0072-4D0C-8404-427F8F9B6BE8}" dt="2025-05-01T20:55:46.448" v="845" actId="1076"/>
          <ac:spMkLst>
            <pc:docMk/>
            <pc:sldMk cId="902324726" sldId="805"/>
            <ac:spMk id="4" creationId="{36AD4639-B284-39B7-378E-D00F54A7B14D}"/>
          </ac:spMkLst>
        </pc:spChg>
      </pc:sldChg>
      <pc:sldChg chg="add ord">
        <pc:chgData name="João Flavio Diniz" userId="dedd31532088e5ff" providerId="LiveId" clId="{EC565B89-0072-4D0C-8404-427F8F9B6BE8}" dt="2025-05-01T19:05:52.941" v="17"/>
        <pc:sldMkLst>
          <pc:docMk/>
          <pc:sldMk cId="3361387386" sldId="829"/>
        </pc:sldMkLst>
      </pc:sldChg>
      <pc:sldChg chg="addSp modSp add mod ord">
        <pc:chgData name="João Flavio Diniz" userId="dedd31532088e5ff" providerId="LiveId" clId="{EC565B89-0072-4D0C-8404-427F8F9B6BE8}" dt="2025-05-01T20:13:47.619" v="499" actId="123"/>
        <pc:sldMkLst>
          <pc:docMk/>
          <pc:sldMk cId="3519536220" sldId="830"/>
        </pc:sldMkLst>
        <pc:spChg chg="mod">
          <ac:chgData name="João Flavio Diniz" userId="dedd31532088e5ff" providerId="LiveId" clId="{EC565B89-0072-4D0C-8404-427F8F9B6BE8}" dt="2025-05-01T20:13:47.619" v="499" actId="123"/>
          <ac:spMkLst>
            <pc:docMk/>
            <pc:sldMk cId="3519536220" sldId="830"/>
            <ac:spMk id="2" creationId="{7DDA3FA6-6303-8816-D2D2-2535F591A581}"/>
          </ac:spMkLst>
        </pc:spChg>
        <pc:picChg chg="add mod">
          <ac:chgData name="João Flavio Diniz" userId="dedd31532088e5ff" providerId="LiveId" clId="{EC565B89-0072-4D0C-8404-427F8F9B6BE8}" dt="2025-05-01T20:13:24.343" v="495" actId="167"/>
          <ac:picMkLst>
            <pc:docMk/>
            <pc:sldMk cId="3519536220" sldId="830"/>
            <ac:picMk id="2050" creationId="{3E300240-2B2F-5D4A-9B0A-7D1D71CC2A69}"/>
          </ac:picMkLst>
        </pc:picChg>
      </pc:sldChg>
      <pc:sldChg chg="add del">
        <pc:chgData name="João Flavio Diniz" userId="dedd31532088e5ff" providerId="LiveId" clId="{EC565B89-0072-4D0C-8404-427F8F9B6BE8}" dt="2025-05-01T20:11:54.180" v="478" actId="47"/>
        <pc:sldMkLst>
          <pc:docMk/>
          <pc:sldMk cId="4003321879" sldId="831"/>
        </pc:sldMkLst>
      </pc:sldChg>
      <pc:sldChg chg="add del replId">
        <pc:chgData name="João Flavio Diniz" userId="dedd31532088e5ff" providerId="LiveId" clId="{EC565B89-0072-4D0C-8404-427F8F9B6BE8}" dt="2025-05-01T20:11:54.180" v="478" actId="47"/>
        <pc:sldMkLst>
          <pc:docMk/>
          <pc:sldMk cId="1339059829" sldId="832"/>
        </pc:sldMkLst>
      </pc:sldChg>
      <pc:sldChg chg="add del">
        <pc:chgData name="João Flavio Diniz" userId="dedd31532088e5ff" providerId="LiveId" clId="{EC565B89-0072-4D0C-8404-427F8F9B6BE8}" dt="2025-05-01T20:11:54.180" v="478" actId="47"/>
        <pc:sldMkLst>
          <pc:docMk/>
          <pc:sldMk cId="3006545806" sldId="833"/>
        </pc:sldMkLst>
      </pc:sldChg>
      <pc:sldChg chg="add del replId">
        <pc:chgData name="João Flavio Diniz" userId="dedd31532088e5ff" providerId="LiveId" clId="{EC565B89-0072-4D0C-8404-427F8F9B6BE8}" dt="2025-05-01T20:11:54.180" v="478" actId="47"/>
        <pc:sldMkLst>
          <pc:docMk/>
          <pc:sldMk cId="2765096823" sldId="834"/>
        </pc:sldMkLst>
      </pc:sldChg>
      <pc:sldChg chg="add del replId">
        <pc:chgData name="João Flavio Diniz" userId="dedd31532088e5ff" providerId="LiveId" clId="{EC565B89-0072-4D0C-8404-427F8F9B6BE8}" dt="2025-05-01T20:11:54.180" v="478" actId="47"/>
        <pc:sldMkLst>
          <pc:docMk/>
          <pc:sldMk cId="4036731573" sldId="835"/>
        </pc:sldMkLst>
      </pc:sldChg>
      <pc:sldChg chg="modSp add mod">
        <pc:chgData name="João Flavio Diniz" userId="dedd31532088e5ff" providerId="LiveId" clId="{EC565B89-0072-4D0C-8404-427F8F9B6BE8}" dt="2025-05-01T19:15:49.873" v="67" actId="2711"/>
        <pc:sldMkLst>
          <pc:docMk/>
          <pc:sldMk cId="3252059949" sldId="836"/>
        </pc:sldMkLst>
        <pc:spChg chg="mod">
          <ac:chgData name="João Flavio Diniz" userId="dedd31532088e5ff" providerId="LiveId" clId="{EC565B89-0072-4D0C-8404-427F8F9B6BE8}" dt="2025-05-01T19:15:49.873" v="67" actId="2711"/>
          <ac:spMkLst>
            <pc:docMk/>
            <pc:sldMk cId="3252059949" sldId="836"/>
            <ac:spMk id="2" creationId="{AF277BA2-53CB-626C-D114-86D40706E4F3}"/>
          </ac:spMkLst>
        </pc:spChg>
      </pc:sldChg>
      <pc:sldChg chg="modSp add mod">
        <pc:chgData name="João Flavio Diniz" userId="dedd31532088e5ff" providerId="LiveId" clId="{EC565B89-0072-4D0C-8404-427F8F9B6BE8}" dt="2025-05-01T19:19:26.026" v="97" actId="113"/>
        <pc:sldMkLst>
          <pc:docMk/>
          <pc:sldMk cId="2095384330" sldId="837"/>
        </pc:sldMkLst>
        <pc:spChg chg="mod">
          <ac:chgData name="João Flavio Diniz" userId="dedd31532088e5ff" providerId="LiveId" clId="{EC565B89-0072-4D0C-8404-427F8F9B6BE8}" dt="2025-05-01T19:19:26.026" v="97" actId="113"/>
          <ac:spMkLst>
            <pc:docMk/>
            <pc:sldMk cId="2095384330" sldId="837"/>
            <ac:spMk id="2" creationId="{C0603CE9-2CB0-46D2-F331-E18ED2A63545}"/>
          </ac:spMkLst>
        </pc:spChg>
      </pc:sldChg>
      <pc:sldChg chg="modSp add mod">
        <pc:chgData name="João Flavio Diniz" userId="dedd31532088e5ff" providerId="LiveId" clId="{EC565B89-0072-4D0C-8404-427F8F9B6BE8}" dt="2025-05-01T19:58:21.069" v="404" actId="6549"/>
        <pc:sldMkLst>
          <pc:docMk/>
          <pc:sldMk cId="1757515082" sldId="838"/>
        </pc:sldMkLst>
        <pc:spChg chg="mod">
          <ac:chgData name="João Flavio Diniz" userId="dedd31532088e5ff" providerId="LiveId" clId="{EC565B89-0072-4D0C-8404-427F8F9B6BE8}" dt="2025-05-01T19:58:21.069" v="404" actId="6549"/>
          <ac:spMkLst>
            <pc:docMk/>
            <pc:sldMk cId="1757515082" sldId="838"/>
            <ac:spMk id="2" creationId="{0E2F52F6-012A-0447-0DF8-01F9229B77E0}"/>
          </ac:spMkLst>
        </pc:spChg>
      </pc:sldChg>
      <pc:sldChg chg="modSp add mod">
        <pc:chgData name="João Flavio Diniz" userId="dedd31532088e5ff" providerId="LiveId" clId="{EC565B89-0072-4D0C-8404-427F8F9B6BE8}" dt="2025-05-01T19:58:31.328" v="407"/>
        <pc:sldMkLst>
          <pc:docMk/>
          <pc:sldMk cId="2566737710" sldId="839"/>
        </pc:sldMkLst>
        <pc:spChg chg="mod">
          <ac:chgData name="João Flavio Diniz" userId="dedd31532088e5ff" providerId="LiveId" clId="{EC565B89-0072-4D0C-8404-427F8F9B6BE8}" dt="2025-05-01T19:58:31.328" v="407"/>
          <ac:spMkLst>
            <pc:docMk/>
            <pc:sldMk cId="2566737710" sldId="839"/>
            <ac:spMk id="2" creationId="{4E3C36D9-A745-39F5-E5D8-B63EEEBC1025}"/>
          </ac:spMkLst>
        </pc:spChg>
      </pc:sldChg>
      <pc:sldChg chg="modSp add mod">
        <pc:chgData name="João Flavio Diniz" userId="dedd31532088e5ff" providerId="LiveId" clId="{EC565B89-0072-4D0C-8404-427F8F9B6BE8}" dt="2025-05-01T20:09:49.692" v="469" actId="20577"/>
        <pc:sldMkLst>
          <pc:docMk/>
          <pc:sldMk cId="356041419" sldId="840"/>
        </pc:sldMkLst>
        <pc:spChg chg="mod">
          <ac:chgData name="João Flavio Diniz" userId="dedd31532088e5ff" providerId="LiveId" clId="{EC565B89-0072-4D0C-8404-427F8F9B6BE8}" dt="2025-05-01T20:09:49.692" v="469" actId="20577"/>
          <ac:spMkLst>
            <pc:docMk/>
            <pc:sldMk cId="356041419" sldId="840"/>
            <ac:spMk id="2" creationId="{9EF357FA-CBB3-814D-5BDF-77629EF5DED6}"/>
          </ac:spMkLst>
        </pc:spChg>
      </pc:sldChg>
      <pc:sldChg chg="addSp delSp modSp add mod">
        <pc:chgData name="João Flavio Diniz" userId="dedd31532088e5ff" providerId="LiveId" clId="{EC565B89-0072-4D0C-8404-427F8F9B6BE8}" dt="2025-05-01T19:59:08.149" v="425" actId="20577"/>
        <pc:sldMkLst>
          <pc:docMk/>
          <pc:sldMk cId="481517305" sldId="841"/>
        </pc:sldMkLst>
        <pc:spChg chg="mod">
          <ac:chgData name="João Flavio Diniz" userId="dedd31532088e5ff" providerId="LiveId" clId="{EC565B89-0072-4D0C-8404-427F8F9B6BE8}" dt="2025-05-01T19:59:08.149" v="425" actId="20577"/>
          <ac:spMkLst>
            <pc:docMk/>
            <pc:sldMk cId="481517305" sldId="841"/>
            <ac:spMk id="2" creationId="{8D97FD94-C339-1235-0032-2C329560D3ED}"/>
          </ac:spMkLst>
        </pc:spChg>
        <pc:picChg chg="del">
          <ac:chgData name="João Flavio Diniz" userId="dedd31532088e5ff" providerId="LiveId" clId="{EC565B89-0072-4D0C-8404-427F8F9B6BE8}" dt="2025-05-01T19:47:51.797" v="309" actId="478"/>
          <ac:picMkLst>
            <pc:docMk/>
            <pc:sldMk cId="481517305" sldId="841"/>
            <ac:picMk id="4" creationId="{0E28CA71-D4CB-77F3-497B-C1777D21C14F}"/>
          </ac:picMkLst>
        </pc:picChg>
        <pc:picChg chg="add mod">
          <ac:chgData name="João Flavio Diniz" userId="dedd31532088e5ff" providerId="LiveId" clId="{EC565B89-0072-4D0C-8404-427F8F9B6BE8}" dt="2025-05-01T19:51:39.603" v="334" actId="1076"/>
          <ac:picMkLst>
            <pc:docMk/>
            <pc:sldMk cId="481517305" sldId="841"/>
            <ac:picMk id="1026" creationId="{CAEF5FD0-4780-73C0-9932-4DB73F73BD5C}"/>
          </ac:picMkLst>
        </pc:picChg>
      </pc:sldChg>
      <pc:sldChg chg="addSp delSp modSp add mod">
        <pc:chgData name="João Flavio Diniz" userId="dedd31532088e5ff" providerId="LiveId" clId="{EC565B89-0072-4D0C-8404-427F8F9B6BE8}" dt="2025-05-01T19:59:51.034" v="431" actId="22"/>
        <pc:sldMkLst>
          <pc:docMk/>
          <pc:sldMk cId="2603288491" sldId="842"/>
        </pc:sldMkLst>
        <pc:spChg chg="mod">
          <ac:chgData name="João Flavio Diniz" userId="dedd31532088e5ff" providerId="LiveId" clId="{EC565B89-0072-4D0C-8404-427F8F9B6BE8}" dt="2025-05-01T19:59:19.152" v="427" actId="6549"/>
          <ac:spMkLst>
            <pc:docMk/>
            <pc:sldMk cId="2603288491" sldId="842"/>
            <ac:spMk id="2" creationId="{BF0D60A3-14E2-88F0-C76C-EFD6AE1D8644}"/>
          </ac:spMkLst>
        </pc:spChg>
        <pc:spChg chg="add del">
          <ac:chgData name="João Flavio Diniz" userId="dedd31532088e5ff" providerId="LiveId" clId="{EC565B89-0072-4D0C-8404-427F8F9B6BE8}" dt="2025-05-01T19:59:42.236" v="429" actId="22"/>
          <ac:spMkLst>
            <pc:docMk/>
            <pc:sldMk cId="2603288491" sldId="842"/>
            <ac:spMk id="4" creationId="{B77F077C-B17B-F633-1F7C-3FFA019EA1F2}"/>
          </ac:spMkLst>
        </pc:spChg>
        <pc:spChg chg="add del">
          <ac:chgData name="João Flavio Diniz" userId="dedd31532088e5ff" providerId="LiveId" clId="{EC565B89-0072-4D0C-8404-427F8F9B6BE8}" dt="2025-05-01T19:59:51.034" v="431" actId="22"/>
          <ac:spMkLst>
            <pc:docMk/>
            <pc:sldMk cId="2603288491" sldId="842"/>
            <ac:spMk id="6" creationId="{788AD442-0D77-5259-8149-338C63843FDE}"/>
          </ac:spMkLst>
        </pc:spChg>
      </pc:sldChg>
      <pc:sldChg chg="addSp modSp add mod">
        <pc:chgData name="João Flavio Diniz" userId="dedd31532088e5ff" providerId="LiveId" clId="{EC565B89-0072-4D0C-8404-427F8F9B6BE8}" dt="2025-05-01T20:18:34.589" v="523" actId="14100"/>
        <pc:sldMkLst>
          <pc:docMk/>
          <pc:sldMk cId="901714618" sldId="843"/>
        </pc:sldMkLst>
        <pc:spChg chg="mod">
          <ac:chgData name="João Flavio Diniz" userId="dedd31532088e5ff" providerId="LiveId" clId="{EC565B89-0072-4D0C-8404-427F8F9B6BE8}" dt="2025-05-01T20:18:34.589" v="523" actId="14100"/>
          <ac:spMkLst>
            <pc:docMk/>
            <pc:sldMk cId="901714618" sldId="843"/>
            <ac:spMk id="2" creationId="{8BD237C8-49A5-92DA-8F50-C401E35C072F}"/>
          </ac:spMkLst>
        </pc:spChg>
        <pc:picChg chg="add mod">
          <ac:chgData name="João Flavio Diniz" userId="dedd31532088e5ff" providerId="LiveId" clId="{EC565B89-0072-4D0C-8404-427F8F9B6BE8}" dt="2025-05-01T20:18:29.717" v="522" actId="732"/>
          <ac:picMkLst>
            <pc:docMk/>
            <pc:sldMk cId="901714618" sldId="843"/>
            <ac:picMk id="3074" creationId="{A154ACE5-FC13-7AAF-91A9-A2BFB4584E06}"/>
          </ac:picMkLst>
        </pc:picChg>
      </pc:sldChg>
      <pc:sldChg chg="addSp modSp add mod">
        <pc:chgData name="João Flavio Diniz" userId="dedd31532088e5ff" providerId="LiveId" clId="{EC565B89-0072-4D0C-8404-427F8F9B6BE8}" dt="2025-05-01T20:25:36.790" v="575" actId="120"/>
        <pc:sldMkLst>
          <pc:docMk/>
          <pc:sldMk cId="2177835237" sldId="844"/>
        </pc:sldMkLst>
        <pc:spChg chg="mod">
          <ac:chgData name="João Flavio Diniz" userId="dedd31532088e5ff" providerId="LiveId" clId="{EC565B89-0072-4D0C-8404-427F8F9B6BE8}" dt="2025-05-01T20:25:36.790" v="575" actId="120"/>
          <ac:spMkLst>
            <pc:docMk/>
            <pc:sldMk cId="2177835237" sldId="844"/>
            <ac:spMk id="2" creationId="{8529DD1D-3795-8605-C818-E87CEEFDC8F6}"/>
          </ac:spMkLst>
        </pc:spChg>
        <pc:spChg chg="add">
          <ac:chgData name="João Flavio Diniz" userId="dedd31532088e5ff" providerId="LiveId" clId="{EC565B89-0072-4D0C-8404-427F8F9B6BE8}" dt="2025-05-01T20:19:29.500" v="524"/>
          <ac:spMkLst>
            <pc:docMk/>
            <pc:sldMk cId="2177835237" sldId="844"/>
            <ac:spMk id="3" creationId="{07CAAB97-5D0C-2676-359C-CCA6847F1B18}"/>
          </ac:spMkLst>
        </pc:spChg>
        <pc:spChg chg="add">
          <ac:chgData name="João Flavio Diniz" userId="dedd31532088e5ff" providerId="LiveId" clId="{EC565B89-0072-4D0C-8404-427F8F9B6BE8}" dt="2025-05-01T20:19:29.500" v="524"/>
          <ac:spMkLst>
            <pc:docMk/>
            <pc:sldMk cId="2177835237" sldId="844"/>
            <ac:spMk id="4" creationId="{4D6C6687-2A7D-8DC3-F112-95A9EF305952}"/>
          </ac:spMkLst>
        </pc:spChg>
        <pc:spChg chg="add">
          <ac:chgData name="João Flavio Diniz" userId="dedd31532088e5ff" providerId="LiveId" clId="{EC565B89-0072-4D0C-8404-427F8F9B6BE8}" dt="2025-05-01T20:19:29.500" v="524"/>
          <ac:spMkLst>
            <pc:docMk/>
            <pc:sldMk cId="2177835237" sldId="844"/>
            <ac:spMk id="5" creationId="{BB0B4DE3-5A16-28E9-2766-AE9D24247584}"/>
          </ac:spMkLst>
        </pc:spChg>
        <pc:picChg chg="add mod">
          <ac:chgData name="João Flavio Diniz" userId="dedd31532088e5ff" providerId="LiveId" clId="{EC565B89-0072-4D0C-8404-427F8F9B6BE8}" dt="2025-05-01T20:25:26.953" v="574" actId="1076"/>
          <ac:picMkLst>
            <pc:docMk/>
            <pc:sldMk cId="2177835237" sldId="844"/>
            <ac:picMk id="4101" creationId="{8B905351-CA53-BD92-CA35-96E1D10705DC}"/>
          </ac:picMkLst>
        </pc:picChg>
      </pc:sldChg>
      <pc:sldChg chg="addSp delSp modSp add mod ord">
        <pc:chgData name="João Flavio Diniz" userId="dedd31532088e5ff" providerId="LiveId" clId="{EC565B89-0072-4D0C-8404-427F8F9B6BE8}" dt="2025-05-01T20:24:32.014" v="562"/>
        <pc:sldMkLst>
          <pc:docMk/>
          <pc:sldMk cId="2967026032" sldId="845"/>
        </pc:sldMkLst>
        <pc:spChg chg="mod">
          <ac:chgData name="João Flavio Diniz" userId="dedd31532088e5ff" providerId="LiveId" clId="{EC565B89-0072-4D0C-8404-427F8F9B6BE8}" dt="2025-05-01T20:24:14.419" v="559" actId="20577"/>
          <ac:spMkLst>
            <pc:docMk/>
            <pc:sldMk cId="2967026032" sldId="845"/>
            <ac:spMk id="2" creationId="{6B56760E-5F3D-CBEE-B3F8-1C44F47B519A}"/>
          </ac:spMkLst>
        </pc:spChg>
        <pc:picChg chg="del">
          <ac:chgData name="João Flavio Diniz" userId="dedd31532088e5ff" providerId="LiveId" clId="{EC565B89-0072-4D0C-8404-427F8F9B6BE8}" dt="2025-05-01T20:23:24.522" v="546" actId="478"/>
          <ac:picMkLst>
            <pc:docMk/>
            <pc:sldMk cId="2967026032" sldId="845"/>
            <ac:picMk id="4101" creationId="{7DF9C421-0073-9026-2EC5-D8CB896DAE35}"/>
          </ac:picMkLst>
        </pc:picChg>
        <pc:picChg chg="add mod">
          <ac:chgData name="João Flavio Diniz" userId="dedd31532088e5ff" providerId="LiveId" clId="{EC565B89-0072-4D0C-8404-427F8F9B6BE8}" dt="2025-05-01T20:24:18.924" v="560" actId="1076"/>
          <ac:picMkLst>
            <pc:docMk/>
            <pc:sldMk cId="2967026032" sldId="845"/>
            <ac:picMk id="5122" creationId="{BF31A59E-3EC1-869B-1503-074E91D4402D}"/>
          </ac:picMkLst>
        </pc:picChg>
      </pc:sldChg>
      <pc:sldChg chg="addSp delSp modSp add mod">
        <pc:chgData name="João Flavio Diniz" userId="dedd31532088e5ff" providerId="LiveId" clId="{EC565B89-0072-4D0C-8404-427F8F9B6BE8}" dt="2025-05-01T20:28:57.104" v="626" actId="14100"/>
        <pc:sldMkLst>
          <pc:docMk/>
          <pc:sldMk cId="2458606359" sldId="846"/>
        </pc:sldMkLst>
        <pc:spChg chg="mod">
          <ac:chgData name="João Flavio Diniz" userId="dedd31532088e5ff" providerId="LiveId" clId="{EC565B89-0072-4D0C-8404-427F8F9B6BE8}" dt="2025-05-01T20:28:46.540" v="623" actId="14100"/>
          <ac:spMkLst>
            <pc:docMk/>
            <pc:sldMk cId="2458606359" sldId="846"/>
            <ac:spMk id="2" creationId="{C60BEF8E-C2A9-A44D-B3D4-F814C622D14C}"/>
          </ac:spMkLst>
        </pc:spChg>
        <pc:picChg chg="del">
          <ac:chgData name="João Flavio Diniz" userId="dedd31532088e5ff" providerId="LiveId" clId="{EC565B89-0072-4D0C-8404-427F8F9B6BE8}" dt="2025-05-01T20:26:06" v="577" actId="478"/>
          <ac:picMkLst>
            <pc:docMk/>
            <pc:sldMk cId="2458606359" sldId="846"/>
            <ac:picMk id="4101" creationId="{9CB937A5-F7EF-1D96-DA2B-1B006D905AB6}"/>
          </ac:picMkLst>
        </pc:picChg>
        <pc:picChg chg="add mod">
          <ac:chgData name="João Flavio Diniz" userId="dedd31532088e5ff" providerId="LiveId" clId="{EC565B89-0072-4D0C-8404-427F8F9B6BE8}" dt="2025-05-01T20:28:57.104" v="626" actId="14100"/>
          <ac:picMkLst>
            <pc:docMk/>
            <pc:sldMk cId="2458606359" sldId="846"/>
            <ac:picMk id="6146" creationId="{2292B6C7-B39C-BC1B-4F33-A55195243FC1}"/>
          </ac:picMkLst>
        </pc:picChg>
      </pc:sldChg>
      <pc:sldChg chg="addSp delSp modSp add mod">
        <pc:chgData name="João Flavio Diniz" userId="dedd31532088e5ff" providerId="LiveId" clId="{EC565B89-0072-4D0C-8404-427F8F9B6BE8}" dt="2025-05-01T21:07:19.067" v="951" actId="20577"/>
        <pc:sldMkLst>
          <pc:docMk/>
          <pc:sldMk cId="3872519093" sldId="847"/>
        </pc:sldMkLst>
        <pc:spChg chg="mod">
          <ac:chgData name="João Flavio Diniz" userId="dedd31532088e5ff" providerId="LiveId" clId="{EC565B89-0072-4D0C-8404-427F8F9B6BE8}" dt="2025-05-01T21:07:19.067" v="951" actId="20577"/>
          <ac:spMkLst>
            <pc:docMk/>
            <pc:sldMk cId="3872519093" sldId="847"/>
            <ac:spMk id="2" creationId="{7AAC1D82-0039-E762-E397-A4FAD97BEDF0}"/>
          </ac:spMkLst>
        </pc:spChg>
        <pc:spChg chg="add">
          <ac:chgData name="João Flavio Diniz" userId="dedd31532088e5ff" providerId="LiveId" clId="{EC565B89-0072-4D0C-8404-427F8F9B6BE8}" dt="2025-05-01T20:30:07.080" v="629"/>
          <ac:spMkLst>
            <pc:docMk/>
            <pc:sldMk cId="3872519093" sldId="847"/>
            <ac:spMk id="3" creationId="{0C1026B0-5097-96CD-AA3E-89D4434437FD}"/>
          </ac:spMkLst>
        </pc:spChg>
        <pc:picChg chg="del">
          <ac:chgData name="João Flavio Diniz" userId="dedd31532088e5ff" providerId="LiveId" clId="{EC565B89-0072-4D0C-8404-427F8F9B6BE8}" dt="2025-05-01T20:29:08.364" v="628" actId="478"/>
          <ac:picMkLst>
            <pc:docMk/>
            <pc:sldMk cId="3872519093" sldId="847"/>
            <ac:picMk id="6146" creationId="{0920D38B-B71A-D175-4DB5-77378483B6D6}"/>
          </ac:picMkLst>
        </pc:picChg>
        <pc:picChg chg="add mod">
          <ac:chgData name="João Flavio Diniz" userId="dedd31532088e5ff" providerId="LiveId" clId="{EC565B89-0072-4D0C-8404-427F8F9B6BE8}" dt="2025-05-01T20:31:39.659" v="635" actId="1076"/>
          <ac:picMkLst>
            <pc:docMk/>
            <pc:sldMk cId="3872519093" sldId="847"/>
            <ac:picMk id="7172" creationId="{E8CD3759-1F33-FA28-3F85-A5718C3C89D4}"/>
          </ac:picMkLst>
        </pc:picChg>
      </pc:sldChg>
      <pc:sldChg chg="addSp delSp modSp add mod">
        <pc:chgData name="João Flavio Diniz" userId="dedd31532088e5ff" providerId="LiveId" clId="{EC565B89-0072-4D0C-8404-427F8F9B6BE8}" dt="2025-05-01T20:37:08.865" v="682" actId="1076"/>
        <pc:sldMkLst>
          <pc:docMk/>
          <pc:sldMk cId="346243440" sldId="848"/>
        </pc:sldMkLst>
        <pc:spChg chg="mod">
          <ac:chgData name="João Flavio Diniz" userId="dedd31532088e5ff" providerId="LiveId" clId="{EC565B89-0072-4D0C-8404-427F8F9B6BE8}" dt="2025-05-01T20:37:08.865" v="682" actId="1076"/>
          <ac:spMkLst>
            <pc:docMk/>
            <pc:sldMk cId="346243440" sldId="848"/>
            <ac:spMk id="2" creationId="{789B8CC5-D713-4A13-6C1A-AE1BCE733654}"/>
          </ac:spMkLst>
        </pc:spChg>
        <pc:picChg chg="del">
          <ac:chgData name="João Flavio Diniz" userId="dedd31532088e5ff" providerId="LiveId" clId="{EC565B89-0072-4D0C-8404-427F8F9B6BE8}" dt="2025-05-01T20:32:37.596" v="637" actId="478"/>
          <ac:picMkLst>
            <pc:docMk/>
            <pc:sldMk cId="346243440" sldId="848"/>
            <ac:picMk id="7172" creationId="{850909B8-B584-E30A-BD99-624FAFAF40B7}"/>
          </ac:picMkLst>
        </pc:picChg>
        <pc:picChg chg="add mod">
          <ac:chgData name="João Flavio Diniz" userId="dedd31532088e5ff" providerId="LiveId" clId="{EC565B89-0072-4D0C-8404-427F8F9B6BE8}" dt="2025-05-01T20:36:51.788" v="679" actId="1076"/>
          <ac:picMkLst>
            <pc:docMk/>
            <pc:sldMk cId="346243440" sldId="848"/>
            <ac:picMk id="8194" creationId="{A0FE8868-815B-D2A3-CD46-FA5D2BDC246D}"/>
          </ac:picMkLst>
        </pc:picChg>
      </pc:sldChg>
      <pc:sldChg chg="addSp delSp modSp add mod">
        <pc:chgData name="João Flavio Diniz" userId="dedd31532088e5ff" providerId="LiveId" clId="{EC565B89-0072-4D0C-8404-427F8F9B6BE8}" dt="2025-05-01T20:39:51.202" v="709" actId="14100"/>
        <pc:sldMkLst>
          <pc:docMk/>
          <pc:sldMk cId="1397002241" sldId="849"/>
        </pc:sldMkLst>
        <pc:spChg chg="mod">
          <ac:chgData name="João Flavio Diniz" userId="dedd31532088e5ff" providerId="LiveId" clId="{EC565B89-0072-4D0C-8404-427F8F9B6BE8}" dt="2025-05-01T20:39:51.202" v="709" actId="14100"/>
          <ac:spMkLst>
            <pc:docMk/>
            <pc:sldMk cId="1397002241" sldId="849"/>
            <ac:spMk id="2" creationId="{C2D56D9D-C68D-273E-0F16-BB51527CBFEF}"/>
          </ac:spMkLst>
        </pc:spChg>
        <pc:picChg chg="del">
          <ac:chgData name="João Flavio Diniz" userId="dedd31532088e5ff" providerId="LiveId" clId="{EC565B89-0072-4D0C-8404-427F8F9B6BE8}" dt="2025-05-01T20:38:25.848" v="701" actId="478"/>
          <ac:picMkLst>
            <pc:docMk/>
            <pc:sldMk cId="1397002241" sldId="849"/>
            <ac:picMk id="8194" creationId="{E887BBFE-4AF3-EF46-FD8F-32617A50A8D5}"/>
          </ac:picMkLst>
        </pc:picChg>
        <pc:picChg chg="add mod">
          <ac:chgData name="João Flavio Diniz" userId="dedd31532088e5ff" providerId="LiveId" clId="{EC565B89-0072-4D0C-8404-427F8F9B6BE8}" dt="2025-05-01T20:39:34.542" v="706" actId="1076"/>
          <ac:picMkLst>
            <pc:docMk/>
            <pc:sldMk cId="1397002241" sldId="849"/>
            <ac:picMk id="9218" creationId="{080A7FD5-A9AC-249D-8359-2DB3FF48924F}"/>
          </ac:picMkLst>
        </pc:picChg>
      </pc:sldChg>
      <pc:sldChg chg="addSp delSp modSp add mod">
        <pc:chgData name="João Flavio Diniz" userId="dedd31532088e5ff" providerId="LiveId" clId="{EC565B89-0072-4D0C-8404-427F8F9B6BE8}" dt="2025-05-01T20:43:21.413" v="738" actId="1076"/>
        <pc:sldMkLst>
          <pc:docMk/>
          <pc:sldMk cId="3402255919" sldId="850"/>
        </pc:sldMkLst>
        <pc:spChg chg="mod">
          <ac:chgData name="João Flavio Diniz" userId="dedd31532088e5ff" providerId="LiveId" clId="{EC565B89-0072-4D0C-8404-427F8F9B6BE8}" dt="2025-05-01T20:40:44.748" v="732" actId="20577"/>
          <ac:spMkLst>
            <pc:docMk/>
            <pc:sldMk cId="3402255919" sldId="850"/>
            <ac:spMk id="2" creationId="{ADFB4798-F93A-1E2A-4898-116E3129D30E}"/>
          </ac:spMkLst>
        </pc:spChg>
        <pc:spChg chg="add">
          <ac:chgData name="João Flavio Diniz" userId="dedd31532088e5ff" providerId="LiveId" clId="{EC565B89-0072-4D0C-8404-427F8F9B6BE8}" dt="2025-05-01T20:42:41.598" v="734"/>
          <ac:spMkLst>
            <pc:docMk/>
            <pc:sldMk cId="3402255919" sldId="850"/>
            <ac:spMk id="3" creationId="{8362E32C-2BBA-B26C-54FE-0861BAE784AC}"/>
          </ac:spMkLst>
        </pc:spChg>
        <pc:picChg chg="add mod">
          <ac:chgData name="João Flavio Diniz" userId="dedd31532088e5ff" providerId="LiveId" clId="{EC565B89-0072-4D0C-8404-427F8F9B6BE8}" dt="2025-05-01T20:43:21.413" v="738" actId="1076"/>
          <ac:picMkLst>
            <pc:docMk/>
            <pc:sldMk cId="3402255919" sldId="850"/>
            <ac:picMk id="5" creationId="{0C4C987B-80EC-2D7F-CCA3-EFA003CEBE78}"/>
          </ac:picMkLst>
        </pc:picChg>
        <pc:picChg chg="del">
          <ac:chgData name="João Flavio Diniz" userId="dedd31532088e5ff" providerId="LiveId" clId="{EC565B89-0072-4D0C-8404-427F8F9B6BE8}" dt="2025-05-01T20:42:39.750" v="733" actId="478"/>
          <ac:picMkLst>
            <pc:docMk/>
            <pc:sldMk cId="3402255919" sldId="850"/>
            <ac:picMk id="9218" creationId="{D6408D62-1DDD-59E5-048A-8BDAF7202321}"/>
          </ac:picMkLst>
        </pc:picChg>
      </pc:sldChg>
      <pc:sldChg chg="addSp delSp modSp add mod">
        <pc:chgData name="João Flavio Diniz" userId="dedd31532088e5ff" providerId="LiveId" clId="{EC565B89-0072-4D0C-8404-427F8F9B6BE8}" dt="2025-05-01T20:48:43.972" v="790" actId="732"/>
        <pc:sldMkLst>
          <pc:docMk/>
          <pc:sldMk cId="915787242" sldId="851"/>
        </pc:sldMkLst>
        <pc:spChg chg="mod">
          <ac:chgData name="João Flavio Diniz" userId="dedd31532088e5ff" providerId="LiveId" clId="{EC565B89-0072-4D0C-8404-427F8F9B6BE8}" dt="2025-05-01T20:47:07.977" v="784" actId="20577"/>
          <ac:spMkLst>
            <pc:docMk/>
            <pc:sldMk cId="915787242" sldId="851"/>
            <ac:spMk id="2" creationId="{CB351F44-7AF3-572A-ED16-850FB17978E1}"/>
          </ac:spMkLst>
        </pc:spChg>
        <pc:picChg chg="del">
          <ac:chgData name="João Flavio Diniz" userId="dedd31532088e5ff" providerId="LiveId" clId="{EC565B89-0072-4D0C-8404-427F8F9B6BE8}" dt="2025-05-01T20:47:32.933" v="785" actId="478"/>
          <ac:picMkLst>
            <pc:docMk/>
            <pc:sldMk cId="915787242" sldId="851"/>
            <ac:picMk id="5" creationId="{56247949-4077-844D-D14F-04ABC1019295}"/>
          </ac:picMkLst>
        </pc:picChg>
        <pc:picChg chg="add mod">
          <ac:chgData name="João Flavio Diniz" userId="dedd31532088e5ff" providerId="LiveId" clId="{EC565B89-0072-4D0C-8404-427F8F9B6BE8}" dt="2025-05-01T20:48:43.972" v="790" actId="732"/>
          <ac:picMkLst>
            <pc:docMk/>
            <pc:sldMk cId="915787242" sldId="851"/>
            <ac:picMk id="11266" creationId="{D25B700F-75BD-34AE-87FE-F576D8C11BB4}"/>
          </ac:picMkLst>
        </pc:picChg>
      </pc:sldChg>
      <pc:sldChg chg="addSp delSp modSp add mod">
        <pc:chgData name="João Flavio Diniz" userId="dedd31532088e5ff" providerId="LiveId" clId="{EC565B89-0072-4D0C-8404-427F8F9B6BE8}" dt="2025-05-01T20:51:32.532" v="813" actId="1076"/>
        <pc:sldMkLst>
          <pc:docMk/>
          <pc:sldMk cId="732171395" sldId="852"/>
        </pc:sldMkLst>
        <pc:spChg chg="mod">
          <ac:chgData name="João Flavio Diniz" userId="dedd31532088e5ff" providerId="LiveId" clId="{EC565B89-0072-4D0C-8404-427F8F9B6BE8}" dt="2025-05-01T20:51:24.432" v="811" actId="20577"/>
          <ac:spMkLst>
            <pc:docMk/>
            <pc:sldMk cId="732171395" sldId="852"/>
            <ac:spMk id="2" creationId="{48B93B71-C8CE-BA70-FA3B-699E06ABFDBE}"/>
          </ac:spMkLst>
        </pc:spChg>
        <pc:picChg chg="del">
          <ac:chgData name="João Flavio Diniz" userId="dedd31532088e5ff" providerId="LiveId" clId="{EC565B89-0072-4D0C-8404-427F8F9B6BE8}" dt="2025-05-01T20:51:07.232" v="806" actId="478"/>
          <ac:picMkLst>
            <pc:docMk/>
            <pc:sldMk cId="732171395" sldId="852"/>
            <ac:picMk id="11266" creationId="{53E7E779-57BE-2053-F5FB-8FFCB669FE38}"/>
          </ac:picMkLst>
        </pc:picChg>
        <pc:picChg chg="add mod">
          <ac:chgData name="João Flavio Diniz" userId="dedd31532088e5ff" providerId="LiveId" clId="{EC565B89-0072-4D0C-8404-427F8F9B6BE8}" dt="2025-05-01T20:51:32.532" v="813" actId="1076"/>
          <ac:picMkLst>
            <pc:docMk/>
            <pc:sldMk cId="732171395" sldId="852"/>
            <ac:picMk id="12290" creationId="{E0132229-2E8D-F174-60C5-961F5199B4C2}"/>
          </ac:picMkLst>
        </pc:picChg>
      </pc:sldChg>
      <pc:sldChg chg="addSp modSp add mod">
        <pc:chgData name="João Flavio Diniz" userId="dedd31532088e5ff" providerId="LiveId" clId="{EC565B89-0072-4D0C-8404-427F8F9B6BE8}" dt="2025-05-01T21:12:15.902" v="1017" actId="20577"/>
        <pc:sldMkLst>
          <pc:docMk/>
          <pc:sldMk cId="986560819" sldId="853"/>
        </pc:sldMkLst>
        <pc:spChg chg="mod">
          <ac:chgData name="João Flavio Diniz" userId="dedd31532088e5ff" providerId="LiveId" clId="{EC565B89-0072-4D0C-8404-427F8F9B6BE8}" dt="2025-05-01T21:12:15.902" v="1017" actId="20577"/>
          <ac:spMkLst>
            <pc:docMk/>
            <pc:sldMk cId="986560819" sldId="853"/>
            <ac:spMk id="2" creationId="{1C171142-62FA-9973-481C-2A31867F78E6}"/>
          </ac:spMkLst>
        </pc:spChg>
        <pc:picChg chg="mod">
          <ac:chgData name="João Flavio Diniz" userId="dedd31532088e5ff" providerId="LiveId" clId="{EC565B89-0072-4D0C-8404-427F8F9B6BE8}" dt="2025-05-01T21:11:23.223" v="993" actId="1036"/>
          <ac:picMkLst>
            <pc:docMk/>
            <pc:sldMk cId="986560819" sldId="853"/>
            <ac:picMk id="12290" creationId="{7DFE38F2-1720-3DA5-23A6-D876585E795D}"/>
          </ac:picMkLst>
        </pc:picChg>
        <pc:picChg chg="add mod">
          <ac:chgData name="João Flavio Diniz" userId="dedd31532088e5ff" providerId="LiveId" clId="{EC565B89-0072-4D0C-8404-427F8F9B6BE8}" dt="2025-05-01T21:11:26.099" v="994" actId="167"/>
          <ac:picMkLst>
            <pc:docMk/>
            <pc:sldMk cId="986560819" sldId="853"/>
            <ac:picMk id="13314" creationId="{3F18EE31-437E-3F5A-0F83-7EC34DBB3574}"/>
          </ac:picMkLst>
        </pc:picChg>
      </pc:sldChg>
      <pc:sldChg chg="addSp delSp modSp add mod">
        <pc:chgData name="João Flavio Diniz" userId="dedd31532088e5ff" providerId="LiveId" clId="{EC565B89-0072-4D0C-8404-427F8F9B6BE8}" dt="2025-05-01T21:44:53.228" v="1425" actId="20577"/>
        <pc:sldMkLst>
          <pc:docMk/>
          <pc:sldMk cId="2475815251" sldId="854"/>
        </pc:sldMkLst>
        <pc:spChg chg="mod">
          <ac:chgData name="João Flavio Diniz" userId="dedd31532088e5ff" providerId="LiveId" clId="{EC565B89-0072-4D0C-8404-427F8F9B6BE8}" dt="2025-05-01T21:44:53.228" v="1425" actId="20577"/>
          <ac:spMkLst>
            <pc:docMk/>
            <pc:sldMk cId="2475815251" sldId="854"/>
            <ac:spMk id="2" creationId="{800172A1-33D7-1C50-8C58-A3BBF2310B10}"/>
          </ac:spMkLst>
        </pc:spChg>
        <pc:picChg chg="del">
          <ac:chgData name="João Flavio Diniz" userId="dedd31532088e5ff" providerId="LiveId" clId="{EC565B89-0072-4D0C-8404-427F8F9B6BE8}" dt="2025-05-01T21:38:43.193" v="1045" actId="478"/>
          <ac:picMkLst>
            <pc:docMk/>
            <pc:sldMk cId="2475815251" sldId="854"/>
            <ac:picMk id="3" creationId="{3814C98E-5669-0031-99E1-9AC512891231}"/>
          </ac:picMkLst>
        </pc:picChg>
        <pc:picChg chg="add del mod">
          <ac:chgData name="João Flavio Diniz" userId="dedd31532088e5ff" providerId="LiveId" clId="{EC565B89-0072-4D0C-8404-427F8F9B6BE8}" dt="2025-05-01T21:44:46.718" v="1423" actId="478"/>
          <ac:picMkLst>
            <pc:docMk/>
            <pc:sldMk cId="2475815251" sldId="854"/>
            <ac:picMk id="2050" creationId="{F9DBC4BC-EB90-6311-9CAA-51DD4E0D4A90}"/>
          </ac:picMkLst>
        </pc:picChg>
      </pc:sldChg>
      <pc:sldChg chg="addSp delSp modSp add mod">
        <pc:chgData name="João Flavio Diniz" userId="dedd31532088e5ff" providerId="LiveId" clId="{EC565B89-0072-4D0C-8404-427F8F9B6BE8}" dt="2025-05-01T21:48:38.379" v="1475" actId="113"/>
        <pc:sldMkLst>
          <pc:docMk/>
          <pc:sldMk cId="3764509843" sldId="855"/>
        </pc:sldMkLst>
        <pc:spChg chg="mod">
          <ac:chgData name="João Flavio Diniz" userId="dedd31532088e5ff" providerId="LiveId" clId="{EC565B89-0072-4D0C-8404-427F8F9B6BE8}" dt="2025-05-01T21:48:38.379" v="1475" actId="113"/>
          <ac:spMkLst>
            <pc:docMk/>
            <pc:sldMk cId="3764509843" sldId="855"/>
            <ac:spMk id="2" creationId="{78802549-ADA9-4BF4-8554-75B2ADE84C9C}"/>
          </ac:spMkLst>
        </pc:spChg>
        <pc:picChg chg="add del mod">
          <ac:chgData name="João Flavio Diniz" userId="dedd31532088e5ff" providerId="LiveId" clId="{EC565B89-0072-4D0C-8404-427F8F9B6BE8}" dt="2025-05-01T21:48:08.349" v="1471" actId="1076"/>
          <ac:picMkLst>
            <pc:docMk/>
            <pc:sldMk cId="3764509843" sldId="855"/>
            <ac:picMk id="2050" creationId="{AD7066CE-DEFD-A45A-34CB-0D56BC4D6534}"/>
          </ac:picMkLst>
        </pc:picChg>
        <pc:picChg chg="add mod">
          <ac:chgData name="João Flavio Diniz" userId="dedd31532088e5ff" providerId="LiveId" clId="{EC565B89-0072-4D0C-8404-427F8F9B6BE8}" dt="2025-05-01T21:47:29.190" v="1456" actId="1076"/>
          <ac:picMkLst>
            <pc:docMk/>
            <pc:sldMk cId="3764509843" sldId="855"/>
            <ac:picMk id="3074" creationId="{BC2118E2-122A-8F5F-53C1-59B21BCA5D2F}"/>
          </ac:picMkLst>
        </pc:picChg>
        <pc:picChg chg="add mod">
          <ac:chgData name="João Flavio Diniz" userId="dedd31532088e5ff" providerId="LiveId" clId="{EC565B89-0072-4D0C-8404-427F8F9B6BE8}" dt="2025-05-01T21:48:03.995" v="1470" actId="1038"/>
          <ac:picMkLst>
            <pc:docMk/>
            <pc:sldMk cId="3764509843" sldId="855"/>
            <ac:picMk id="3076" creationId="{95B01817-72CA-73FA-60B9-3A66988A8A28}"/>
          </ac:picMkLst>
        </pc:picChg>
      </pc:sldChg>
    </pc:docChg>
  </pc:docChgLst>
  <pc:docChgLst>
    <pc:chgData name="João Flavio Diniz" userId="dedd31532088e5ff" providerId="LiveId" clId="{B9E9EEB9-9F8E-450B-802E-FD63009BA543}"/>
    <pc:docChg chg="modSld">
      <pc:chgData name="João Flavio Diniz" userId="dedd31532088e5ff" providerId="LiveId" clId="{B9E9EEB9-9F8E-450B-802E-FD63009BA543}" dt="2024-04-08T12:14:40.950" v="6" actId="6549"/>
      <pc:docMkLst>
        <pc:docMk/>
      </pc:docMkLst>
      <pc:sldChg chg="modSp mod">
        <pc:chgData name="João Flavio Diniz" userId="dedd31532088e5ff" providerId="LiveId" clId="{B9E9EEB9-9F8E-450B-802E-FD63009BA543}" dt="2024-04-08T12:14:40.950" v="6" actId="6549"/>
        <pc:sldMkLst>
          <pc:docMk/>
          <pc:sldMk cId="14442516" sldId="667"/>
        </pc:sldMkLst>
      </pc:sldChg>
      <pc:sldChg chg="modSp mod">
        <pc:chgData name="João Flavio Diniz" userId="dedd31532088e5ff" providerId="LiveId" clId="{B9E9EEB9-9F8E-450B-802E-FD63009BA543}" dt="2024-04-08T12:10:56.692" v="2" actId="207"/>
        <pc:sldMkLst>
          <pc:docMk/>
          <pc:sldMk cId="3660581607" sldId="768"/>
        </pc:sldMkLst>
      </pc:sldChg>
      <pc:sldChg chg="modSp mod">
        <pc:chgData name="João Flavio Diniz" userId="dedd31532088e5ff" providerId="LiveId" clId="{B9E9EEB9-9F8E-450B-802E-FD63009BA543}" dt="2024-04-08T12:10:50.427" v="1" actId="207"/>
        <pc:sldMkLst>
          <pc:docMk/>
          <pc:sldMk cId="556022912" sldId="798"/>
        </pc:sldMkLst>
      </pc:sldChg>
      <pc:sldChg chg="modSp mod">
        <pc:chgData name="João Flavio Diniz" userId="dedd31532088e5ff" providerId="LiveId" clId="{B9E9EEB9-9F8E-450B-802E-FD63009BA543}" dt="2024-04-08T12:10:42.146" v="0" actId="207"/>
        <pc:sldMkLst>
          <pc:docMk/>
          <pc:sldMk cId="1544234858" sldId="802"/>
        </pc:sldMkLst>
      </pc:sldChg>
      <pc:sldChg chg="modSp mod">
        <pc:chgData name="João Flavio Diniz" userId="dedd31532088e5ff" providerId="LiveId" clId="{B9E9EEB9-9F8E-450B-802E-FD63009BA543}" dt="2024-04-08T12:11:19.207" v="3" actId="207"/>
        <pc:sldMkLst>
          <pc:docMk/>
          <pc:sldMk cId="26234309" sldId="809"/>
        </pc:sldMkLst>
      </pc:sldChg>
      <pc:sldChg chg="modSp mod">
        <pc:chgData name="João Flavio Diniz" userId="dedd31532088e5ff" providerId="LiveId" clId="{B9E9EEB9-9F8E-450B-802E-FD63009BA543}" dt="2024-04-08T12:12:30.876" v="4" actId="207"/>
        <pc:sldMkLst>
          <pc:docMk/>
          <pc:sldMk cId="2385266271" sldId="818"/>
        </pc:sldMkLst>
      </pc:sldChg>
    </pc:docChg>
  </pc:docChgLst>
  <pc:docChgLst>
    <pc:chgData name="João Flavio Diniz" userId="dedd31532088e5ff" providerId="LiveId" clId="{5CCBBCAB-4972-4F1C-9735-286985B7BE9F}"/>
    <pc:docChg chg="undo custSel addSld modSld">
      <pc:chgData name="João Flavio Diniz" userId="dedd31532088e5ff" providerId="LiveId" clId="{5CCBBCAB-4972-4F1C-9735-286985B7BE9F}" dt="2024-01-15T13:20:59.307" v="445" actId="207"/>
      <pc:docMkLst>
        <pc:docMk/>
      </pc:docMkLst>
      <pc:sldChg chg="modSp mod">
        <pc:chgData name="João Flavio Diniz" userId="dedd31532088e5ff" providerId="LiveId" clId="{5CCBBCAB-4972-4F1C-9735-286985B7BE9F}" dt="2024-01-15T13:20:59.307" v="445" actId="207"/>
        <pc:sldMkLst>
          <pc:docMk/>
          <pc:sldMk cId="14442516" sldId="667"/>
        </pc:sldMkLst>
      </pc:sldChg>
      <pc:sldChg chg="addSp modSp mod">
        <pc:chgData name="João Flavio Diniz" userId="dedd31532088e5ff" providerId="LiveId" clId="{5CCBBCAB-4972-4F1C-9735-286985B7BE9F}" dt="2024-01-15T12:09:05.701" v="135" actId="1076"/>
        <pc:sldMkLst>
          <pc:docMk/>
          <pc:sldMk cId="556022912" sldId="798"/>
        </pc:sldMkLst>
      </pc:sldChg>
      <pc:sldChg chg="modSp mod">
        <pc:chgData name="João Flavio Diniz" userId="dedd31532088e5ff" providerId="LiveId" clId="{5CCBBCAB-4972-4F1C-9735-286985B7BE9F}" dt="2024-01-15T11:54:31.210" v="36" actId="20577"/>
        <pc:sldMkLst>
          <pc:docMk/>
          <pc:sldMk cId="629830445" sldId="799"/>
        </pc:sldMkLst>
      </pc:sldChg>
      <pc:sldChg chg="modSp mod">
        <pc:chgData name="João Flavio Diniz" userId="dedd31532088e5ff" providerId="LiveId" clId="{5CCBBCAB-4972-4F1C-9735-286985B7BE9F}" dt="2024-01-15T10:25:39.316" v="20" actId="20577"/>
        <pc:sldMkLst>
          <pc:docMk/>
          <pc:sldMk cId="1599753241" sldId="800"/>
        </pc:sldMkLst>
      </pc:sldChg>
      <pc:sldChg chg="modSp mod">
        <pc:chgData name="João Flavio Diniz" userId="dedd31532088e5ff" providerId="LiveId" clId="{5CCBBCAB-4972-4F1C-9735-286985B7BE9F}" dt="2024-01-15T11:56:06.768" v="53" actId="255"/>
        <pc:sldMkLst>
          <pc:docMk/>
          <pc:sldMk cId="1873534873" sldId="801"/>
        </pc:sldMkLst>
      </pc:sldChg>
      <pc:sldChg chg="addSp modSp mod">
        <pc:chgData name="João Flavio Diniz" userId="dedd31532088e5ff" providerId="LiveId" clId="{5CCBBCAB-4972-4F1C-9735-286985B7BE9F}" dt="2024-01-15T12:00:58.042" v="85" actId="1076"/>
        <pc:sldMkLst>
          <pc:docMk/>
          <pc:sldMk cId="1544234858" sldId="802"/>
        </pc:sldMkLst>
      </pc:sldChg>
      <pc:sldChg chg="addSp modSp add mod">
        <pc:chgData name="João Flavio Diniz" userId="dedd31532088e5ff" providerId="LiveId" clId="{5CCBBCAB-4972-4F1C-9735-286985B7BE9F}" dt="2024-01-15T11:58:15.759" v="68" actId="1076"/>
        <pc:sldMkLst>
          <pc:docMk/>
          <pc:sldMk cId="3698058911" sldId="803"/>
        </pc:sldMkLst>
      </pc:sldChg>
      <pc:sldChg chg="addSp delSp modSp add mod">
        <pc:chgData name="João Flavio Diniz" userId="dedd31532088e5ff" providerId="LiveId" clId="{5CCBBCAB-4972-4F1C-9735-286985B7BE9F}" dt="2024-01-15T12:20:11.386" v="146" actId="1076"/>
        <pc:sldMkLst>
          <pc:docMk/>
          <pc:sldMk cId="4002253987" sldId="804"/>
        </pc:sldMkLst>
      </pc:sldChg>
      <pc:sldChg chg="addSp modSp add mod">
        <pc:chgData name="João Flavio Diniz" userId="dedd31532088e5ff" providerId="LiveId" clId="{5CCBBCAB-4972-4F1C-9735-286985B7BE9F}" dt="2024-01-15T12:07:52.253" v="130" actId="14100"/>
        <pc:sldMkLst>
          <pc:docMk/>
          <pc:sldMk cId="902324726" sldId="805"/>
        </pc:sldMkLst>
      </pc:sldChg>
      <pc:sldChg chg="addSp modSp add mod">
        <pc:chgData name="João Flavio Diniz" userId="dedd31532088e5ff" providerId="LiveId" clId="{5CCBBCAB-4972-4F1C-9735-286985B7BE9F}" dt="2024-01-15T12:23:42.351" v="169" actId="1076"/>
        <pc:sldMkLst>
          <pc:docMk/>
          <pc:sldMk cId="2152617756" sldId="806"/>
        </pc:sldMkLst>
      </pc:sldChg>
      <pc:sldChg chg="addSp delSp modSp add mod">
        <pc:chgData name="João Flavio Diniz" userId="dedd31532088e5ff" providerId="LiveId" clId="{5CCBBCAB-4972-4F1C-9735-286985B7BE9F}" dt="2024-01-15T12:25:53.447" v="177" actId="1076"/>
        <pc:sldMkLst>
          <pc:docMk/>
          <pc:sldMk cId="487186236" sldId="807"/>
        </pc:sldMkLst>
      </pc:sldChg>
      <pc:sldChg chg="addSp modSp add mod">
        <pc:chgData name="João Flavio Diniz" userId="dedd31532088e5ff" providerId="LiveId" clId="{5CCBBCAB-4972-4F1C-9735-286985B7BE9F}" dt="2024-01-15T12:29:51.023" v="228" actId="20577"/>
        <pc:sldMkLst>
          <pc:docMk/>
          <pc:sldMk cId="4086037759" sldId="808"/>
        </pc:sldMkLst>
      </pc:sldChg>
      <pc:sldChg chg="modSp add mod">
        <pc:chgData name="João Flavio Diniz" userId="dedd31532088e5ff" providerId="LiveId" clId="{5CCBBCAB-4972-4F1C-9735-286985B7BE9F}" dt="2024-01-15T12:40:29.881" v="246" actId="113"/>
        <pc:sldMkLst>
          <pc:docMk/>
          <pc:sldMk cId="26234309" sldId="809"/>
        </pc:sldMkLst>
      </pc:sldChg>
      <pc:sldChg chg="modSp add mod">
        <pc:chgData name="João Flavio Diniz" userId="dedd31532088e5ff" providerId="LiveId" clId="{5CCBBCAB-4972-4F1C-9735-286985B7BE9F}" dt="2024-01-15T12:48:53.679" v="310" actId="113"/>
        <pc:sldMkLst>
          <pc:docMk/>
          <pc:sldMk cId="2672072418" sldId="810"/>
        </pc:sldMkLst>
      </pc:sldChg>
      <pc:sldChg chg="modSp add mod">
        <pc:chgData name="João Flavio Diniz" userId="dedd31532088e5ff" providerId="LiveId" clId="{5CCBBCAB-4972-4F1C-9735-286985B7BE9F}" dt="2024-01-15T12:42:29.953" v="285" actId="20577"/>
        <pc:sldMkLst>
          <pc:docMk/>
          <pc:sldMk cId="4031892612" sldId="811"/>
        </pc:sldMkLst>
      </pc:sldChg>
      <pc:sldChg chg="modSp add mod">
        <pc:chgData name="João Flavio Diniz" userId="dedd31532088e5ff" providerId="LiveId" clId="{5CCBBCAB-4972-4F1C-9735-286985B7BE9F}" dt="2024-01-15T12:50:27.807" v="324" actId="1076"/>
        <pc:sldMkLst>
          <pc:docMk/>
          <pc:sldMk cId="890567349" sldId="812"/>
        </pc:sldMkLst>
      </pc:sldChg>
      <pc:sldChg chg="addSp modSp add mod">
        <pc:chgData name="João Flavio Diniz" userId="dedd31532088e5ff" providerId="LiveId" clId="{5CCBBCAB-4972-4F1C-9735-286985B7BE9F}" dt="2024-01-15T12:51:24.602" v="329" actId="1076"/>
        <pc:sldMkLst>
          <pc:docMk/>
          <pc:sldMk cId="1768297612" sldId="813"/>
        </pc:sldMkLst>
      </pc:sldChg>
      <pc:sldChg chg="addSp delSp modSp add mod">
        <pc:chgData name="João Flavio Diniz" userId="dedd31532088e5ff" providerId="LiveId" clId="{5CCBBCAB-4972-4F1C-9735-286985B7BE9F}" dt="2024-01-15T12:54:58.752" v="347" actId="1076"/>
        <pc:sldMkLst>
          <pc:docMk/>
          <pc:sldMk cId="1410623796" sldId="814"/>
        </pc:sldMkLst>
      </pc:sldChg>
      <pc:sldChg chg="addSp modSp add mod replId">
        <pc:chgData name="João Flavio Diniz" userId="dedd31532088e5ff" providerId="LiveId" clId="{5CCBBCAB-4972-4F1C-9735-286985B7BE9F}" dt="2024-01-15T12:53:52.853" v="344" actId="1076"/>
        <pc:sldMkLst>
          <pc:docMk/>
          <pc:sldMk cId="3431670846" sldId="815"/>
        </pc:sldMkLst>
      </pc:sldChg>
      <pc:sldChg chg="delSp modSp add mod">
        <pc:chgData name="João Flavio Diniz" userId="dedd31532088e5ff" providerId="LiveId" clId="{5CCBBCAB-4972-4F1C-9735-286985B7BE9F}" dt="2024-01-15T13:01:43.075" v="358" actId="1076"/>
        <pc:sldMkLst>
          <pc:docMk/>
          <pc:sldMk cId="3893893514" sldId="816"/>
        </pc:sldMkLst>
      </pc:sldChg>
      <pc:sldChg chg="modSp add mod">
        <pc:chgData name="João Flavio Diniz" userId="dedd31532088e5ff" providerId="LiveId" clId="{5CCBBCAB-4972-4F1C-9735-286985B7BE9F}" dt="2024-01-15T13:03:09.844" v="370" actId="20577"/>
        <pc:sldMkLst>
          <pc:docMk/>
          <pc:sldMk cId="3772989231" sldId="817"/>
        </pc:sldMkLst>
      </pc:sldChg>
      <pc:sldChg chg="modSp add mod">
        <pc:chgData name="João Flavio Diniz" userId="dedd31532088e5ff" providerId="LiveId" clId="{5CCBBCAB-4972-4F1C-9735-286985B7BE9F}" dt="2024-01-15T13:07:31.854" v="383" actId="14100"/>
        <pc:sldMkLst>
          <pc:docMk/>
          <pc:sldMk cId="2385266271" sldId="818"/>
        </pc:sldMkLst>
      </pc:sldChg>
      <pc:sldChg chg="addSp delSp modSp add mod">
        <pc:chgData name="João Flavio Diniz" userId="dedd31532088e5ff" providerId="LiveId" clId="{5CCBBCAB-4972-4F1C-9735-286985B7BE9F}" dt="2024-01-15T13:06:33.050" v="380" actId="1076"/>
        <pc:sldMkLst>
          <pc:docMk/>
          <pc:sldMk cId="1049606777" sldId="819"/>
        </pc:sldMkLst>
      </pc:sldChg>
      <pc:sldChg chg="modSp add mod replId">
        <pc:chgData name="João Flavio Diniz" userId="dedd31532088e5ff" providerId="LiveId" clId="{5CCBBCAB-4972-4F1C-9735-286985B7BE9F}" dt="2024-01-15T13:09:47.789" v="398" actId="1076"/>
        <pc:sldMkLst>
          <pc:docMk/>
          <pc:sldMk cId="347594953" sldId="820"/>
        </pc:sldMkLst>
      </pc:sldChg>
      <pc:sldChg chg="modSp add mod">
        <pc:chgData name="João Flavio Diniz" userId="dedd31532088e5ff" providerId="LiveId" clId="{5CCBBCAB-4972-4F1C-9735-286985B7BE9F}" dt="2024-01-15T13:14:36.652" v="415" actId="113"/>
        <pc:sldMkLst>
          <pc:docMk/>
          <pc:sldMk cId="594652259" sldId="821"/>
        </pc:sldMkLst>
      </pc:sldChg>
      <pc:sldChg chg="modSp add mod replId">
        <pc:chgData name="João Flavio Diniz" userId="dedd31532088e5ff" providerId="LiveId" clId="{5CCBBCAB-4972-4F1C-9735-286985B7BE9F}" dt="2024-01-15T13:15:10.285" v="421" actId="113"/>
        <pc:sldMkLst>
          <pc:docMk/>
          <pc:sldMk cId="405484724" sldId="822"/>
        </pc:sldMkLst>
      </pc:sldChg>
      <pc:sldChg chg="modSp add mod replId">
        <pc:chgData name="João Flavio Diniz" userId="dedd31532088e5ff" providerId="LiveId" clId="{5CCBBCAB-4972-4F1C-9735-286985B7BE9F}" dt="2024-01-15T13:15:51.782" v="429" actId="113"/>
        <pc:sldMkLst>
          <pc:docMk/>
          <pc:sldMk cId="3994066930" sldId="823"/>
        </pc:sldMkLst>
      </pc:sldChg>
      <pc:sldChg chg="modSp add mod">
        <pc:chgData name="João Flavio Diniz" userId="dedd31532088e5ff" providerId="LiveId" clId="{5CCBBCAB-4972-4F1C-9735-286985B7BE9F}" dt="2024-01-15T13:10:14.888" v="404" actId="20577"/>
        <pc:sldMkLst>
          <pc:docMk/>
          <pc:sldMk cId="895657217" sldId="824"/>
        </pc:sldMkLst>
      </pc:sldChg>
      <pc:sldChg chg="modSp add mod">
        <pc:chgData name="João Flavio Diniz" userId="dedd31532088e5ff" providerId="LiveId" clId="{5CCBBCAB-4972-4F1C-9735-286985B7BE9F}" dt="2024-01-15T13:16:55.783" v="444" actId="113"/>
        <pc:sldMkLst>
          <pc:docMk/>
          <pc:sldMk cId="1723323872" sldId="825"/>
        </pc:sldMkLst>
      </pc:sldChg>
      <pc:sldChg chg="modSp add mod">
        <pc:chgData name="João Flavio Diniz" userId="dedd31532088e5ff" providerId="LiveId" clId="{5CCBBCAB-4972-4F1C-9735-286985B7BE9F}" dt="2024-01-15T13:16:17.701" v="437" actId="113"/>
        <pc:sldMkLst>
          <pc:docMk/>
          <pc:sldMk cId="393827955" sldId="826"/>
        </pc:sldMkLst>
      </pc:sldChg>
      <pc:sldChg chg="add">
        <pc:chgData name="João Flavio Diniz" userId="dedd31532088e5ff" providerId="LiveId" clId="{5CCBBCAB-4972-4F1C-9735-286985B7BE9F}" dt="2024-01-15T13:16:21.690" v="438" actId="2890"/>
        <pc:sldMkLst>
          <pc:docMk/>
          <pc:sldMk cId="2061182259" sldId="827"/>
        </pc:sldMkLst>
      </pc:sldChg>
    </pc:docChg>
  </pc:docChgLst>
  <pc:docChgLst>
    <pc:chgData name="João Flavio Diniz" userId="dedd31532088e5ff" providerId="LiveId" clId="{9CA776B8-8A60-4793-8B4F-4BB0F4A64382}"/>
    <pc:docChg chg="undo custSel delSld modSld">
      <pc:chgData name="João Flavio Diniz" userId="dedd31532088e5ff" providerId="LiveId" clId="{9CA776B8-8A60-4793-8B4F-4BB0F4A64382}" dt="2024-03-16T01:59:07.330" v="9" actId="207"/>
      <pc:docMkLst>
        <pc:docMk/>
      </pc:docMkLst>
      <pc:sldChg chg="modSp mod">
        <pc:chgData name="João Flavio Diniz" userId="dedd31532088e5ff" providerId="LiveId" clId="{9CA776B8-8A60-4793-8B4F-4BB0F4A64382}" dt="2024-03-16T01:53:28.357" v="1" actId="207"/>
        <pc:sldMkLst>
          <pc:docMk/>
          <pc:sldMk cId="3660581607" sldId="768"/>
        </pc:sldMkLst>
      </pc:sldChg>
      <pc:sldChg chg="modSp mod">
        <pc:chgData name="João Flavio Diniz" userId="dedd31532088e5ff" providerId="LiveId" clId="{9CA776B8-8A60-4793-8B4F-4BB0F4A64382}" dt="2024-03-16T01:54:13.518" v="2" actId="207"/>
        <pc:sldMkLst>
          <pc:docMk/>
          <pc:sldMk cId="556022912" sldId="798"/>
        </pc:sldMkLst>
      </pc:sldChg>
      <pc:sldChg chg="modSp mod">
        <pc:chgData name="João Flavio Diniz" userId="dedd31532088e5ff" providerId="LiveId" clId="{9CA776B8-8A60-4793-8B4F-4BB0F4A64382}" dt="2024-03-16T01:58:05.960" v="6" actId="207"/>
        <pc:sldMkLst>
          <pc:docMk/>
          <pc:sldMk cId="1873534873" sldId="801"/>
        </pc:sldMkLst>
      </pc:sldChg>
      <pc:sldChg chg="modSp mod">
        <pc:chgData name="João Flavio Diniz" userId="dedd31532088e5ff" providerId="LiveId" clId="{9CA776B8-8A60-4793-8B4F-4BB0F4A64382}" dt="2024-03-16T01:55:02.069" v="3" actId="207"/>
        <pc:sldMkLst>
          <pc:docMk/>
          <pc:sldMk cId="1544234858" sldId="802"/>
        </pc:sldMkLst>
      </pc:sldChg>
      <pc:sldChg chg="modSp mod">
        <pc:chgData name="João Flavio Diniz" userId="dedd31532088e5ff" providerId="LiveId" clId="{9CA776B8-8A60-4793-8B4F-4BB0F4A64382}" dt="2024-03-16T01:57:38.745" v="5" actId="207"/>
        <pc:sldMkLst>
          <pc:docMk/>
          <pc:sldMk cId="4086037759" sldId="808"/>
        </pc:sldMkLst>
      </pc:sldChg>
      <pc:sldChg chg="modSp mod">
        <pc:chgData name="João Flavio Diniz" userId="dedd31532088e5ff" providerId="LiveId" clId="{9CA776B8-8A60-4793-8B4F-4BB0F4A64382}" dt="2024-03-16T01:56:42.266" v="4" actId="207"/>
        <pc:sldMkLst>
          <pc:docMk/>
          <pc:sldMk cId="26234309" sldId="809"/>
        </pc:sldMkLst>
      </pc:sldChg>
      <pc:sldChg chg="modSp mod">
        <pc:chgData name="João Flavio Diniz" userId="dedd31532088e5ff" providerId="LiveId" clId="{9CA776B8-8A60-4793-8B4F-4BB0F4A64382}" dt="2024-03-16T01:59:07.330" v="9" actId="207"/>
        <pc:sldMkLst>
          <pc:docMk/>
          <pc:sldMk cId="2385266271" sldId="818"/>
        </pc:sldMkLst>
      </pc:sldChg>
      <pc:sldChg chg="del">
        <pc:chgData name="João Flavio Diniz" userId="dedd31532088e5ff" providerId="LiveId" clId="{9CA776B8-8A60-4793-8B4F-4BB0F4A64382}" dt="2024-03-11T23:27:57.110" v="0" actId="47"/>
        <pc:sldMkLst>
          <pc:docMk/>
          <pc:sldMk cId="2061182259" sldId="827"/>
        </pc:sldMkLst>
      </pc:sldChg>
    </pc:docChg>
  </pc:docChgLst>
  <pc:docChgLst>
    <pc:chgData name="João Flavio Diniz" userId="dedd31532088e5ff" providerId="LiveId" clId="{915637D4-8DB1-4162-89A9-3960C323228A}"/>
    <pc:docChg chg="undo custSel addSld modSld">
      <pc:chgData name="João Flavio Diniz" userId="dedd31532088e5ff" providerId="LiveId" clId="{915637D4-8DB1-4162-89A9-3960C323228A}" dt="2025-03-28T16:06:06.347" v="81" actId="6549"/>
      <pc:docMkLst>
        <pc:docMk/>
      </pc:docMkLst>
      <pc:sldChg chg="modSp mod">
        <pc:chgData name="João Flavio Diniz" userId="dedd31532088e5ff" providerId="LiveId" clId="{915637D4-8DB1-4162-89A9-3960C323228A}" dt="2025-03-14T16:11:42.220" v="16" actId="20577"/>
        <pc:sldMkLst>
          <pc:docMk/>
          <pc:sldMk cId="629830445" sldId="799"/>
        </pc:sldMkLst>
        <pc:spChg chg="mod">
          <ac:chgData name="João Flavio Diniz" userId="dedd31532088e5ff" providerId="LiveId" clId="{915637D4-8DB1-4162-89A9-3960C323228A}" dt="2025-03-14T16:11:42.220" v="16" actId="20577"/>
          <ac:spMkLst>
            <pc:docMk/>
            <pc:sldMk cId="629830445" sldId="799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39:47.560" v="54" actId="2711"/>
        <pc:sldMkLst>
          <pc:docMk/>
          <pc:sldMk cId="1873534873" sldId="801"/>
        </pc:sldMkLst>
        <pc:spChg chg="mod">
          <ac:chgData name="João Flavio Diniz" userId="dedd31532088e5ff" providerId="LiveId" clId="{915637D4-8DB1-4162-89A9-3960C323228A}" dt="2025-03-18T15:39:47.560" v="54" actId="2711"/>
          <ac:spMkLst>
            <pc:docMk/>
            <pc:sldMk cId="1873534873" sldId="801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4:28:49.265" v="17" actId="122"/>
        <pc:sldMkLst>
          <pc:docMk/>
          <pc:sldMk cId="3698058911" sldId="803"/>
        </pc:sldMkLst>
        <pc:spChg chg="mod">
          <ac:chgData name="João Flavio Diniz" userId="dedd31532088e5ff" providerId="LiveId" clId="{915637D4-8DB1-4162-89A9-3960C323228A}" dt="2025-03-18T14:28:49.265" v="17" actId="122"/>
          <ac:spMkLst>
            <pc:docMk/>
            <pc:sldMk cId="3698058911" sldId="803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28T16:06:06.347" v="81" actId="6549"/>
        <pc:sldMkLst>
          <pc:docMk/>
          <pc:sldMk cId="902324726" sldId="805"/>
        </pc:sldMkLst>
        <pc:spChg chg="mod">
          <ac:chgData name="João Flavio Diniz" userId="dedd31532088e5ff" providerId="LiveId" clId="{915637D4-8DB1-4162-89A9-3960C323228A}" dt="2025-03-28T16:06:06.347" v="81" actId="6549"/>
          <ac:spMkLst>
            <pc:docMk/>
            <pc:sldMk cId="902324726" sldId="805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0:50.023" v="56" actId="6549"/>
        <pc:sldMkLst>
          <pc:docMk/>
          <pc:sldMk cId="2152617756" sldId="806"/>
        </pc:sldMkLst>
        <pc:spChg chg="mod">
          <ac:chgData name="João Flavio Diniz" userId="dedd31532088e5ff" providerId="LiveId" clId="{915637D4-8DB1-4162-89A9-3960C323228A}" dt="2025-03-18T15:40:50.023" v="56" actId="6549"/>
          <ac:spMkLst>
            <pc:docMk/>
            <pc:sldMk cId="2152617756" sldId="806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4:30:28.735" v="21" actId="20577"/>
        <pc:sldMkLst>
          <pc:docMk/>
          <pc:sldMk cId="26234309" sldId="809"/>
        </pc:sldMkLst>
        <pc:spChg chg="mod">
          <ac:chgData name="João Flavio Diniz" userId="dedd31532088e5ff" providerId="LiveId" clId="{915637D4-8DB1-4162-89A9-3960C323228A}" dt="2025-03-18T14:30:28.735" v="21" actId="20577"/>
          <ac:spMkLst>
            <pc:docMk/>
            <pc:sldMk cId="26234309" sldId="809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38:52.822" v="48" actId="6549"/>
        <pc:sldMkLst>
          <pc:docMk/>
          <pc:sldMk cId="2672072418" sldId="810"/>
        </pc:sldMkLst>
        <pc:spChg chg="mod">
          <ac:chgData name="João Flavio Diniz" userId="dedd31532088e5ff" providerId="LiveId" clId="{915637D4-8DB1-4162-89A9-3960C323228A}" dt="2025-03-18T15:38:52.822" v="48" actId="6549"/>
          <ac:spMkLst>
            <pc:docMk/>
            <pc:sldMk cId="2672072418" sldId="810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38:33.670" v="44" actId="2711"/>
        <pc:sldMkLst>
          <pc:docMk/>
          <pc:sldMk cId="4031892612" sldId="811"/>
        </pc:sldMkLst>
        <pc:spChg chg="mod">
          <ac:chgData name="João Flavio Diniz" userId="dedd31532088e5ff" providerId="LiveId" clId="{915637D4-8DB1-4162-89A9-3960C323228A}" dt="2025-03-18T15:38:33.670" v="44" actId="2711"/>
          <ac:spMkLst>
            <pc:docMk/>
            <pc:sldMk cId="4031892612" sldId="811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36:19.054" v="40" actId="2711"/>
        <pc:sldMkLst>
          <pc:docMk/>
          <pc:sldMk cId="890567349" sldId="812"/>
        </pc:sldMkLst>
        <pc:spChg chg="mod">
          <ac:chgData name="João Flavio Diniz" userId="dedd31532088e5ff" providerId="LiveId" clId="{915637D4-8DB1-4162-89A9-3960C323228A}" dt="2025-03-18T15:36:19.054" v="40" actId="2711"/>
          <ac:spMkLst>
            <pc:docMk/>
            <pc:sldMk cId="890567349" sldId="812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1:16.853" v="57" actId="2711"/>
        <pc:sldMkLst>
          <pc:docMk/>
          <pc:sldMk cId="1410623796" sldId="814"/>
        </pc:sldMkLst>
        <pc:spChg chg="mod">
          <ac:chgData name="João Flavio Diniz" userId="dedd31532088e5ff" providerId="LiveId" clId="{915637D4-8DB1-4162-89A9-3960C323228A}" dt="2025-03-18T15:41:16.853" v="57" actId="2711"/>
          <ac:spMkLst>
            <pc:docMk/>
            <pc:sldMk cId="1410623796" sldId="814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1:30.095" v="59" actId="2711"/>
        <pc:sldMkLst>
          <pc:docMk/>
          <pc:sldMk cId="3893893514" sldId="816"/>
        </pc:sldMkLst>
        <pc:spChg chg="mod">
          <ac:chgData name="João Flavio Diniz" userId="dedd31532088e5ff" providerId="LiveId" clId="{915637D4-8DB1-4162-89A9-3960C323228A}" dt="2025-03-18T15:41:30.095" v="59" actId="2711"/>
          <ac:spMkLst>
            <pc:docMk/>
            <pc:sldMk cId="3893893514" sldId="816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3:08.278" v="61" actId="2711"/>
        <pc:sldMkLst>
          <pc:docMk/>
          <pc:sldMk cId="3772989231" sldId="817"/>
        </pc:sldMkLst>
        <pc:spChg chg="mod">
          <ac:chgData name="João Flavio Diniz" userId="dedd31532088e5ff" providerId="LiveId" clId="{915637D4-8DB1-4162-89A9-3960C323228A}" dt="2025-03-18T15:43:08.278" v="61" actId="2711"/>
          <ac:spMkLst>
            <pc:docMk/>
            <pc:sldMk cId="3772989231" sldId="817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3:14.458" v="62" actId="2711"/>
        <pc:sldMkLst>
          <pc:docMk/>
          <pc:sldMk cId="2385266271" sldId="818"/>
        </pc:sldMkLst>
        <pc:spChg chg="mod">
          <ac:chgData name="João Flavio Diniz" userId="dedd31532088e5ff" providerId="LiveId" clId="{915637D4-8DB1-4162-89A9-3960C323228A}" dt="2025-03-18T15:43:14.458" v="62" actId="2711"/>
          <ac:spMkLst>
            <pc:docMk/>
            <pc:sldMk cId="2385266271" sldId="818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3:22.507" v="63" actId="2711"/>
        <pc:sldMkLst>
          <pc:docMk/>
          <pc:sldMk cId="347594953" sldId="820"/>
        </pc:sldMkLst>
        <pc:spChg chg="mod">
          <ac:chgData name="João Flavio Diniz" userId="dedd31532088e5ff" providerId="LiveId" clId="{915637D4-8DB1-4162-89A9-3960C323228A}" dt="2025-03-18T15:43:22.507" v="63" actId="2711"/>
          <ac:spMkLst>
            <pc:docMk/>
            <pc:sldMk cId="347594953" sldId="820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3:40.502" v="66" actId="2711"/>
        <pc:sldMkLst>
          <pc:docMk/>
          <pc:sldMk cId="594652259" sldId="821"/>
        </pc:sldMkLst>
        <pc:spChg chg="mod">
          <ac:chgData name="João Flavio Diniz" userId="dedd31532088e5ff" providerId="LiveId" clId="{915637D4-8DB1-4162-89A9-3960C323228A}" dt="2025-03-18T15:43:40.502" v="66" actId="2711"/>
          <ac:spMkLst>
            <pc:docMk/>
            <pc:sldMk cId="594652259" sldId="821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3:56.434" v="68" actId="2711"/>
        <pc:sldMkLst>
          <pc:docMk/>
          <pc:sldMk cId="405484724" sldId="822"/>
        </pc:sldMkLst>
        <pc:spChg chg="mod">
          <ac:chgData name="João Flavio Diniz" userId="dedd31532088e5ff" providerId="LiveId" clId="{915637D4-8DB1-4162-89A9-3960C323228A}" dt="2025-03-18T15:43:56.434" v="68" actId="2711"/>
          <ac:spMkLst>
            <pc:docMk/>
            <pc:sldMk cId="405484724" sldId="822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4:06.966" v="70" actId="2711"/>
        <pc:sldMkLst>
          <pc:docMk/>
          <pc:sldMk cId="3994066930" sldId="823"/>
        </pc:sldMkLst>
        <pc:spChg chg="mod">
          <ac:chgData name="João Flavio Diniz" userId="dedd31532088e5ff" providerId="LiveId" clId="{915637D4-8DB1-4162-89A9-3960C323228A}" dt="2025-03-18T15:44:06.966" v="70" actId="2711"/>
          <ac:spMkLst>
            <pc:docMk/>
            <pc:sldMk cId="3994066930" sldId="823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3:28.471" v="64" actId="2711"/>
        <pc:sldMkLst>
          <pc:docMk/>
          <pc:sldMk cId="895657217" sldId="824"/>
        </pc:sldMkLst>
        <pc:spChg chg="mod">
          <ac:chgData name="João Flavio Diniz" userId="dedd31532088e5ff" providerId="LiveId" clId="{915637D4-8DB1-4162-89A9-3960C323228A}" dt="2025-03-18T15:43:28.471" v="64" actId="2711"/>
          <ac:spMkLst>
            <pc:docMk/>
            <pc:sldMk cId="895657217" sldId="824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4:34.184" v="74" actId="2711"/>
        <pc:sldMkLst>
          <pc:docMk/>
          <pc:sldMk cId="1723323872" sldId="825"/>
        </pc:sldMkLst>
        <pc:spChg chg="mod">
          <ac:chgData name="João Flavio Diniz" userId="dedd31532088e5ff" providerId="LiveId" clId="{915637D4-8DB1-4162-89A9-3960C323228A}" dt="2025-03-18T15:44:34.184" v="74" actId="2711"/>
          <ac:spMkLst>
            <pc:docMk/>
            <pc:sldMk cId="1723323872" sldId="825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915637D4-8DB1-4162-89A9-3960C323228A}" dt="2025-03-18T15:44:17.119" v="72" actId="2711"/>
        <pc:sldMkLst>
          <pc:docMk/>
          <pc:sldMk cId="393827955" sldId="826"/>
        </pc:sldMkLst>
        <pc:spChg chg="mod">
          <ac:chgData name="João Flavio Diniz" userId="dedd31532088e5ff" providerId="LiveId" clId="{915637D4-8DB1-4162-89A9-3960C323228A}" dt="2025-03-18T15:44:17.119" v="72" actId="2711"/>
          <ac:spMkLst>
            <pc:docMk/>
            <pc:sldMk cId="393827955" sldId="826"/>
            <ac:spMk id="2" creationId="{E710C137-D5DA-8CEF-6865-C2DE9E51E619}"/>
          </ac:spMkLst>
        </pc:spChg>
      </pc:sldChg>
      <pc:sldChg chg="modSp add mod">
        <pc:chgData name="João Flavio Diniz" userId="dedd31532088e5ff" providerId="LiveId" clId="{915637D4-8DB1-4162-89A9-3960C323228A}" dt="2025-03-18T14:31:10.040" v="36" actId="20577"/>
        <pc:sldMkLst>
          <pc:docMk/>
          <pc:sldMk cId="159208246" sldId="827"/>
        </pc:sldMkLst>
        <pc:spChg chg="mod">
          <ac:chgData name="João Flavio Diniz" userId="dedd31532088e5ff" providerId="LiveId" clId="{915637D4-8DB1-4162-89A9-3960C323228A}" dt="2025-03-18T14:31:10.040" v="36" actId="20577"/>
          <ac:spMkLst>
            <pc:docMk/>
            <pc:sldMk cId="159208246" sldId="827"/>
            <ac:spMk id="2" creationId="{B59D35C8-2A2D-D73A-2D50-CC1C305FF08D}"/>
          </ac:spMkLst>
        </pc:spChg>
      </pc:sldChg>
      <pc:sldChg chg="modSp add mod">
        <pc:chgData name="João Flavio Diniz" userId="dedd31532088e5ff" providerId="LiveId" clId="{915637D4-8DB1-4162-89A9-3960C323228A}" dt="2025-03-18T15:39:20.517" v="53" actId="14100"/>
        <pc:sldMkLst>
          <pc:docMk/>
          <pc:sldMk cId="922908869" sldId="828"/>
        </pc:sldMkLst>
        <pc:spChg chg="mod">
          <ac:chgData name="João Flavio Diniz" userId="dedd31532088e5ff" providerId="LiveId" clId="{915637D4-8DB1-4162-89A9-3960C323228A}" dt="2025-03-18T15:39:20.517" v="53" actId="14100"/>
          <ac:spMkLst>
            <pc:docMk/>
            <pc:sldMk cId="922908869" sldId="828"/>
            <ac:spMk id="2" creationId="{E109A6C9-B247-8C96-0659-651413D6E058}"/>
          </ac:spMkLst>
        </pc:spChg>
      </pc:sldChg>
    </pc:docChg>
  </pc:docChgLst>
  <pc:docChgLst>
    <pc:chgData name="João Flavio Diniz" userId="dedd31532088e5ff" providerId="LiveId" clId="{8D49A9DE-474C-42C1-845B-A84951E58DFC}"/>
    <pc:docChg chg="modSld">
      <pc:chgData name="João Flavio Diniz" userId="dedd31532088e5ff" providerId="LiveId" clId="{8D49A9DE-474C-42C1-845B-A84951E58DFC}" dt="2024-02-12T12:13:29.781" v="25" actId="20577"/>
      <pc:docMkLst>
        <pc:docMk/>
      </pc:docMkLst>
      <pc:sldChg chg="modSp mod">
        <pc:chgData name="João Flavio Diniz" userId="dedd31532088e5ff" providerId="LiveId" clId="{8D49A9DE-474C-42C1-845B-A84951E58DFC}" dt="2024-02-12T12:13:29.781" v="25" actId="20577"/>
        <pc:sldMkLst>
          <pc:docMk/>
          <pc:sldMk cId="3932642393" sldId="666"/>
        </pc:sldMkLst>
      </pc:sldChg>
    </pc:docChg>
  </pc:docChgLst>
  <pc:docChgLst>
    <pc:chgData name="João Flavio Diniz" userId="dedd31532088e5ff" providerId="LiveId" clId="{3FC5CAD7-4E72-489D-A042-FA3366F455A1}"/>
    <pc:docChg chg="undo custSel addSld delSld modSld sldOrd modMainMaster">
      <pc:chgData name="João Flavio Diniz" userId="dedd31532088e5ff" providerId="LiveId" clId="{3FC5CAD7-4E72-489D-A042-FA3366F455A1}" dt="2025-02-22T22:52:49.205" v="158" actId="108"/>
      <pc:docMkLst>
        <pc:docMk/>
      </pc:docMkLst>
      <pc:sldChg chg="add ord">
        <pc:chgData name="João Flavio Diniz" userId="dedd31532088e5ff" providerId="LiveId" clId="{3FC5CAD7-4E72-489D-A042-FA3366F455A1}" dt="2025-02-22T22:30:32.515" v="22"/>
        <pc:sldMkLst>
          <pc:docMk/>
          <pc:sldMk cId="0" sldId="256"/>
        </pc:sldMkLst>
      </pc:sldChg>
      <pc:sldChg chg="add del ord">
        <pc:chgData name="João Flavio Diniz" userId="dedd31532088e5ff" providerId="LiveId" clId="{3FC5CAD7-4E72-489D-A042-FA3366F455A1}" dt="2025-02-22T22:30:44.890" v="23" actId="47"/>
        <pc:sldMkLst>
          <pc:docMk/>
          <pc:sldMk cId="2900242568" sldId="278"/>
        </pc:sldMkLst>
      </pc:sldChg>
      <pc:sldChg chg="modSp mod setBg">
        <pc:chgData name="João Flavio Diniz" userId="dedd31532088e5ff" providerId="LiveId" clId="{3FC5CAD7-4E72-489D-A042-FA3366F455A1}" dt="2025-02-22T22:31:06.166" v="26" actId="108"/>
        <pc:sldMkLst>
          <pc:docMk/>
          <pc:sldMk cId="3932642393" sldId="666"/>
        </pc:sldMkLst>
        <pc:spChg chg="mod">
          <ac:chgData name="João Flavio Diniz" userId="dedd31532088e5ff" providerId="LiveId" clId="{3FC5CAD7-4E72-489D-A042-FA3366F455A1}" dt="2025-02-22T22:27:12.835" v="17" actId="6549"/>
          <ac:spMkLst>
            <pc:docMk/>
            <pc:sldMk cId="3932642393" sldId="666"/>
            <ac:spMk id="3" creationId="{1029A919-0E3B-FA43-69F9-A85AB0F0E9D1}"/>
          </ac:spMkLst>
        </pc:spChg>
        <pc:spChg chg="mod">
          <ac:chgData name="João Flavio Diniz" userId="dedd31532088e5ff" providerId="LiveId" clId="{3FC5CAD7-4E72-489D-A042-FA3366F455A1}" dt="2025-02-22T22:31:06.166" v="26" actId="108"/>
          <ac:spMkLst>
            <pc:docMk/>
            <pc:sldMk cId="3932642393" sldId="666"/>
            <ac:spMk id="4" creationId="{607913B6-4D37-DE27-C639-1600E19E451D}"/>
          </ac:spMkLst>
        </pc:spChg>
      </pc:sldChg>
      <pc:sldChg chg="modSp mod">
        <pc:chgData name="João Flavio Diniz" userId="dedd31532088e5ff" providerId="LiveId" clId="{3FC5CAD7-4E72-489D-A042-FA3366F455A1}" dt="2025-02-22T22:35:47.110" v="36" actId="2711"/>
        <pc:sldMkLst>
          <pc:docMk/>
          <pc:sldMk cId="3660581607" sldId="768"/>
        </pc:sldMkLst>
      </pc:sldChg>
      <pc:sldChg chg="modSp mod">
        <pc:chgData name="João Flavio Diniz" userId="dedd31532088e5ff" providerId="LiveId" clId="{3FC5CAD7-4E72-489D-A042-FA3366F455A1}" dt="2025-02-22T22:48:17.045" v="141" actId="255"/>
        <pc:sldMkLst>
          <pc:docMk/>
          <pc:sldMk cId="3862259087" sldId="792"/>
        </pc:sldMkLst>
        <pc:spChg chg="mod">
          <ac:chgData name="João Flavio Diniz" userId="dedd31532088e5ff" providerId="LiveId" clId="{3FC5CAD7-4E72-489D-A042-FA3366F455A1}" dt="2025-02-22T22:48:17.045" v="141" actId="255"/>
          <ac:spMkLst>
            <pc:docMk/>
            <pc:sldMk cId="3862259087" sldId="792"/>
            <ac:spMk id="2" creationId="{8698EDB5-040D-C463-C746-9C639DC07697}"/>
          </ac:spMkLst>
        </pc:spChg>
      </pc:sldChg>
      <pc:sldChg chg="modSp mod">
        <pc:chgData name="João Flavio Diniz" userId="dedd31532088e5ff" providerId="LiveId" clId="{3FC5CAD7-4E72-489D-A042-FA3366F455A1}" dt="2025-02-22T22:37:49.739" v="49" actId="113"/>
        <pc:sldMkLst>
          <pc:docMk/>
          <pc:sldMk cId="4197032969" sldId="793"/>
        </pc:sldMkLst>
        <pc:spChg chg="mod">
          <ac:chgData name="João Flavio Diniz" userId="dedd31532088e5ff" providerId="LiveId" clId="{3FC5CAD7-4E72-489D-A042-FA3366F455A1}" dt="2025-02-22T22:37:49.739" v="49" actId="113"/>
          <ac:spMkLst>
            <pc:docMk/>
            <pc:sldMk cId="4197032969" sldId="793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38:56.685" v="53" actId="108"/>
        <pc:sldMkLst>
          <pc:docMk/>
          <pc:sldMk cId="1586114120" sldId="794"/>
        </pc:sldMkLst>
        <pc:spChg chg="mod">
          <ac:chgData name="João Flavio Diniz" userId="dedd31532088e5ff" providerId="LiveId" clId="{3FC5CAD7-4E72-489D-A042-FA3366F455A1}" dt="2025-02-22T22:38:56.685" v="53" actId="108"/>
          <ac:spMkLst>
            <pc:docMk/>
            <pc:sldMk cId="1586114120" sldId="794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39:43.904" v="58" actId="108"/>
        <pc:sldMkLst>
          <pc:docMk/>
          <pc:sldMk cId="3420608463" sldId="795"/>
        </pc:sldMkLst>
        <pc:spChg chg="mod">
          <ac:chgData name="João Flavio Diniz" userId="dedd31532088e5ff" providerId="LiveId" clId="{3FC5CAD7-4E72-489D-A042-FA3366F455A1}" dt="2025-02-22T22:39:43.904" v="58" actId="108"/>
          <ac:spMkLst>
            <pc:docMk/>
            <pc:sldMk cId="3420608463" sldId="795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0:29.606" v="63" actId="108"/>
        <pc:sldMkLst>
          <pc:docMk/>
          <pc:sldMk cId="1155064325" sldId="796"/>
        </pc:sldMkLst>
        <pc:spChg chg="mod">
          <ac:chgData name="João Flavio Diniz" userId="dedd31532088e5ff" providerId="LiveId" clId="{3FC5CAD7-4E72-489D-A042-FA3366F455A1}" dt="2025-02-22T22:40:29.606" v="63" actId="108"/>
          <ac:spMkLst>
            <pc:docMk/>
            <pc:sldMk cId="1155064325" sldId="796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4:30.205" v="80" actId="108"/>
        <pc:sldMkLst>
          <pc:docMk/>
          <pc:sldMk cId="3425997977" sldId="797"/>
        </pc:sldMkLst>
        <pc:spChg chg="mod">
          <ac:chgData name="João Flavio Diniz" userId="dedd31532088e5ff" providerId="LiveId" clId="{3FC5CAD7-4E72-489D-A042-FA3366F455A1}" dt="2025-02-22T22:44:30.205" v="80" actId="108"/>
          <ac:spMkLst>
            <pc:docMk/>
            <pc:sldMk cId="3425997977" sldId="797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3:45.641" v="72" actId="1076"/>
        <pc:sldMkLst>
          <pc:docMk/>
          <pc:sldMk cId="556022912" sldId="798"/>
        </pc:sldMkLst>
        <pc:spChg chg="mod">
          <ac:chgData name="João Flavio Diniz" userId="dedd31532088e5ff" providerId="LiveId" clId="{3FC5CAD7-4E72-489D-A042-FA3366F455A1}" dt="2025-02-22T22:42:50.826" v="69" actId="2711"/>
          <ac:spMkLst>
            <pc:docMk/>
            <pc:sldMk cId="556022912" sldId="798"/>
            <ac:spMk id="2" creationId="{E710C137-D5DA-8CEF-6865-C2DE9E51E619}"/>
          </ac:spMkLst>
        </pc:spChg>
        <pc:picChg chg="mod">
          <ac:chgData name="João Flavio Diniz" userId="dedd31532088e5ff" providerId="LiveId" clId="{3FC5CAD7-4E72-489D-A042-FA3366F455A1}" dt="2025-02-22T22:43:45.641" v="72" actId="1076"/>
          <ac:picMkLst>
            <pc:docMk/>
            <pc:sldMk cId="556022912" sldId="798"/>
            <ac:picMk id="4098" creationId="{1A4A8DBA-1A32-1538-842A-290BBE47B00F}"/>
          </ac:picMkLst>
        </pc:picChg>
      </pc:sldChg>
      <pc:sldChg chg="modSp mod">
        <pc:chgData name="João Flavio Diniz" userId="dedd31532088e5ff" providerId="LiveId" clId="{3FC5CAD7-4E72-489D-A042-FA3366F455A1}" dt="2025-02-22T22:51:31.890" v="146" actId="108"/>
        <pc:sldMkLst>
          <pc:docMk/>
          <pc:sldMk cId="629830445" sldId="799"/>
        </pc:sldMkLst>
        <pc:spChg chg="mod">
          <ac:chgData name="João Flavio Diniz" userId="dedd31532088e5ff" providerId="LiveId" clId="{3FC5CAD7-4E72-489D-A042-FA3366F455A1}" dt="2025-02-22T22:51:31.890" v="146" actId="108"/>
          <ac:spMkLst>
            <pc:docMk/>
            <pc:sldMk cId="629830445" sldId="799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51:13.038" v="144" actId="207"/>
        <pc:sldMkLst>
          <pc:docMk/>
          <pc:sldMk cId="1599753241" sldId="800"/>
        </pc:sldMkLst>
        <pc:spChg chg="mod">
          <ac:chgData name="João Flavio Diniz" userId="dedd31532088e5ff" providerId="LiveId" clId="{3FC5CAD7-4E72-489D-A042-FA3366F455A1}" dt="2025-02-22T22:51:13.038" v="144" actId="207"/>
          <ac:spMkLst>
            <pc:docMk/>
            <pc:sldMk cId="1599753241" sldId="800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51:48.059" v="147" actId="108"/>
        <pc:sldMkLst>
          <pc:docMk/>
          <pc:sldMk cId="1873534873" sldId="801"/>
        </pc:sldMkLst>
        <pc:spChg chg="mod">
          <ac:chgData name="João Flavio Diniz" userId="dedd31532088e5ff" providerId="LiveId" clId="{3FC5CAD7-4E72-489D-A042-FA3366F455A1}" dt="2025-02-22T22:51:48.059" v="147" actId="108"/>
          <ac:spMkLst>
            <pc:docMk/>
            <pc:sldMk cId="1873534873" sldId="801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51:26.573" v="145" actId="108"/>
        <pc:sldMkLst>
          <pc:docMk/>
          <pc:sldMk cId="1544234858" sldId="802"/>
        </pc:sldMkLst>
        <pc:spChg chg="mod">
          <ac:chgData name="João Flavio Diniz" userId="dedd31532088e5ff" providerId="LiveId" clId="{3FC5CAD7-4E72-489D-A042-FA3366F455A1}" dt="2025-02-22T22:51:26.573" v="145" actId="108"/>
          <ac:spMkLst>
            <pc:docMk/>
            <pc:sldMk cId="1544234858" sldId="802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51:51.970" v="148" actId="108"/>
        <pc:sldMkLst>
          <pc:docMk/>
          <pc:sldMk cId="3698058911" sldId="803"/>
        </pc:sldMkLst>
        <pc:spChg chg="mod">
          <ac:chgData name="João Flavio Diniz" userId="dedd31532088e5ff" providerId="LiveId" clId="{3FC5CAD7-4E72-489D-A042-FA3366F455A1}" dt="2025-02-22T22:51:51.970" v="148" actId="108"/>
          <ac:spMkLst>
            <pc:docMk/>
            <pc:sldMk cId="3698058911" sldId="803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4:48.271" v="85" actId="108"/>
        <pc:sldMkLst>
          <pc:docMk/>
          <pc:sldMk cId="902324726" sldId="805"/>
        </pc:sldMkLst>
        <pc:spChg chg="mod">
          <ac:chgData name="João Flavio Diniz" userId="dedd31532088e5ff" providerId="LiveId" clId="{3FC5CAD7-4E72-489D-A042-FA3366F455A1}" dt="2025-02-22T22:44:48.271" v="85" actId="108"/>
          <ac:spMkLst>
            <pc:docMk/>
            <pc:sldMk cId="902324726" sldId="805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52:00.715" v="150" actId="108"/>
        <pc:sldMkLst>
          <pc:docMk/>
          <pc:sldMk cId="2152617756" sldId="806"/>
        </pc:sldMkLst>
        <pc:spChg chg="mod">
          <ac:chgData name="João Flavio Diniz" userId="dedd31532088e5ff" providerId="LiveId" clId="{3FC5CAD7-4E72-489D-A042-FA3366F455A1}" dt="2025-02-22T22:52:00.715" v="150" actId="108"/>
          <ac:spMkLst>
            <pc:docMk/>
            <pc:sldMk cId="2152617756" sldId="806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52:49.205" v="158" actId="108"/>
        <pc:sldMkLst>
          <pc:docMk/>
          <pc:sldMk cId="26234309" sldId="809"/>
        </pc:sldMkLst>
        <pc:spChg chg="mod">
          <ac:chgData name="João Flavio Diniz" userId="dedd31532088e5ff" providerId="LiveId" clId="{3FC5CAD7-4E72-489D-A042-FA3366F455A1}" dt="2025-02-22T22:52:49.205" v="158" actId="108"/>
          <ac:spMkLst>
            <pc:docMk/>
            <pc:sldMk cId="26234309" sldId="809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5:52.621" v="99" actId="108"/>
        <pc:sldMkLst>
          <pc:docMk/>
          <pc:sldMk cId="2672072418" sldId="810"/>
        </pc:sldMkLst>
        <pc:spChg chg="mod">
          <ac:chgData name="João Flavio Diniz" userId="dedd31532088e5ff" providerId="LiveId" clId="{3FC5CAD7-4E72-489D-A042-FA3366F455A1}" dt="2025-02-22T22:45:52.621" v="99" actId="108"/>
          <ac:spMkLst>
            <pc:docMk/>
            <pc:sldMk cId="2672072418" sldId="810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5:42.058" v="95" actId="108"/>
        <pc:sldMkLst>
          <pc:docMk/>
          <pc:sldMk cId="4031892612" sldId="811"/>
        </pc:sldMkLst>
        <pc:spChg chg="mod">
          <ac:chgData name="João Flavio Diniz" userId="dedd31532088e5ff" providerId="LiveId" clId="{3FC5CAD7-4E72-489D-A042-FA3366F455A1}" dt="2025-02-22T22:45:42.058" v="95" actId="108"/>
          <ac:spMkLst>
            <pc:docMk/>
            <pc:sldMk cId="4031892612" sldId="811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00.107" v="102" actId="108"/>
        <pc:sldMkLst>
          <pc:docMk/>
          <pc:sldMk cId="890567349" sldId="812"/>
        </pc:sldMkLst>
        <pc:spChg chg="mod">
          <ac:chgData name="João Flavio Diniz" userId="dedd31532088e5ff" providerId="LiveId" clId="{3FC5CAD7-4E72-489D-A042-FA3366F455A1}" dt="2025-02-22T22:46:00.107" v="102" actId="108"/>
          <ac:spMkLst>
            <pc:docMk/>
            <pc:sldMk cId="890567349" sldId="812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03.355" v="104" actId="108"/>
        <pc:sldMkLst>
          <pc:docMk/>
          <pc:sldMk cId="1768297612" sldId="813"/>
        </pc:sldMkLst>
        <pc:spChg chg="mod">
          <ac:chgData name="João Flavio Diniz" userId="dedd31532088e5ff" providerId="LiveId" clId="{3FC5CAD7-4E72-489D-A042-FA3366F455A1}" dt="2025-02-22T22:46:03.355" v="104" actId="108"/>
          <ac:spMkLst>
            <pc:docMk/>
            <pc:sldMk cId="1768297612" sldId="813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06.406" v="105" actId="108"/>
        <pc:sldMkLst>
          <pc:docMk/>
          <pc:sldMk cId="1410623796" sldId="814"/>
        </pc:sldMkLst>
        <pc:spChg chg="mod">
          <ac:chgData name="João Flavio Diniz" userId="dedd31532088e5ff" providerId="LiveId" clId="{3FC5CAD7-4E72-489D-A042-FA3366F455A1}" dt="2025-02-22T22:46:06.406" v="105" actId="108"/>
          <ac:spMkLst>
            <pc:docMk/>
            <pc:sldMk cId="1410623796" sldId="814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20.784" v="110" actId="108"/>
        <pc:sldMkLst>
          <pc:docMk/>
          <pc:sldMk cId="3431670846" sldId="815"/>
        </pc:sldMkLst>
        <pc:spChg chg="mod">
          <ac:chgData name="João Flavio Diniz" userId="dedd31532088e5ff" providerId="LiveId" clId="{3FC5CAD7-4E72-489D-A042-FA3366F455A1}" dt="2025-02-22T22:46:20.784" v="110" actId="108"/>
          <ac:spMkLst>
            <pc:docMk/>
            <pc:sldMk cId="3431670846" sldId="815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26.471" v="112" actId="108"/>
        <pc:sldMkLst>
          <pc:docMk/>
          <pc:sldMk cId="3893893514" sldId="816"/>
        </pc:sldMkLst>
        <pc:spChg chg="mod">
          <ac:chgData name="João Flavio Diniz" userId="dedd31532088e5ff" providerId="LiveId" clId="{3FC5CAD7-4E72-489D-A042-FA3366F455A1}" dt="2025-02-22T22:46:26.471" v="112" actId="108"/>
          <ac:spMkLst>
            <pc:docMk/>
            <pc:sldMk cId="3893893514" sldId="816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37.124" v="115" actId="108"/>
        <pc:sldMkLst>
          <pc:docMk/>
          <pc:sldMk cId="3772989231" sldId="817"/>
        </pc:sldMkLst>
        <pc:spChg chg="mod">
          <ac:chgData name="João Flavio Diniz" userId="dedd31532088e5ff" providerId="LiveId" clId="{3FC5CAD7-4E72-489D-A042-FA3366F455A1}" dt="2025-02-22T22:46:37.124" v="115" actId="108"/>
          <ac:spMkLst>
            <pc:docMk/>
            <pc:sldMk cId="3772989231" sldId="817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45.678" v="117" actId="108"/>
        <pc:sldMkLst>
          <pc:docMk/>
          <pc:sldMk cId="2385266271" sldId="818"/>
        </pc:sldMkLst>
        <pc:spChg chg="mod">
          <ac:chgData name="João Flavio Diniz" userId="dedd31532088e5ff" providerId="LiveId" clId="{3FC5CAD7-4E72-489D-A042-FA3366F455A1}" dt="2025-02-22T22:46:45.678" v="117" actId="108"/>
          <ac:spMkLst>
            <pc:docMk/>
            <pc:sldMk cId="2385266271" sldId="818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51.362" v="118" actId="108"/>
        <pc:sldMkLst>
          <pc:docMk/>
          <pc:sldMk cId="347594953" sldId="820"/>
        </pc:sldMkLst>
        <pc:spChg chg="mod">
          <ac:chgData name="João Flavio Diniz" userId="dedd31532088e5ff" providerId="LiveId" clId="{3FC5CAD7-4E72-489D-A042-FA3366F455A1}" dt="2025-02-22T22:46:51.362" v="118" actId="108"/>
          <ac:spMkLst>
            <pc:docMk/>
            <pc:sldMk cId="347594953" sldId="820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7:02.270" v="122" actId="108"/>
        <pc:sldMkLst>
          <pc:docMk/>
          <pc:sldMk cId="594652259" sldId="821"/>
        </pc:sldMkLst>
        <pc:spChg chg="mod">
          <ac:chgData name="João Flavio Diniz" userId="dedd31532088e5ff" providerId="LiveId" clId="{3FC5CAD7-4E72-489D-A042-FA3366F455A1}" dt="2025-02-22T22:47:02.270" v="122" actId="108"/>
          <ac:spMkLst>
            <pc:docMk/>
            <pc:sldMk cId="594652259" sldId="821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7:07.838" v="125" actId="108"/>
        <pc:sldMkLst>
          <pc:docMk/>
          <pc:sldMk cId="405484724" sldId="822"/>
        </pc:sldMkLst>
        <pc:spChg chg="mod">
          <ac:chgData name="João Flavio Diniz" userId="dedd31532088e5ff" providerId="LiveId" clId="{3FC5CAD7-4E72-489D-A042-FA3366F455A1}" dt="2025-02-22T22:47:07.838" v="125" actId="108"/>
          <ac:spMkLst>
            <pc:docMk/>
            <pc:sldMk cId="405484724" sldId="822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7:20.926" v="128" actId="108"/>
        <pc:sldMkLst>
          <pc:docMk/>
          <pc:sldMk cId="3994066930" sldId="823"/>
        </pc:sldMkLst>
        <pc:spChg chg="mod">
          <ac:chgData name="João Flavio Diniz" userId="dedd31532088e5ff" providerId="LiveId" clId="{3FC5CAD7-4E72-489D-A042-FA3366F455A1}" dt="2025-02-22T22:47:20.926" v="128" actId="108"/>
          <ac:spMkLst>
            <pc:docMk/>
            <pc:sldMk cId="3994066930" sldId="823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6:54.443" v="119" actId="108"/>
        <pc:sldMkLst>
          <pc:docMk/>
          <pc:sldMk cId="895657217" sldId="824"/>
        </pc:sldMkLst>
        <pc:spChg chg="mod">
          <ac:chgData name="João Flavio Diniz" userId="dedd31532088e5ff" providerId="LiveId" clId="{3FC5CAD7-4E72-489D-A042-FA3366F455A1}" dt="2025-02-22T22:46:54.443" v="119" actId="108"/>
          <ac:spMkLst>
            <pc:docMk/>
            <pc:sldMk cId="895657217" sldId="824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7:47.128" v="138" actId="108"/>
        <pc:sldMkLst>
          <pc:docMk/>
          <pc:sldMk cId="1723323872" sldId="825"/>
        </pc:sldMkLst>
        <pc:spChg chg="mod">
          <ac:chgData name="João Flavio Diniz" userId="dedd31532088e5ff" providerId="LiveId" clId="{3FC5CAD7-4E72-489D-A042-FA3366F455A1}" dt="2025-02-22T22:47:47.128" v="138" actId="108"/>
          <ac:spMkLst>
            <pc:docMk/>
            <pc:sldMk cId="1723323872" sldId="825"/>
            <ac:spMk id="2" creationId="{E710C137-D5DA-8CEF-6865-C2DE9E51E619}"/>
          </ac:spMkLst>
        </pc:spChg>
      </pc:sldChg>
      <pc:sldChg chg="modSp mod">
        <pc:chgData name="João Flavio Diniz" userId="dedd31532088e5ff" providerId="LiveId" clId="{3FC5CAD7-4E72-489D-A042-FA3366F455A1}" dt="2025-02-22T22:47:37.951" v="135" actId="108"/>
        <pc:sldMkLst>
          <pc:docMk/>
          <pc:sldMk cId="393827955" sldId="826"/>
        </pc:sldMkLst>
        <pc:spChg chg="mod">
          <ac:chgData name="João Flavio Diniz" userId="dedd31532088e5ff" providerId="LiveId" clId="{3FC5CAD7-4E72-489D-A042-FA3366F455A1}" dt="2025-02-22T22:47:37.951" v="135" actId="108"/>
          <ac:spMkLst>
            <pc:docMk/>
            <pc:sldMk cId="393827955" sldId="826"/>
            <ac:spMk id="2" creationId="{E710C137-D5DA-8CEF-6865-C2DE9E51E619}"/>
          </ac:spMkLst>
        </pc:spChg>
      </pc:sldChg>
      <pc:sldMasterChg chg="setBg modSldLayout">
        <pc:chgData name="João Flavio Diniz" userId="dedd31532088e5ff" providerId="LiveId" clId="{3FC5CAD7-4E72-489D-A042-FA3366F455A1}" dt="2025-02-22T22:23:37.922" v="2"/>
        <pc:sldMasterMkLst>
          <pc:docMk/>
          <pc:sldMasterMk cId="0" sldId="2147483648"/>
        </pc:sldMasterMkLst>
        <pc:sldLayoutChg chg="setBg">
          <pc:chgData name="João Flavio Diniz" userId="dedd31532088e5ff" providerId="LiveId" clId="{3FC5CAD7-4E72-489D-A042-FA3366F455A1}" dt="2025-02-22T22:23:37.922" v="2"/>
          <pc:sldLayoutMkLst>
            <pc:docMk/>
            <pc:sldMasterMk cId="0" sldId="2147483648"/>
            <pc:sldLayoutMk cId="0" sldId="2147483661"/>
          </pc:sldLayoutMkLst>
        </pc:sldLayoutChg>
        <pc:sldLayoutChg chg="setBg">
          <pc:chgData name="João Flavio Diniz" userId="dedd31532088e5ff" providerId="LiveId" clId="{3FC5CAD7-4E72-489D-A042-FA3366F455A1}" dt="2025-02-22T22:23:37.922" v="2"/>
          <pc:sldLayoutMkLst>
            <pc:docMk/>
            <pc:sldMasterMk cId="0" sldId="2147483648"/>
            <pc:sldLayoutMk cId="0" sldId="2147483662"/>
          </pc:sldLayoutMkLst>
        </pc:sldLayoutChg>
        <pc:sldLayoutChg chg="setBg">
          <pc:chgData name="João Flavio Diniz" userId="dedd31532088e5ff" providerId="LiveId" clId="{3FC5CAD7-4E72-489D-A042-FA3366F455A1}" dt="2025-02-22T22:23:37.922" v="2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João Flavio Diniz" userId="dedd31532088e5ff" providerId="LiveId" clId="{3FC5CAD7-4E72-489D-A042-FA3366F455A1}" dt="2025-02-22T22:23:37.922" v="2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João Flavio Diniz" userId="dedd31532088e5ff" providerId="LiveId" clId="{3FC5CAD7-4E72-489D-A042-FA3366F455A1}" dt="2025-02-22T22:23:37.922" v="2"/>
          <pc:sldLayoutMkLst>
            <pc:docMk/>
            <pc:sldMasterMk cId="0" sldId="2147483648"/>
            <pc:sldLayoutMk cId="0" sldId="2147483665"/>
          </pc:sldLayoutMkLst>
        </pc:sldLayoutChg>
        <pc:sldLayoutChg chg="setBg">
          <pc:chgData name="João Flavio Diniz" userId="dedd31532088e5ff" providerId="LiveId" clId="{3FC5CAD7-4E72-489D-A042-FA3366F455A1}" dt="2025-02-22T22:23:37.922" v="2"/>
          <pc:sldLayoutMkLst>
            <pc:docMk/>
            <pc:sldMasterMk cId="0" sldId="2147483648"/>
            <pc:sldLayoutMk cId="3993738255" sldId="21474836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62030-45F6-46AD-8C01-0187B6194FA2}" type="datetimeFigureOut">
              <a:rPr lang="pt-BR" smtClean="0"/>
              <a:t>01/05/2025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B82E6-FF5E-4F23-B414-37BD73B706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7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42CC2-C946-3A41-5AD0-AD8320DF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74806C2-285E-3382-4010-5DB8D0D61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25348EC-6F16-685C-828A-32B46707C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051F33B-B423-D7BF-BD41-4C2E35071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84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56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34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46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98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633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005B6-4C54-782F-A2AD-27B7B0C2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EBF6E11-EBB9-212A-A0C1-9855279E3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AD940A7-D8B1-228B-BB31-BAF52F0F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1D5FB7A-0BB8-844B-71A1-4148D7C06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300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035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8AD3-3854-FB54-17E3-949892AB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D30A668-2007-40A3-5F08-B33E43B7C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80ED077-E706-8601-ADCB-1E796B7CE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48D3F60-DBE5-5C7D-E12A-CAAA9C1A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834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086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275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04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DD9F-8940-5988-17D1-DD2555360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8E35331-F45B-D338-F439-92E631FD2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E5D0766-07D5-28C2-9AA2-71820D885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2C966D7-FA9E-8AFB-15F5-A5CD94E55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934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20D1-8F3F-5A21-4804-8E6460E6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5D1357E-8AAD-C363-E0BB-9E911A891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075908F-FFD3-94F3-F9FE-3E9677EE5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9C8C579-2952-B456-B54D-27AB79161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767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214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707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365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487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985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348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9C67A-1BA9-3508-38CC-6B4D02F5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5DA36A5-CDFD-6C18-173D-BE3D2B6BD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2ECF230-80AA-A419-1C54-817533B5F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7619D1B-A97F-9A18-7CF2-E1C337525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792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082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72B2-6D7E-3645-5A59-E0478126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C6AE190-08EC-0628-5CD9-C97FED840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D1F1F13-88E5-CFCE-FA15-30C207E77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2464AC1-F3AD-B092-068A-9811301F6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3123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FD92-9D7E-EAAC-2689-9441A726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7583F89-E55D-F58F-EE7F-3FA4A18B6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E284B62-1613-E986-5C6D-65B8276A7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706B63-6197-2F8A-9B46-0D0224FC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4115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BF3D-BB20-D8C4-BABB-2A290929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3CD3C2A-F0FF-2374-70C6-7689C8EEF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4D0C9B9-AEC4-A379-342A-90319BB2C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24CC164-7774-61A2-27FC-9F02388EC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9968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7B2C-1BC7-5B8B-8FC0-B1D67048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F3B25AB-E08D-9683-ADE1-0856B4763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A0F2737-262D-7A0D-8D16-98B3274A2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967ABC8-AE7D-C160-7554-7D01FEFB0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238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2288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8282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9124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19897-90CB-06AD-4F9C-DDBB219C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33C5922-A6E1-308D-4D2E-F21208143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FDD5B2B-A3A5-99C8-1E4B-EA3C0B295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A8D9431-5001-6370-C6A9-AAF6DE975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5299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D7BF7-351A-F657-7C1A-3A9DE5D99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297235C-1FB2-49B4-5605-0306BE9F8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E1AA32E-1E58-910B-1A79-A2348F2CA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1870F4B-1948-F00A-71EB-A08B7AEAA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9991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5E41-EB7D-9D28-8D3B-2A056992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497713C-9B9E-50BD-157A-6AF7C9777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BC1E808-7321-66F0-7EFA-9C9E31891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A7EBD67-10B9-43A8-EBE4-F36EA17F2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363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5BE6-0D43-65DB-7A18-39D30DDC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F547D77-AE59-63E8-C9EF-3AD257A70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E785447-8240-6520-B3A3-F579E0219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6C57DA8-9402-D6D2-CE29-9EA19D752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102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1BF10-4EAB-DFB9-3C23-7A3D0408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0C008E9-230A-8FE5-70E8-EB34585F4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C4DF907-68D6-928A-4017-CB47FF823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367285E-C7A9-C9EC-3ACD-A5A1F7F1D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73811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36519-FF30-BD8E-B7A6-3ABA4169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63CF936-E09B-D5E2-5E90-01801EA91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364A31A-E9E0-AA10-17ED-C1304F05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6D76771-1616-F591-C734-107698B6C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6158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77C7-A076-2766-ACA2-A6BE65B4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CF5ADE6-671F-1C0C-DE38-AEF7B3AE3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3206759-6D08-D726-7EA4-7DE956434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4793699-9223-F564-D7AF-092B194E0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6851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5F37-3F74-0B37-A628-C044D59D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821F98A-E5B2-712F-121C-7071E7F84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4DB30F7-568A-E9A5-B19C-F8272BE30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D2D70FB-127B-610E-A53C-36A8A728E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0110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6F720-4DA7-564F-718E-33808A66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05AC18A-89E9-6BEB-47EE-78A3BD37C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F21E931-74E6-3133-0F12-B9899B8D8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44FC593-9DCD-96A4-45C2-08461C61D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972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9D087-CAA9-32EC-5446-118B93B8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A5ADF9-46F7-47AB-C516-9F98E7C63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5B45E30-A3F1-CB0D-A8C4-AC004F42E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6607121-2B09-5408-0421-2CBCADB48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9426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8F74-CD1A-1FB6-16EC-24FFB784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8CEA183-5637-EB80-AF6F-2662B45D1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34FF493-6FEA-2A89-2177-0B8C9BF72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FC35D4A-D60B-0B0A-2E84-7CFE35021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93790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DF824-6145-B442-DA5F-A8396D86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025AE96-D1BE-38F8-4013-1D0D0BA4C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6D23E4B-E4B4-386C-AFBF-9F71A999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54617D9-89C5-7D4F-7822-A9A7BB6EB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1829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79380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0020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938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392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5575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8178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5058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7054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4784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6052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4240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7326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9328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3074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7913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7618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3295-2C04-3D16-5C23-90EFD860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EA07FAE-7AAD-9ABC-4AEC-D76F5D960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72FCBDB-B96E-256C-883E-8FE35C269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FFAA64D-F641-82E9-653C-E443A4AFC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886647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0053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2334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67E66-CA53-AFA9-89BD-6795CD38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AB9DE1A-C00A-D2D0-AB9E-B47C3145C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7E203ED-14BC-8F95-31D5-888E615FA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46288D9-2AA1-88D2-E7DB-CA415DAAC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75508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3371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45366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23161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68456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69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3313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9332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26222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083386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6885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3076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686021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45514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86056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952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B82E6-FF5E-4F23-B414-37BD73B70605}" type="slidenum">
              <a:rPr lang="pt-BR" smtClean="0"/>
              <a:t>79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23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55" y="1675638"/>
            <a:ext cx="1103348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85060" y="2074737"/>
            <a:ext cx="8915515" cy="5078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Digitar seu título aqui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85061" y="3165925"/>
            <a:ext cx="3496729" cy="2308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 dirty="0"/>
              <a:t>Digitar seu subtítulo aqui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4351" y="3686177"/>
            <a:ext cx="8323263" cy="899785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 dirty="0"/>
              <a:t> 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2CD3EFA3-E8FF-4777-8F73-3A0ED7F42E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-195444" y="2728976"/>
            <a:ext cx="1367759" cy="12125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788" b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2" charset="0"/>
              </a:defRPr>
            </a:lvl1pPr>
          </a:lstStyle>
          <a:p>
            <a:pPr lvl="0"/>
            <a:r>
              <a:rPr lang="pt-BR" dirty="0"/>
              <a:t>JANEIRO 2019</a:t>
            </a:r>
          </a:p>
        </p:txBody>
      </p:sp>
    </p:spTree>
    <p:extLst>
      <p:ext uri="{BB962C8B-B14F-4D97-AF65-F5344CB8AC3E}">
        <p14:creationId xmlns:p14="http://schemas.microsoft.com/office/powerpoint/2010/main" val="3993738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960" y="2035936"/>
            <a:ext cx="103725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US" spc="-5" smtClean="0"/>
              <a:pPr marL="38100">
                <a:lnSpc>
                  <a:spcPts val="1425"/>
                </a:lnSpc>
              </a:pPr>
              <a:t>‹nº›</a:t>
            </a:fld>
            <a:endParaRPr lang="en-US"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youtube.com/watch?app=desktop&amp;v=mebxuiYb77k" TargetMode="External"/><Relationship Id="rId5" Type="http://schemas.openxmlformats.org/officeDocument/2006/relationships/hyperlink" Target="https://www.youtube.com/watch?v=tlpvbXirkoQ" TargetMode="External"/><Relationship Id="rId4" Type="http://schemas.openxmlformats.org/officeDocument/2006/relationships/image" Target="../media/image18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nbrasil.com.br/tudo-sobre/crimes-ciberneticos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ov.br/dnit/pt-br/acesso-a-informacao/protecao-de-dados-pessoais-lgpd/cartilha_lgpd_2021.pdf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0"/>
            <a:ext cx="12191144" cy="6857771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029A919-0E3B-FA43-69F9-A85AB0F0E9D1}"/>
              </a:ext>
            </a:extLst>
          </p:cNvPr>
          <p:cNvSpPr txBox="1"/>
          <p:nvPr/>
        </p:nvSpPr>
        <p:spPr>
          <a:xfrm>
            <a:off x="990600" y="533400"/>
            <a:ext cx="7848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spc="-160" dirty="0">
                <a:latin typeface="Verdana"/>
                <a:ea typeface="+mj-ea"/>
              </a:rPr>
              <a:t>INSTALADOR E REPARADOR DE  EQUIPAMENTOS DE TELECOMUNICAÇÕES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7913B6-4D37-DE27-C639-1600E19E451D}"/>
              </a:ext>
            </a:extLst>
          </p:cNvPr>
          <p:cNvSpPr txBox="1"/>
          <p:nvPr/>
        </p:nvSpPr>
        <p:spPr>
          <a:xfrm>
            <a:off x="914400" y="3581400"/>
            <a:ext cx="9525000" cy="153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800" b="1" spc="-160" dirty="0">
                <a:latin typeface="Verdana"/>
                <a:ea typeface="+mj-ea"/>
              </a:rPr>
              <a:t>UNIDADE CURRICULAR: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2800" b="1" spc="-160" dirty="0">
                <a:latin typeface="Verdana"/>
                <a:ea typeface="+mj-ea"/>
              </a:rPr>
              <a:t>Ferramentas digitais para o mercado de trabalho - 60 horas</a:t>
            </a:r>
          </a:p>
        </p:txBody>
      </p:sp>
    </p:spTree>
    <p:extLst>
      <p:ext uri="{BB962C8B-B14F-4D97-AF65-F5344CB8AC3E}">
        <p14:creationId xmlns:p14="http://schemas.microsoft.com/office/powerpoint/2010/main" val="393264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7B635C7-8BC5-6C49-6FDA-B092A2F8FF16}"/>
              </a:ext>
            </a:extLst>
          </p:cNvPr>
          <p:cNvSpPr txBox="1"/>
          <p:nvPr/>
        </p:nvSpPr>
        <p:spPr>
          <a:xfrm>
            <a:off x="990600" y="685800"/>
            <a:ext cx="9144000" cy="395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4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Objetivo Geral: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BR" sz="2400" b="1" dirty="0">
              <a:solidFill>
                <a:srgbClr val="000000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BR" sz="2400" dirty="0">
              <a:latin typeface="Times New Roman" panose="02020603050405020304" pitchFamily="18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b="1" kern="0" dirty="0">
                <a:solidFill>
                  <a:srgbClr val="000000"/>
                </a:solidFill>
                <a:effectLst/>
                <a:latin typeface="Arial-BoldMT"/>
                <a:ea typeface="Times New Roman" panose="02020603050405020304" pitchFamily="18" charset="0"/>
                <a:cs typeface="Times New Roman" panose="02020603050405020304" pitchFamily="18" charset="0"/>
              </a:rPr>
              <a:t>9. Segurança digital1</a:t>
            </a:r>
            <a:br>
              <a:rPr lang="pt-BR" sz="1800" b="1" kern="0" dirty="0">
                <a:solidFill>
                  <a:srgbClr val="000000"/>
                </a:solidFill>
                <a:effectLst/>
                <a:latin typeface="Arial-Bold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9.1. Golpes digitais</a:t>
            </a:r>
            <a:b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9.2. Programas maliciosos</a:t>
            </a:r>
            <a:b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9.3. LGPD</a:t>
            </a:r>
            <a:b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9.3.1. Definição</a:t>
            </a:r>
            <a:b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kern="0" dirty="0">
                <a:solidFill>
                  <a:srgbClr val="000000"/>
                </a:solidFill>
                <a:effectLst/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9.3.2. Aplicações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2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69CAC-5A2F-C731-84B8-E0C55ED0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A77D60-FD82-8B61-905D-9567DB965A7E}"/>
              </a:ext>
            </a:extLst>
          </p:cNvPr>
          <p:cNvSpPr txBox="1"/>
          <p:nvPr/>
        </p:nvSpPr>
        <p:spPr>
          <a:xfrm>
            <a:off x="914400" y="797510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spc="-160" dirty="0">
                <a:latin typeface="Montserrat ExtraBold" panose="00000900000000000000" pitchFamily="2" charset="0"/>
                <a:ea typeface="+mj-ea"/>
              </a:rPr>
              <a:t>Segurança</a:t>
            </a:r>
            <a:r>
              <a:rPr lang="pt-BR" sz="2800" b="1" spc="-160" dirty="0">
                <a:latin typeface="Verdana"/>
                <a:ea typeface="+mj-ea"/>
              </a:rPr>
              <a:t> Digital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just"/>
            <a:r>
              <a:rPr lang="pt-BR" sz="2800" b="1" spc="-160" dirty="0">
                <a:latin typeface="Montserrat ExtraBold" panose="00000900000000000000" pitchFamily="2" charset="0"/>
                <a:ea typeface="+mj-ea"/>
              </a:rPr>
              <a:t>Segurança digital </a:t>
            </a:r>
            <a:r>
              <a:rPr lang="pt-BR" sz="2800" spc="-10" dirty="0">
                <a:latin typeface="Montserrat"/>
              </a:rPr>
              <a:t>refere-se à prática de proteger sistemas, redes, dispositivos e dados contra ameaças cibernéticas, ataques e acessos não autorizados. </a:t>
            </a:r>
          </a:p>
          <a:p>
            <a:pPr algn="just"/>
            <a:endParaRPr lang="pt-BR" sz="2800" spc="-10" dirty="0">
              <a:latin typeface="Montserrat"/>
            </a:endParaRPr>
          </a:p>
          <a:p>
            <a:pPr algn="just"/>
            <a:r>
              <a:rPr lang="pt-BR" sz="2800" spc="-10" dirty="0">
                <a:latin typeface="Montserrat"/>
              </a:rPr>
              <a:t>Com o aumento da dependência da tecnologia e da conectividade online, a segurança digital tornou-se uma preocupação crucial para empresas, organizações e usuários individuais. </a:t>
            </a:r>
          </a:p>
          <a:p>
            <a:pPr algn="just"/>
            <a:endParaRPr lang="pt-BR" sz="2800" dirty="0">
              <a:solidFill>
                <a:srgbClr val="36344D"/>
              </a:solidFill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336138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533400" y="838200"/>
            <a:ext cx="4953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 err="1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Cybersegurança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r>
              <a:rPr lang="pt-BR" sz="2800" spc="-10" dirty="0">
                <a:latin typeface="Montserrat"/>
              </a:rPr>
              <a:t>O Cubo de </a:t>
            </a:r>
            <a:r>
              <a:rPr lang="pt-BR" sz="2800" spc="-10" dirty="0" err="1">
                <a:latin typeface="Montserrat"/>
              </a:rPr>
              <a:t>McCumber</a:t>
            </a:r>
            <a:r>
              <a:rPr lang="pt-BR" sz="2800" spc="-10" dirty="0">
                <a:latin typeface="Montserrat"/>
              </a:rPr>
              <a:t> é uma estrutura de modelo criada por John </a:t>
            </a:r>
            <a:r>
              <a:rPr lang="pt-BR" sz="2800" spc="-10" dirty="0" err="1">
                <a:latin typeface="Montserrat"/>
              </a:rPr>
              <a:t>McCumber</a:t>
            </a:r>
            <a:r>
              <a:rPr lang="pt-BR" sz="2800" spc="-10" dirty="0">
                <a:latin typeface="Montserrat"/>
              </a:rPr>
              <a:t> em 1991 para ajudar as empresas a estabelecer e avaliar iniciativas de segurança da informação considerando todos os fatores relacionados que as afetam.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EC997E-002C-26EB-8FC7-8501CAE8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1819602"/>
            <a:ext cx="631627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5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1143000"/>
            <a:ext cx="8534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 err="1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Cybersegurança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A confidencialidade 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é um conjunto de regras que evita a divulgação de dados sensíveis para pessoas, recursos ou processos não autorizados.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métodos para garantir a confidencialidade incluem 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criptografia de dados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, 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prova de identidade 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e 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autenticação de dois fatores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304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371600" y="1447800"/>
            <a:ext cx="8534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 err="1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Cybersegurança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A </a:t>
            </a:r>
            <a:r>
              <a:rPr lang="pt-BR" sz="2800" b="1" i="0" dirty="0">
                <a:effectLst/>
                <a:latin typeface="Montserrat ExtraBold" panose="00000900000000000000" pitchFamily="2" charset="0"/>
              </a:rPr>
              <a:t>integridade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 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garante que as informações ou os processos do sistema sejam protegidos contra modificações intencionais ou acidentais.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Uma maneira de garantir a integridade é usar uma 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função </a:t>
            </a:r>
            <a:r>
              <a:rPr lang="pt-BR" sz="2800" b="1" i="0" dirty="0" err="1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hash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 </a:t>
            </a:r>
            <a:r>
              <a:rPr lang="pt-BR" sz="2800" b="0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ou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 soma de verificação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.</a:t>
            </a:r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141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143000" y="990600"/>
            <a:ext cx="85344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 err="1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Cybersegurança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r>
              <a:rPr lang="pt-BR" sz="2800" b="1" i="0" dirty="0">
                <a:effectLst/>
                <a:latin typeface="Montserrat ExtraBold" panose="00000900000000000000" pitchFamily="2" charset="0"/>
              </a:rPr>
              <a:t>Disponibilidade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 significa que os usuários autorizados podem acessar sistemas e dados quando e onde necessário, e aqueles que não atendem às condições estabelecidas, não podem. </a:t>
            </a:r>
          </a:p>
          <a:p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Isso pode ser alcançado por 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manutenção de equipamentos</a:t>
            </a:r>
            <a:r>
              <a:rPr lang="pt-BR" sz="2800" b="0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, 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realizando reparos de hardware</a:t>
            </a:r>
            <a:r>
              <a:rPr lang="pt-BR" sz="2800" b="0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, 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mantendo os sistemas operacionais e software atualizados </a:t>
            </a:r>
            <a:r>
              <a:rPr lang="pt-BR" sz="2800" b="0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e </a:t>
            </a:r>
            <a:r>
              <a:rPr lang="pt-BR" sz="2800" b="1" i="0" dirty="0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criando de backups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.</a:t>
            </a:r>
          </a:p>
          <a:p>
            <a:endParaRPr lang="pt-BR" sz="2800" dirty="0">
              <a:solidFill>
                <a:srgbClr val="242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6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685800" y="797510"/>
            <a:ext cx="85344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Consequências de Uma Violação de Segurança</a:t>
            </a: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Uma violação de segurança pode ter um impacto negativo a longo prazo na reputação de uma empresa que levou anos para ser construída. </a:t>
            </a:r>
          </a:p>
          <a:p>
            <a:pPr algn="l" rtl="0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clientes, especialmente aqueles que foram afetados negativamente pela violação, precisarão ser notificados e poderão buscar uma compensação e / ou recorrer a um concorrente confiável e seguro.</a:t>
            </a:r>
            <a:endParaRPr lang="pt-BR" sz="2800" dirty="0">
              <a:solidFill>
                <a:srgbClr val="242021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206B02-1E01-7614-341D-890137422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035046"/>
            <a:ext cx="4876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77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9ACA7-2951-8DFC-3900-3C4B6F82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277BA2-53CB-626C-D114-86D40706E4F3}"/>
              </a:ext>
            </a:extLst>
          </p:cNvPr>
          <p:cNvSpPr txBox="1"/>
          <p:nvPr/>
        </p:nvSpPr>
        <p:spPr>
          <a:xfrm>
            <a:off x="685800" y="797510"/>
            <a:ext cx="85344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Consequências de Uma Violação de Segurança</a:t>
            </a: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funcionários também podem optar por sair devido a um escândalo.</a:t>
            </a:r>
          </a:p>
          <a:p>
            <a:pPr algn="l" rtl="0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 rtl="0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Dependendo da gravidade de uma violação, pode levar muito tempo para reparar a reputação de uma empresa.</a:t>
            </a:r>
            <a:endParaRPr lang="pt-BR" sz="2800" dirty="0">
              <a:solidFill>
                <a:srgbClr val="242021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24C470-7F0C-72EA-96B6-F698DA2D9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035046"/>
            <a:ext cx="4876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059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838200" y="914400"/>
            <a:ext cx="85344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Consequências de Uma Violação de Segurança</a:t>
            </a: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Um hacker pode vandalizar o site de uma empresa publicando informações falsas. </a:t>
            </a:r>
          </a:p>
          <a:p>
            <a:pPr algn="l" rtl="0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Eles podem até fazer algumas edições menores no número de telefone ou no endereço da empresa, o que pode ser mais difícil de detectar.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630B4A-C75C-9897-9131-55E2D9277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133600"/>
            <a:ext cx="4876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55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CE1F2-BE03-B415-FED6-18249241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603CE9-2CB0-46D2-F331-E18ED2A63545}"/>
              </a:ext>
            </a:extLst>
          </p:cNvPr>
          <p:cNvSpPr txBox="1"/>
          <p:nvPr/>
        </p:nvSpPr>
        <p:spPr>
          <a:xfrm>
            <a:off x="685800" y="914400"/>
            <a:ext cx="85344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Consequências de Uma Violação de Segurança</a:t>
            </a: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l" rtl="0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 rtl="0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 rtl="0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Em ambos os casos, </a:t>
            </a:r>
            <a:r>
              <a:rPr lang="pt-BR" sz="2800" b="1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 vandalismo </a:t>
            </a:r>
          </a:p>
          <a:p>
            <a:pPr algn="l" rtl="0"/>
            <a:r>
              <a:rPr lang="pt-BR" sz="2800" b="1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on-line pode retratar o não profissionalismo e ter um impacto negativo na reputação e na credibilidade da sua organização.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55B01C-F412-6D66-5312-48780AED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133600"/>
            <a:ext cx="4876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384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1219200"/>
            <a:ext cx="7924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Consequências de Uma Violação de Segurança</a:t>
            </a: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ctr"/>
            <a:endParaRPr lang="pt-BR" sz="2800" b="1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Uma violação de dados geralmente envolve um incidente em que dados pessoais confidenciais foram roubados. </a:t>
            </a:r>
          </a:p>
          <a:p>
            <a:pPr algn="just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criminosos digitais podem tornar essas informações públicas ou explorá-las para roubar dinheiro e/ou identidade de um indivíduo.</a:t>
            </a:r>
            <a:endParaRPr lang="pt-BR" sz="2800" b="1" dirty="0">
              <a:solidFill>
                <a:srgbClr val="000000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BE363E-C59C-78EF-DE14-BDF4927A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971800"/>
            <a:ext cx="2834886" cy="256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2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800100" y="846099"/>
            <a:ext cx="78867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Consequências de Uma Violação de Segurança</a:t>
            </a: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ctr"/>
            <a:endParaRPr lang="pt-BR" sz="2800" b="1" dirty="0">
              <a:solidFill>
                <a:srgbClr val="000000"/>
              </a:solidFill>
            </a:endParaRPr>
          </a:p>
          <a:p>
            <a:pPr algn="just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Uma violação de segurança também pode ter um impacto devastador na competitividade de uma empresa, principalmente se os hackers conseguirem obter documentos confidenciais, segredos comerciais e propriedade intelectual.</a:t>
            </a:r>
            <a:endParaRPr lang="pt-BR" sz="2800" b="1" dirty="0">
              <a:solidFill>
                <a:srgbClr val="000000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2DA89C5-B452-9CB4-9355-E62DD94DC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956068"/>
            <a:ext cx="3238500" cy="294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93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609600"/>
            <a:ext cx="66294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criminosos digitais usam muitos tipos de software mal-intencionado, ou malware, para realizar suas atividades. </a:t>
            </a:r>
          </a:p>
          <a:p>
            <a:pPr algn="just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600" b="0" i="0" dirty="0">
                <a:solidFill>
                  <a:srgbClr val="C00000"/>
                </a:solidFill>
                <a:effectLst/>
                <a:latin typeface="Montserrat ExtraBold" panose="00000900000000000000" pitchFamily="2" charset="0"/>
              </a:rPr>
              <a:t>Software mal-intencionado</a:t>
            </a:r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, o </a:t>
            </a:r>
            <a:r>
              <a:rPr lang="pt-BR" sz="2600" b="1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malware é qualquer código que pode  ser usado para roubar dados, ignorar  controles de acesso, causar danos  ou comprometer um sistema. </a:t>
            </a:r>
          </a:p>
          <a:p>
            <a:pPr algn="just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600" dirty="0">
                <a:solidFill>
                  <a:srgbClr val="000000"/>
                </a:solidFill>
                <a:latin typeface="Montserrat Light" panose="00000400000000000000" pitchFamily="2" charset="0"/>
              </a:rPr>
              <a:t>É</a:t>
            </a:r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importante para contê-los e removê-los.</a:t>
            </a:r>
            <a:endParaRPr lang="pt-BR" sz="2600" b="0" i="1" dirty="0">
              <a:solidFill>
                <a:srgbClr val="C00000"/>
              </a:solidFill>
              <a:effectLst/>
              <a:latin typeface="Montserrat Light" panose="00000400000000000000" pitchFamily="2" charset="0"/>
            </a:endParaRPr>
          </a:p>
        </p:txBody>
      </p:sp>
      <p:pic>
        <p:nvPicPr>
          <p:cNvPr id="1026" name="Picture 2" descr="O que são Malwares? – Master da Web">
            <a:extLst>
              <a:ext uri="{FF2B5EF4-FFF2-40B4-BE49-F238E27FC236}">
                <a16:creationId xmlns:a16="http://schemas.microsoft.com/office/drawing/2014/main" id="{8388113D-6D05-D915-A939-DD04988DE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828800"/>
            <a:ext cx="4267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083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CDE4-CBA0-CBB7-B971-32750D58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00172A1-33D7-1C50-8C58-A3BBF2310B10}"/>
              </a:ext>
            </a:extLst>
          </p:cNvPr>
          <p:cNvSpPr txBox="1"/>
          <p:nvPr/>
        </p:nvSpPr>
        <p:spPr>
          <a:xfrm>
            <a:off x="1066800" y="609600"/>
            <a:ext cx="89154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600" dirty="0" err="1">
                <a:solidFill>
                  <a:srgbClr val="000000"/>
                </a:solidFill>
                <a:latin typeface="Montserrat ExtraBold" panose="00000900000000000000" pitchFamily="2" charset="0"/>
              </a:rPr>
              <a:t>Ransomware</a:t>
            </a:r>
            <a:r>
              <a:rPr lang="pt-BR" sz="2600" dirty="0">
                <a:solidFill>
                  <a:srgbClr val="000000"/>
                </a:solidFill>
                <a:latin typeface="Montserrat Light" panose="00000400000000000000" pitchFamily="2" charset="0"/>
              </a:rPr>
              <a:t> é um tipo de software malicioso — ou malware — que criptografa os dados e impede que o usuário acesse seus arquivos, sistemas ou redes de computador, exigindo o pagamento um resgate para devolvê-los.</a:t>
            </a:r>
          </a:p>
          <a:p>
            <a:pPr algn="just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600" dirty="0">
                <a:solidFill>
                  <a:srgbClr val="000000"/>
                </a:solidFill>
                <a:latin typeface="Montserrat Light" panose="00000400000000000000" pitchFamily="2" charset="0"/>
              </a:rPr>
              <a:t>Pagar o resgate não é garantia de que o usuário receberá o acesso a seus dados novamente.</a:t>
            </a:r>
          </a:p>
          <a:p>
            <a:pPr algn="just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815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E0C6-8A5E-D2AA-5F14-301BFA70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802549-ADA9-4BF4-8554-75B2ADE84C9C}"/>
              </a:ext>
            </a:extLst>
          </p:cNvPr>
          <p:cNvSpPr txBox="1"/>
          <p:nvPr/>
        </p:nvSpPr>
        <p:spPr>
          <a:xfrm>
            <a:off x="609600" y="838200"/>
            <a:ext cx="5486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600" b="0" i="1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Existem dois tipo de </a:t>
            </a:r>
            <a:r>
              <a:rPr lang="pt-BR" sz="2600" b="0" i="1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Ransomware</a:t>
            </a:r>
            <a:r>
              <a:rPr lang="pt-BR" sz="2600" b="0" i="1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: </a:t>
            </a:r>
            <a:r>
              <a:rPr lang="pt-BR" sz="2600" b="1" i="1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Locker</a:t>
            </a:r>
            <a:r>
              <a:rPr lang="pt-BR" sz="2600" b="0" i="1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que bloqueia o acesso ao dispositivo e </a:t>
            </a:r>
            <a:r>
              <a:rPr lang="pt-BR" sz="2600" b="1" i="1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Crypto</a:t>
            </a:r>
            <a:r>
              <a:rPr lang="pt-BR" sz="2600" b="0" i="1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que criptografa os dados armazenados no equipamento.</a:t>
            </a:r>
            <a:endParaRPr lang="pt-BR" sz="2600" b="0" i="1" dirty="0">
              <a:solidFill>
                <a:srgbClr val="C00000"/>
              </a:solidFill>
              <a:effectLst/>
              <a:latin typeface="Montserrat Light" panose="00000400000000000000" pitchFamily="2" charset="0"/>
            </a:endParaRPr>
          </a:p>
        </p:txBody>
      </p:sp>
      <p:pic>
        <p:nvPicPr>
          <p:cNvPr id="2050" name="Picture 2" descr="Ransomware: 10 comportamentos que podemos identificar após a infecção de um  sistema">
            <a:extLst>
              <a:ext uri="{FF2B5EF4-FFF2-40B4-BE49-F238E27FC236}">
                <a16:creationId xmlns:a16="http://schemas.microsoft.com/office/drawing/2014/main" id="{AD7066CE-DEFD-A45A-34CB-0D56BC4D6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907" y="1480665"/>
            <a:ext cx="3469093" cy="24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ansomware: por que o ataque hacker que sequestra dados está na moda? -  16/06/2018 - UOL TILT">
            <a:extLst>
              <a:ext uri="{FF2B5EF4-FFF2-40B4-BE49-F238E27FC236}">
                <a16:creationId xmlns:a16="http://schemas.microsoft.com/office/drawing/2014/main" id="{95B01817-72CA-73FA-60B9-3A66988A8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3886200"/>
            <a:ext cx="58578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50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A5AB383-7AE5-F5D5-56A1-0BEA82D0C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286000"/>
            <a:ext cx="3673158" cy="266723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Este é um tipo de malware que usa táticas de "medo" para induzi-lo a tomar uma ação específica. 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Scareware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consiste em janelas com estilo de sistema operacional que aparecem para alertar que seu sistema está em risco e precisa executar um programa específico para que ele retorne à operação normal.</a:t>
            </a:r>
          </a:p>
        </p:txBody>
      </p:sp>
    </p:spTree>
    <p:extLst>
      <p:ext uri="{BB962C8B-B14F-4D97-AF65-F5344CB8AC3E}">
        <p14:creationId xmlns:p14="http://schemas.microsoft.com/office/powerpoint/2010/main" val="3054404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B333B71-705B-497B-206D-C79C1D7A4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0" y="2133600"/>
            <a:ext cx="4048731" cy="3657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Esse malware foi projetado para modificar o sistema operacional para criar um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backdoor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, que os invasores podem usar para acessar seu computador remotamente. </a:t>
            </a:r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A maioria dos </a:t>
            </a:r>
            <a:r>
              <a:rPr lang="pt-BR" sz="2800" b="1" i="0" dirty="0" err="1">
                <a:solidFill>
                  <a:srgbClr val="C00000"/>
                </a:solidFill>
                <a:effectLst/>
                <a:latin typeface="Montserrat Light" panose="00000400000000000000" pitchFamily="2" charset="0"/>
              </a:rPr>
              <a:t>rootkits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utiliza as vulnerabilidades do software para escalonar privilégios e modificar arquivos de sistema.</a:t>
            </a:r>
          </a:p>
        </p:txBody>
      </p:sp>
    </p:spTree>
    <p:extLst>
      <p:ext uri="{BB962C8B-B14F-4D97-AF65-F5344CB8AC3E}">
        <p14:creationId xmlns:p14="http://schemas.microsoft.com/office/powerpoint/2010/main" val="3625707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B333B71-705B-497B-206D-C79C1D7A4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2362200"/>
            <a:ext cx="4023182" cy="363451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Também é comum os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rootkits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modificarem a computação forense do sistema e as ferramentas de monitoramento, o que os torna muito difíceis de ser detectados. 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Na maioria dos casos, um computador infectado por um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rootkit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precisa ser apagado e qualquer software necessário reinstalado.</a:t>
            </a:r>
          </a:p>
        </p:txBody>
      </p:sp>
    </p:spTree>
    <p:extLst>
      <p:ext uri="{BB962C8B-B14F-4D97-AF65-F5344CB8AC3E}">
        <p14:creationId xmlns:p14="http://schemas.microsoft.com/office/powerpoint/2010/main" val="476241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5950F7C-07AD-8297-3256-70E9DF17B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209800"/>
            <a:ext cx="3719945" cy="355133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Um vírus é um tipo de programa de computador que, quando executado, se replica e se anexa a outros arquivos executáveis, como um documento, ao inserir seu próprio código. 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A maioria dos vírus necessita de ativação do usuário final e pode ser ativada em uma hora ou data específica.</a:t>
            </a:r>
          </a:p>
        </p:txBody>
      </p:sp>
    </p:spTree>
    <p:extLst>
      <p:ext uri="{BB962C8B-B14F-4D97-AF65-F5344CB8AC3E}">
        <p14:creationId xmlns:p14="http://schemas.microsoft.com/office/powerpoint/2010/main" val="851427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5950F7C-07AD-8297-3256-70E9DF17B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438400"/>
            <a:ext cx="3643745" cy="347859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vírus podem ser inofensivos, exibindo uma imagem divertida. </a:t>
            </a:r>
          </a:p>
          <a:p>
            <a:pPr algn="l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Ou podem ser destrutivos, modificando ou excluindo dados.</a:t>
            </a:r>
          </a:p>
          <a:p>
            <a:pPr algn="l"/>
            <a:endParaRPr lang="pt-BR" sz="26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vírus também podem ser programados para se modificar e evitar a detecção.</a:t>
            </a:r>
          </a:p>
          <a:p>
            <a:pPr algn="l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Agora, a maioria dos vírus é espalhada por unidades de USB, discos ópticos, compartilhamentos de rede  ou e-mail.</a:t>
            </a:r>
          </a:p>
        </p:txBody>
      </p:sp>
    </p:spTree>
    <p:extLst>
      <p:ext uri="{BB962C8B-B14F-4D97-AF65-F5344CB8AC3E}">
        <p14:creationId xmlns:p14="http://schemas.microsoft.com/office/powerpoint/2010/main" val="1969726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C0B972C-B287-0BA7-8246-556FBDC4D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667000"/>
            <a:ext cx="3680779" cy="267485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Esse malware realiza operações mal-intencionadas mascarando sua verdadeira intenção. </a:t>
            </a:r>
          </a:p>
          <a:p>
            <a:pPr algn="l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Pode parecer legítimo, mas é, muito perigoso. </a:t>
            </a:r>
          </a:p>
          <a:p>
            <a:pPr algn="l"/>
            <a:endParaRPr lang="pt-BR" sz="26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Os cavalos de troia exploram os privilégios de usuário e são encontrados com mais frequência em arquivos de imagem, arquivos de áudio ou jogos.</a:t>
            </a:r>
          </a:p>
        </p:txBody>
      </p:sp>
    </p:spTree>
    <p:extLst>
      <p:ext uri="{BB962C8B-B14F-4D97-AF65-F5344CB8AC3E}">
        <p14:creationId xmlns:p14="http://schemas.microsoft.com/office/powerpoint/2010/main" val="1470181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477F-74A5-A42B-61FE-23B3AAB0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BFDF49C-785B-2ED8-E13E-3360EBE02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667000"/>
            <a:ext cx="3680779" cy="267485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E2F52F6-012A-0447-0DF8-01F9229B77E0}"/>
              </a:ext>
            </a:extLst>
          </p:cNvPr>
          <p:cNvSpPr txBox="1"/>
          <p:nvPr/>
        </p:nvSpPr>
        <p:spPr>
          <a:xfrm>
            <a:off x="990600" y="734469"/>
            <a:ext cx="7620000" cy="4318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pt-BR" sz="26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Ao contrário dos vírus, os cavalos de troia não se replicam automaticamente, mas agem como um engodo para enganar o software mal-intencionado e passar por usuários desavisados.</a:t>
            </a:r>
          </a:p>
        </p:txBody>
      </p:sp>
    </p:spTree>
    <p:extLst>
      <p:ext uri="{BB962C8B-B14F-4D97-AF65-F5344CB8AC3E}">
        <p14:creationId xmlns:p14="http://schemas.microsoft.com/office/powerpoint/2010/main" val="1757515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9FAF61A-E0B7-E3CF-FE39-6A6B2A4EA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6000"/>
            <a:ext cx="3837460" cy="3276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Esse é um tipo de malware que se replica para se espalhar de um computador para outro. 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Ao contrário de um vírus, que requer um programa host para ser executado, os </a:t>
            </a:r>
            <a:r>
              <a:rPr lang="pt-BR" sz="2800" b="0" i="0" dirty="0" err="1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worms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 podem ser executados por si próprios. 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61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7DD0-6CEC-6B24-CDD3-9156F515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5B2A6C3-9E7E-201B-3D25-A6EA26313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6000"/>
            <a:ext cx="3837460" cy="3276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E3C36D9-A745-39F5-E5D8-B63EEEBC1025}"/>
              </a:ext>
            </a:extLst>
          </p:cNvPr>
          <p:cNvSpPr txBox="1"/>
          <p:nvPr/>
        </p:nvSpPr>
        <p:spPr>
          <a:xfrm>
            <a:off x="941860" y="685800"/>
            <a:ext cx="7772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Além da infecção inicial do host, eles não exigem a participação do usuário e podem se espalhar rapidamente pela rede.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Os </a:t>
            </a:r>
            <a:r>
              <a:rPr lang="pt-BR" sz="2800" dirty="0" err="1">
                <a:solidFill>
                  <a:srgbClr val="000000"/>
                </a:solidFill>
                <a:latin typeface="Montserrat Light" panose="00000400000000000000" pitchFamily="2" charset="0"/>
              </a:rPr>
              <a:t>worms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 compartilham padrões semelhantes: eles exploram vulnerabilidades do sistema, têm uma maneira de se propagar e contêm código mal-intencionado (</a:t>
            </a:r>
            <a:r>
              <a:rPr lang="pt-BR" sz="2800" dirty="0" err="1">
                <a:solidFill>
                  <a:srgbClr val="000000"/>
                </a:solidFill>
                <a:latin typeface="Montserrat Light" panose="00000400000000000000" pitchFamily="2" charset="0"/>
              </a:rPr>
              <a:t>payload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) para causar danos a redes.</a:t>
            </a:r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737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0470-C5CF-5C3F-4C8E-8426E2D5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5B20190-5010-9D86-B0DD-48F4017A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6000"/>
            <a:ext cx="3837460" cy="3276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EF357FA-CBB3-814D-5BDF-77629EF5DED6}"/>
              </a:ext>
            </a:extLst>
          </p:cNvPr>
          <p:cNvSpPr txBox="1"/>
          <p:nvPr/>
        </p:nvSpPr>
        <p:spPr>
          <a:xfrm>
            <a:off x="990600" y="734469"/>
            <a:ext cx="7620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latin typeface="Montserrat ExtraBold" panose="00000900000000000000" pitchFamily="2" charset="0"/>
              </a:rPr>
              <a:t>Programas maliciosos</a:t>
            </a:r>
            <a:endParaRPr lang="pt-BR" sz="2800" b="1" i="1" dirty="0">
              <a:solidFill>
                <a:srgbClr val="242021"/>
              </a:solidFill>
              <a:effectLst/>
              <a:latin typeface="Montserrat ExtraBold" panose="00000900000000000000" pitchFamily="2" charset="0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Os </a:t>
            </a:r>
            <a:r>
              <a:rPr lang="pt-BR" sz="2800" dirty="0" err="1">
                <a:solidFill>
                  <a:srgbClr val="000000"/>
                </a:solidFill>
                <a:latin typeface="Montserrat Light" panose="00000400000000000000" pitchFamily="2" charset="0"/>
              </a:rPr>
              <a:t>worms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 são responsáveis por alguns dos ataques mais devastadores na Internet. Em 19 horas, o </a:t>
            </a:r>
            <a:r>
              <a:rPr lang="pt-BR" sz="2800" dirty="0" err="1">
                <a:solidFill>
                  <a:srgbClr val="000000"/>
                </a:solidFill>
                <a:latin typeface="Montserrat Light" panose="00000400000000000000" pitchFamily="2" charset="0"/>
              </a:rPr>
              <a:t>worm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 infectou mais de 300.000 servidores em 2001. (</a:t>
            </a:r>
            <a:r>
              <a:rPr lang="pt-BR" sz="2800" dirty="0" err="1">
                <a:solidFill>
                  <a:srgbClr val="000000"/>
                </a:solidFill>
                <a:latin typeface="Montserrat Light" panose="00000400000000000000" pitchFamily="2" charset="0"/>
              </a:rPr>
              <a:t>code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 </a:t>
            </a:r>
            <a:r>
              <a:rPr lang="pt-BR" sz="2800" dirty="0" err="1">
                <a:solidFill>
                  <a:srgbClr val="000000"/>
                </a:solidFill>
                <a:latin typeface="Montserrat Light" panose="00000400000000000000" pitchFamily="2" charset="0"/>
              </a:rPr>
              <a:t>red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)</a:t>
            </a:r>
          </a:p>
          <a:p>
            <a:pPr algn="l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1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73DC-474A-70EF-7382-C5A1DADE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D97FD94-C339-1235-0032-2C329560D3ED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r>
              <a:rPr lang="pt-BR" sz="2800" dirty="0">
                <a:solidFill>
                  <a:srgbClr val="000000"/>
                </a:solidFill>
                <a:latin typeface="Montserrat ExtraBold" panose="00000900000000000000" pitchFamily="2" charset="0"/>
              </a:rPr>
              <a:t>Engenharia social </a:t>
            </a:r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– manipulação do indivíduo para executar ações ou divulgar informações confidenciais </a:t>
            </a:r>
          </a:p>
          <a:p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É uma forma de ataque sem violência física que busca fazer com que a vítima realize voluntariamente ações prejudiciais a si mesma, como divulgar informações sensíveis ou transferir dinheiro para desconhecidos.</a:t>
            </a:r>
          </a:p>
        </p:txBody>
      </p:sp>
      <p:pic>
        <p:nvPicPr>
          <p:cNvPr id="1026" name="Picture 2" descr="Social Engineering | ESET">
            <a:extLst>
              <a:ext uri="{FF2B5EF4-FFF2-40B4-BE49-F238E27FC236}">
                <a16:creationId xmlns:a16="http://schemas.microsoft.com/office/drawing/2014/main" id="{CAEF5FD0-4780-73C0-9932-4DB73F73B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177119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517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7D59-5C7D-962F-1846-E6E6AF03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F0D60A3-14E2-88F0-C76C-EFD6AE1D8644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Por exemplo, um invasor ligará para um funcionário autorizado com um problema urgente que exija acesso imediato à rede e apelará para a vaidade, ganância ou invocação de autoridade do funcionário usando técnicas de remoção  de nome para obter esse acesso.</a:t>
            </a: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  <a:p>
            <a:pPr algn="l"/>
            <a:endParaRPr lang="pt-BR" sz="2800" dirty="0">
              <a:solidFill>
                <a:srgbClr val="000000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1026" name="Picture 2" descr="Social Engineering | ESET">
            <a:extLst>
              <a:ext uri="{FF2B5EF4-FFF2-40B4-BE49-F238E27FC236}">
                <a16:creationId xmlns:a16="http://schemas.microsoft.com/office/drawing/2014/main" id="{AA025255-0C84-5644-AFD6-6367CA877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177119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288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Engenharia Social</a:t>
            </a:r>
          </a:p>
          <a:p>
            <a:pPr algn="ctr"/>
            <a:endParaRPr lang="pt-BR" dirty="0">
              <a:solidFill>
                <a:srgbClr val="242021"/>
              </a:solidFill>
            </a:endParaRPr>
          </a:p>
        </p:txBody>
      </p:sp>
      <p:pic>
        <p:nvPicPr>
          <p:cNvPr id="3074" name="Picture 2" descr="O que é engenharia social e como evitar ataques | Avast">
            <a:extLst>
              <a:ext uri="{FF2B5EF4-FFF2-40B4-BE49-F238E27FC236}">
                <a16:creationId xmlns:a16="http://schemas.microsoft.com/office/drawing/2014/main" id="{ED156460-35A3-E30F-2BF3-182D30F7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52600"/>
            <a:ext cx="7363314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ngenharia social: saiba como evitar golpes - Blog da CCM">
            <a:extLst>
              <a:ext uri="{FF2B5EF4-FFF2-40B4-BE49-F238E27FC236}">
                <a16:creationId xmlns:a16="http://schemas.microsoft.com/office/drawing/2014/main" id="{3D64021E-3586-2258-4284-2E69D167CF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7" r="33873"/>
          <a:stretch/>
        </p:blipFill>
        <p:spPr bwMode="auto">
          <a:xfrm>
            <a:off x="8610600" y="1509712"/>
            <a:ext cx="3581400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6AD4639-B284-39B7-378E-D00F54A7B14D}"/>
              </a:ext>
            </a:extLst>
          </p:cNvPr>
          <p:cNvSpPr txBox="1"/>
          <p:nvPr/>
        </p:nvSpPr>
        <p:spPr>
          <a:xfrm>
            <a:off x="2743200" y="56388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rgbClr val="242021"/>
                </a:solidFill>
                <a:hlinkClick r:id="rId5"/>
              </a:rPr>
              <a:t>https://www.youtube.com/watch?v=tlpvbXirkoQ</a:t>
            </a:r>
            <a:endParaRPr lang="pt-BR" dirty="0">
              <a:solidFill>
                <a:srgbClr val="242021"/>
              </a:solidFill>
            </a:endParaRPr>
          </a:p>
          <a:p>
            <a:pPr algn="ctr"/>
            <a:r>
              <a:rPr lang="pt-BR" dirty="0">
                <a:solidFill>
                  <a:srgbClr val="242021"/>
                </a:solidFill>
                <a:hlinkClick r:id="rId6"/>
              </a:rPr>
              <a:t>https://www.youtube.com/watch?app=desktop&amp;v=mebxuiYb77k</a:t>
            </a:r>
            <a:endParaRPr lang="pt-BR" dirty="0">
              <a:solidFill>
                <a:srgbClr val="242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324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1" i="0" dirty="0" err="1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Pretexting</a:t>
            </a:r>
            <a:endParaRPr lang="pt-BR" sz="2800" b="0" i="0" dirty="0">
              <a:solidFill>
                <a:srgbClr val="000000"/>
              </a:solidFill>
              <a:effectLst/>
              <a:latin typeface="Montserrat ExtraBold" panose="00000900000000000000" pitchFamily="2" charset="0"/>
            </a:endParaRPr>
          </a:p>
          <a:p>
            <a:pPr algn="l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/>
            <a:r>
              <a:rPr lang="pt-BR" sz="2800" dirty="0">
                <a:solidFill>
                  <a:srgbClr val="000000"/>
                </a:solidFill>
                <a:latin typeface="Montserrat Light" panose="00000400000000000000" pitchFamily="2" charset="0"/>
              </a:rPr>
              <a:t>U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m invasor liga para um indivíduo e mente para ele na tentativa de obter acesso a dados privilegiados.</a:t>
            </a:r>
          </a:p>
          <a:p>
            <a:pPr algn="l"/>
            <a:endParaRPr lang="pt-BR" sz="2800" b="0" i="0" dirty="0">
              <a:solidFill>
                <a:srgbClr val="000000"/>
              </a:solidFill>
              <a:effectLst/>
              <a:latin typeface="Montserrat Light" panose="000004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Por exemplo, fingir que precisa dos dados pessoais ou financeiros de uma pessoa para confirmar sua identidade.</a:t>
            </a:r>
          </a:p>
          <a:p>
            <a:endParaRPr lang="pt-BR" sz="2800" dirty="0">
              <a:solidFill>
                <a:srgbClr val="242021"/>
              </a:solidFill>
            </a:endParaRPr>
          </a:p>
        </p:txBody>
      </p:sp>
      <p:pic>
        <p:nvPicPr>
          <p:cNvPr id="6146" name="Picture 2" descr="Duas máscaras de teatro: uma vermelha e uma amarela">
            <a:extLst>
              <a:ext uri="{FF2B5EF4-FFF2-40B4-BE49-F238E27FC236}">
                <a16:creationId xmlns:a16="http://schemas.microsoft.com/office/drawing/2014/main" id="{D5D860AB-B164-0289-F345-0BC2939B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885972"/>
            <a:ext cx="6716269" cy="524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110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34469"/>
            <a:ext cx="7620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1" i="0" dirty="0" err="1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Tailgating</a:t>
            </a:r>
            <a:endParaRPr lang="pt-BR" sz="2800" b="0" i="0" dirty="0">
              <a:solidFill>
                <a:srgbClr val="000000"/>
              </a:solidFill>
              <a:effectLst/>
              <a:latin typeface="Montserrat ExtraBold" panose="00000900000000000000" pitchFamily="2" charset="0"/>
            </a:endParaRPr>
          </a:p>
          <a:p>
            <a:pPr algn="l" rtl="0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Isso ocorre quando um invasor segue rapidamente uma pessoa autorizada até um local físico seguro.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l"/>
            <a:r>
              <a:rPr lang="pt-BR" sz="2800" b="1" i="0" dirty="0">
                <a:solidFill>
                  <a:srgbClr val="000000"/>
                </a:solidFill>
                <a:effectLst/>
                <a:latin typeface="Montserrat ExtraBold" panose="00000900000000000000" pitchFamily="2" charset="0"/>
              </a:rPr>
              <a:t>Algo por algo (Quid pro quo)</a:t>
            </a:r>
            <a:endParaRPr lang="pt-BR" sz="2800" b="0" i="0" dirty="0">
              <a:solidFill>
                <a:srgbClr val="000000"/>
              </a:solidFill>
              <a:effectLst/>
              <a:latin typeface="Montserrat ExtraBold" panose="00000900000000000000" pitchFamily="2" charset="0"/>
            </a:endParaRPr>
          </a:p>
          <a:p>
            <a:pPr algn="l"/>
            <a:r>
              <a:rPr lang="pt-BR" sz="2800" b="0" i="0" dirty="0">
                <a:solidFill>
                  <a:srgbClr val="000000"/>
                </a:solidFill>
                <a:effectLst/>
                <a:latin typeface="Montserrat Light" panose="00000400000000000000" pitchFamily="2" charset="0"/>
              </a:rPr>
              <a:t>É quando um hacker solicita informações pessoais de uma pessoa em troca de algo, como um brinde gratuito.</a:t>
            </a:r>
            <a:endParaRPr lang="pt-BR" sz="2800" dirty="0">
              <a:solidFill>
                <a:srgbClr val="242021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7170" name="Picture 2" descr="Ícones de duas pessoas, muito próximos, prestes a passar por uma porta segura. A pessoa na frente está em verde, a pessoa logo atrás está em vermelho (indicando que não deve ser capaz de entrar)">
            <a:extLst>
              <a:ext uri="{FF2B5EF4-FFF2-40B4-BE49-F238E27FC236}">
                <a16:creationId xmlns:a16="http://schemas.microsoft.com/office/drawing/2014/main" id="{B61DFC6B-D90E-5E69-9E73-0E962B09C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066800"/>
            <a:ext cx="4876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0CB2F0-177A-A727-E5C0-DAB91F105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191000"/>
            <a:ext cx="2423370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43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738-D7F0-64DE-F5DC-268FAFC8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eja quais são os cinco tipos de golpes digitais que mais afetam a vida  financeira dos brasileiros | Serviços Financeiros | Valor Investe">
            <a:extLst>
              <a:ext uri="{FF2B5EF4-FFF2-40B4-BE49-F238E27FC236}">
                <a16:creationId xmlns:a16="http://schemas.microsoft.com/office/drawing/2014/main" id="{3E300240-2B2F-5D4A-9B0A-7D1D71CC2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762" y="1357312"/>
            <a:ext cx="8301238" cy="542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DDA3FA6-6303-8816-D2D2-2535F591A581}"/>
              </a:ext>
            </a:extLst>
          </p:cNvPr>
          <p:cNvSpPr txBox="1"/>
          <p:nvPr/>
        </p:nvSpPr>
        <p:spPr>
          <a:xfrm>
            <a:off x="533400" y="1653510"/>
            <a:ext cx="4114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just"/>
            <a:r>
              <a:rPr lang="pt-BR" sz="2400" dirty="0">
                <a:latin typeface="Montserrat Light" panose="00000400000000000000" pitchFamily="2" charset="0"/>
              </a:rPr>
              <a:t>Atualmente, diversos golpes digitais têm sido amplamente aplicados por golpistas no Brasil, explorando tecnologias emergentes e a confiança dos usuários. </a:t>
            </a:r>
            <a:endParaRPr lang="pt-BR" sz="24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536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6BC7-5251-2F0F-B79F-4E48FBB7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D237C8-49A5-92DA-8F50-C401E35C072F}"/>
              </a:ext>
            </a:extLst>
          </p:cNvPr>
          <p:cNvSpPr txBox="1"/>
          <p:nvPr/>
        </p:nvSpPr>
        <p:spPr>
          <a:xfrm>
            <a:off x="914400" y="797510"/>
            <a:ext cx="6400800" cy="459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0" dirty="0">
                <a:effectLst/>
                <a:latin typeface="Montserrat ExtraBold" panose="000009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Falsos Comprovantes de Pagamento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400" kern="100" dirty="0">
              <a:effectLst/>
              <a:latin typeface="Montserrat ExtraBold" panose="00000900000000000000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2400" kern="0" dirty="0"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Os criminosos enviam comprovantes falsos de transferências ou pagamentos, levando as vítimas a acreditarem que receberam valores e, consequentemente, a entregarem produtos ou serviços sem o devido pagamento</a:t>
            </a:r>
            <a:endParaRPr lang="pt-BR" sz="24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3074" name="Picture 2" descr="Novo golpe usa comprovante falso para enganar Aposentados do INSS -  Notícias de Três Lagoas - Rádio Caçula">
            <a:extLst>
              <a:ext uri="{FF2B5EF4-FFF2-40B4-BE49-F238E27FC236}">
                <a16:creationId xmlns:a16="http://schemas.microsoft.com/office/drawing/2014/main" id="{A154ACE5-FC13-7AAF-91A9-A2BFB4584E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/>
          <a:stretch/>
        </p:blipFill>
        <p:spPr bwMode="auto">
          <a:xfrm>
            <a:off x="7620000" y="1828800"/>
            <a:ext cx="4572000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1714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15D0-A060-B0DB-8322-64294C60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B56760E-5F3D-CBEE-B3F8-1C44F47B519A}"/>
              </a:ext>
            </a:extLst>
          </p:cNvPr>
          <p:cNvSpPr txBox="1"/>
          <p:nvPr/>
        </p:nvSpPr>
        <p:spPr>
          <a:xfrm>
            <a:off x="914400" y="797510"/>
            <a:ext cx="5334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just"/>
            <a:r>
              <a:rPr lang="pt-BR" sz="2400" b="1" kern="0" dirty="0">
                <a:effectLst/>
                <a:latin typeface="Montserrat ExtraBold" panose="00000900000000000000" pitchFamily="2" charset="0"/>
                <a:ea typeface="Times New Roman" panose="02020603050405020304" pitchFamily="18" charset="0"/>
              </a:rPr>
              <a:t>Invasão de Contas</a:t>
            </a:r>
          </a:p>
          <a:p>
            <a:r>
              <a:rPr lang="pt-BR" sz="2400" kern="0" dirty="0"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criminosos obtêm acesso a contas pessoais, frequentemente utilizando dados vazados, para realizar transações fraudulentas ou publicar anúncios enganosos. </a:t>
            </a:r>
            <a:endParaRPr lang="pt-BR" sz="2400" b="1" kern="0" dirty="0">
              <a:latin typeface="Montserrat Light" panose="00000400000000000000" pitchFamily="2" charset="0"/>
              <a:ea typeface="Times New Roman" panose="02020603050405020304" pitchFamily="18" charset="0"/>
            </a:endParaRPr>
          </a:p>
          <a:p>
            <a:pPr algn="just"/>
            <a:endParaRPr lang="pt-BR" sz="2400" b="1" kern="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/>
              <a:t> </a:t>
            </a:r>
            <a:endParaRPr lang="pt-BR" sz="2800" dirty="0">
              <a:solidFill>
                <a:srgbClr val="36344D"/>
              </a:solidFill>
              <a:latin typeface="Muli"/>
            </a:endParaRPr>
          </a:p>
        </p:txBody>
      </p:sp>
      <p:pic>
        <p:nvPicPr>
          <p:cNvPr id="5122" name="Picture 2" descr="Roubo de dados ou invasão de contas: o que o fraudador prefere?">
            <a:extLst>
              <a:ext uri="{FF2B5EF4-FFF2-40B4-BE49-F238E27FC236}">
                <a16:creationId xmlns:a16="http://schemas.microsoft.com/office/drawing/2014/main" id="{BF31A59E-3EC1-869B-1503-074E91D44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2" r="16429"/>
          <a:stretch/>
        </p:blipFill>
        <p:spPr bwMode="auto">
          <a:xfrm>
            <a:off x="6477000" y="1828800"/>
            <a:ext cx="57150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026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C564-34B8-1285-00A1-CBB451BC7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29DD1D-3795-8605-C818-E87CEEFDC8F6}"/>
              </a:ext>
            </a:extLst>
          </p:cNvPr>
          <p:cNvSpPr txBox="1"/>
          <p:nvPr/>
        </p:nvSpPr>
        <p:spPr>
          <a:xfrm>
            <a:off x="914400" y="797510"/>
            <a:ext cx="4648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just"/>
            <a:endParaRPr lang="pt-BR" sz="2400" b="1" kern="0" dirty="0">
              <a:latin typeface="Times New Roman" panose="02020603050405020304" pitchFamily="18" charset="0"/>
            </a:endParaRPr>
          </a:p>
          <a:p>
            <a:pPr algn="just"/>
            <a:r>
              <a:rPr lang="pt-BR" sz="2400" b="1" kern="0" dirty="0">
                <a:effectLst/>
                <a:latin typeface="Montserrat ExtraBold" panose="00000900000000000000" pitchFamily="2" charset="0"/>
                <a:ea typeface="Times New Roman" panose="02020603050405020304" pitchFamily="18" charset="0"/>
              </a:rPr>
              <a:t>Golpes com Inteligência Artificial (</a:t>
            </a:r>
            <a:r>
              <a:rPr lang="pt-BR" sz="2400" b="1" kern="0" dirty="0" err="1">
                <a:effectLst/>
                <a:latin typeface="Montserrat ExtraBold" panose="00000900000000000000" pitchFamily="2" charset="0"/>
                <a:ea typeface="Times New Roman" panose="02020603050405020304" pitchFamily="18" charset="0"/>
              </a:rPr>
              <a:t>Deepfake</a:t>
            </a:r>
            <a:r>
              <a:rPr lang="pt-BR" sz="2400" b="1" kern="0" dirty="0">
                <a:effectLst/>
                <a:latin typeface="Montserrat ExtraBold" panose="00000900000000000000" pitchFamily="2" charset="0"/>
                <a:ea typeface="Times New Roman" panose="02020603050405020304" pitchFamily="18" charset="0"/>
              </a:rPr>
              <a:t>)</a:t>
            </a:r>
          </a:p>
          <a:p>
            <a:r>
              <a:rPr lang="pt-BR" sz="2400" kern="0" dirty="0">
                <a:effectLst/>
                <a:latin typeface="Montserrat Light" panose="00000400000000000000" pitchFamily="2" charset="0"/>
                <a:ea typeface="Times New Roman" panose="02020603050405020304" pitchFamily="18" charset="0"/>
              </a:rPr>
              <a:t>Golpistas utilizam ferramentas de IA para criar vídeos e áudios falsos, imitando vozes e aparências de pessoas conhecidas, a fim de solicitar dinheiro ou informações confidenciais. </a:t>
            </a:r>
            <a:endParaRPr lang="pt-BR" sz="2400" b="1" kern="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/>
              <a:t> </a:t>
            </a:r>
            <a:endParaRPr lang="pt-BR" sz="2800" dirty="0">
              <a:solidFill>
                <a:srgbClr val="36344D"/>
              </a:solidFill>
              <a:latin typeface="Muli"/>
            </a:endParaRPr>
          </a:p>
        </p:txBody>
      </p:sp>
      <p:pic>
        <p:nvPicPr>
          <p:cNvPr id="4101" name="Picture 5" descr="Como funciona o Deepfake e Deep Learning | Mindtek">
            <a:extLst>
              <a:ext uri="{FF2B5EF4-FFF2-40B4-BE49-F238E27FC236}">
                <a16:creationId xmlns:a16="http://schemas.microsoft.com/office/drawing/2014/main" id="{8B905351-CA53-BD92-CA35-96E1D107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106" y="2133600"/>
            <a:ext cx="6546469" cy="366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8352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E4797-934B-4DCE-8905-D92390838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60BEF8E-C2A9-A44D-B3D4-F814C622D14C}"/>
              </a:ext>
            </a:extLst>
          </p:cNvPr>
          <p:cNvSpPr txBox="1"/>
          <p:nvPr/>
        </p:nvSpPr>
        <p:spPr>
          <a:xfrm>
            <a:off x="914400" y="797510"/>
            <a:ext cx="46482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just"/>
            <a:r>
              <a:rPr lang="pt-BR" sz="2400" b="1" kern="0" dirty="0">
                <a:latin typeface="Montserrat ExtraBold" panose="00000900000000000000" pitchFamily="2" charset="0"/>
              </a:rPr>
              <a:t>Golpes via WhatsApp</a:t>
            </a:r>
          </a:p>
          <a:p>
            <a:r>
              <a:rPr lang="pt-BR" sz="2400" kern="0" dirty="0">
                <a:latin typeface="Montserrat Light" panose="00000400000000000000" pitchFamily="2" charset="0"/>
              </a:rPr>
              <a:t>Criminosos clonam contas do WhatsApp, acessando listas de contatos e enviando mensagens solicitando transferências financeiras sob pretextos falsos. </a:t>
            </a:r>
          </a:p>
          <a:p>
            <a:endParaRPr lang="pt-BR" sz="2400" kern="0" dirty="0">
              <a:latin typeface="Montserrat Light" panose="00000400000000000000" pitchFamily="2" charset="0"/>
            </a:endParaRPr>
          </a:p>
          <a:p>
            <a:r>
              <a:rPr lang="pt-BR" sz="2400" kern="0" dirty="0">
                <a:latin typeface="Montserrat Light" panose="00000400000000000000" pitchFamily="2" charset="0"/>
              </a:rPr>
              <a:t>Em alguns casos, utilizam engenharia social para convencer as vítimas a fornecer códigos de verificação.</a:t>
            </a:r>
          </a:p>
        </p:txBody>
      </p:sp>
      <p:pic>
        <p:nvPicPr>
          <p:cNvPr id="6146" name="Picture 2" descr="PROCON-SP ALERTA CONTRA GOLPE DO WHATSAPP, QUE TIRA DINHEIRO DAS VÍTIMAS. -  SINTRAPAV-SP">
            <a:extLst>
              <a:ext uri="{FF2B5EF4-FFF2-40B4-BE49-F238E27FC236}">
                <a16:creationId xmlns:a16="http://schemas.microsoft.com/office/drawing/2014/main" id="{2292B6C7-B39C-BC1B-4F33-A55195243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209800"/>
            <a:ext cx="6553200" cy="375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606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0DE4-98E7-30B9-A903-BFDD6156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AC1D82-0039-E762-E397-A4FAD97BEDF0}"/>
              </a:ext>
            </a:extLst>
          </p:cNvPr>
          <p:cNvSpPr txBox="1"/>
          <p:nvPr/>
        </p:nvSpPr>
        <p:spPr>
          <a:xfrm>
            <a:off x="914400" y="797510"/>
            <a:ext cx="46482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ctr"/>
            <a:endParaRPr lang="pt-BR" sz="2800" b="1" i="1" dirty="0">
              <a:solidFill>
                <a:srgbClr val="242021"/>
              </a:solidFill>
              <a:effectLst/>
            </a:endParaRPr>
          </a:p>
          <a:p>
            <a:pPr algn="just"/>
            <a:r>
              <a:rPr lang="pt-BR" sz="2400" b="1" kern="0" dirty="0">
                <a:latin typeface="Montserrat ExtraBold" panose="00000900000000000000" pitchFamily="2" charset="0"/>
              </a:rPr>
              <a:t>Golpes via WhatsApp</a:t>
            </a:r>
          </a:p>
          <a:p>
            <a:r>
              <a:rPr lang="pt-BR" sz="2400" kern="0" dirty="0">
                <a:latin typeface="Montserrat Light" panose="00000400000000000000" pitchFamily="2" charset="0"/>
              </a:rPr>
              <a:t>Com a popularização do Pix, surgiram golpes como o "Bug do Pix", onde criminosos prometem retornos financeiros em dobro, e o desvio de transações para contas fraudulentas por meio de QR Codes falsos ou aplicativos maliciosos. </a:t>
            </a:r>
          </a:p>
        </p:txBody>
      </p:sp>
      <p:pic>
        <p:nvPicPr>
          <p:cNvPr id="7172" name="Picture 4" descr="Golpe do Pix: Como Identificar Fraudes e Evitar Prejuízos">
            <a:extLst>
              <a:ext uri="{FF2B5EF4-FFF2-40B4-BE49-F238E27FC236}">
                <a16:creationId xmlns:a16="http://schemas.microsoft.com/office/drawing/2014/main" id="{E8CD3759-1F33-FA28-3F85-A5718C3C8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828800"/>
            <a:ext cx="670560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519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548F-D1F2-4F70-C269-44620014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9B8CC5-D713-4A13-6C1A-AE1BCE733654}"/>
              </a:ext>
            </a:extLst>
          </p:cNvPr>
          <p:cNvSpPr txBox="1"/>
          <p:nvPr/>
        </p:nvSpPr>
        <p:spPr>
          <a:xfrm>
            <a:off x="495300" y="838200"/>
            <a:ext cx="4419600" cy="5341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0" dirty="0" err="1">
                <a:latin typeface="Montserrat ExtraBold" panose="00000900000000000000" pitchFamily="2" charset="0"/>
              </a:rPr>
              <a:t>Phishing</a:t>
            </a:r>
            <a:endParaRPr lang="pt-BR" sz="2400" b="1" kern="0" dirty="0">
              <a:latin typeface="Montserrat ExtraBold" panose="00000900000000000000" pitchFamily="2" charset="0"/>
            </a:endParaRPr>
          </a:p>
          <a:p>
            <a:pPr>
              <a:buNone/>
            </a:pPr>
            <a:r>
              <a:rPr lang="pt-BR" sz="2400" kern="0" dirty="0">
                <a:latin typeface="Montserrat Light" panose="00000400000000000000" pitchFamily="2" charset="0"/>
              </a:rPr>
              <a:t>É um tipo de </a:t>
            </a:r>
            <a:r>
              <a:rPr lang="pt-BR" sz="2400" kern="0" dirty="0">
                <a:latin typeface="Montserrat Light" panose="000004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crime cibernético</a:t>
            </a:r>
            <a:r>
              <a:rPr lang="pt-BR" sz="2400" kern="0" dirty="0">
                <a:latin typeface="Montserrat Light" panose="00000400000000000000" pitchFamily="2" charset="0"/>
              </a:rPr>
              <a:t> popular no qual os criminosos tentam obter informações confidenciais, como senhas, números de cartão de crédito, informações bancárias ou outros dados pessoais, fingindo ser uma entidade confiável.</a:t>
            </a:r>
          </a:p>
        </p:txBody>
      </p:sp>
      <p:pic>
        <p:nvPicPr>
          <p:cNvPr id="8194" name="Picture 2" descr="Saiba como proteger a sua empresa contra golpes de phishing">
            <a:extLst>
              <a:ext uri="{FF2B5EF4-FFF2-40B4-BE49-F238E27FC236}">
                <a16:creationId xmlns:a16="http://schemas.microsoft.com/office/drawing/2014/main" id="{A0FE8868-815B-D2A3-CD46-FA5D2BDC2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133600"/>
            <a:ext cx="7315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434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8932-BF8B-8108-4167-2BD6E847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D56D9D-C68D-273E-0F16-BB51527CBFEF}"/>
              </a:ext>
            </a:extLst>
          </p:cNvPr>
          <p:cNvSpPr txBox="1"/>
          <p:nvPr/>
        </p:nvSpPr>
        <p:spPr>
          <a:xfrm>
            <a:off x="495300" y="838200"/>
            <a:ext cx="582930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0" dirty="0">
                <a:latin typeface="Montserrat ExtraBold" panose="00000900000000000000" pitchFamily="2" charset="0"/>
              </a:rPr>
              <a:t>Golpes de Investimento em Criptomoedas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400" b="1" kern="0" dirty="0">
              <a:latin typeface="Montserrat ExtraBold" panose="00000900000000000000" pitchFamily="2" charset="0"/>
            </a:endParaRPr>
          </a:p>
          <a:p>
            <a:pPr>
              <a:buNone/>
            </a:pPr>
            <a:r>
              <a:rPr lang="pt-BR" sz="2400" kern="0" dirty="0">
                <a:latin typeface="Montserrat Light" panose="00000400000000000000" pitchFamily="2" charset="0"/>
              </a:rPr>
              <a:t>Criminosos criam plataformas de investimento falsas ou esquemas de pirâmide, prometendo altos retornos em criptomoedas, e desaparecem após receber os valores investidos. </a:t>
            </a:r>
          </a:p>
        </p:txBody>
      </p:sp>
      <p:pic>
        <p:nvPicPr>
          <p:cNvPr id="9218" name="Picture 2" descr="Golpe com criptomoedas: conheça o temível 'rug pull'">
            <a:extLst>
              <a:ext uri="{FF2B5EF4-FFF2-40B4-BE49-F238E27FC236}">
                <a16:creationId xmlns:a16="http://schemas.microsoft.com/office/drawing/2014/main" id="{080A7FD5-A9AC-249D-8359-2DB3FF489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601357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002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65CD-3CF3-8EE1-BDCB-89D9CD49F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FB4798-F93A-1E2A-4898-116E3129D30E}"/>
              </a:ext>
            </a:extLst>
          </p:cNvPr>
          <p:cNvSpPr txBox="1"/>
          <p:nvPr/>
        </p:nvSpPr>
        <p:spPr>
          <a:xfrm>
            <a:off x="495300" y="838200"/>
            <a:ext cx="5829300" cy="4233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0" dirty="0">
                <a:latin typeface="Montserrat ExtraBold" panose="00000900000000000000" pitchFamily="2" charset="0"/>
              </a:rPr>
              <a:t>Golpes de Suporte Técnico Falso</a:t>
            </a:r>
          </a:p>
          <a:p>
            <a:pPr>
              <a:buNone/>
            </a:pPr>
            <a:r>
              <a:rPr lang="pt-BR" sz="2400" kern="0" dirty="0">
                <a:latin typeface="Montserrat Light" panose="00000400000000000000" pitchFamily="2" charset="0"/>
              </a:rPr>
              <a:t>Golpistas entram em contato alegando ser de suporte técnico de empresas conhecidas, informando problemas inexistentes nos dispositivos das vítimas e solicitando acesso remoto ou pagamentos para "corrigir" os supostos erros.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4C987B-80EC-2D7F-CCA3-EFA003CEB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59" y="1905000"/>
            <a:ext cx="5768741" cy="423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55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BD72-3969-05D8-C57D-5E8BDD01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B351F44-7AF3-572A-ED16-850FB17978E1}"/>
              </a:ext>
            </a:extLst>
          </p:cNvPr>
          <p:cNvSpPr txBox="1"/>
          <p:nvPr/>
        </p:nvSpPr>
        <p:spPr>
          <a:xfrm>
            <a:off x="495300" y="838200"/>
            <a:ext cx="58293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0" dirty="0">
                <a:latin typeface="Montserrat ExtraBold" panose="00000900000000000000" pitchFamily="2" charset="0"/>
              </a:rPr>
              <a:t>Golpes do 0800</a:t>
            </a:r>
          </a:p>
          <a:p>
            <a:pPr>
              <a:buNone/>
            </a:pPr>
            <a:r>
              <a:rPr lang="pt-BR" sz="2400" kern="0" dirty="0">
                <a:latin typeface="Montserrat Light" panose="00000400000000000000" pitchFamily="2" charset="0"/>
              </a:rPr>
              <a:t>O  malfeitor se passam por representantes de bancos, informando sobre transações suspeitas e solicitando que a vítima ligue para um número 0800 falso, onde são induzidas a fornecer dados bancários ou realizar transferências. </a:t>
            </a:r>
          </a:p>
        </p:txBody>
      </p:sp>
      <p:pic>
        <p:nvPicPr>
          <p:cNvPr id="11266" name="Picture 2" descr="Golpe do 0800: o que é, quais são os perigos e como se proteger? | Detetive  TC - Tudocelular.com">
            <a:extLst>
              <a:ext uri="{FF2B5EF4-FFF2-40B4-BE49-F238E27FC236}">
                <a16:creationId xmlns:a16="http://schemas.microsoft.com/office/drawing/2014/main" id="{D25B700F-75BD-34AE-87FE-F576D8C11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9"/>
          <a:stretch/>
        </p:blipFill>
        <p:spPr bwMode="auto">
          <a:xfrm>
            <a:off x="6172199" y="1688842"/>
            <a:ext cx="60293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787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86876-B259-1251-748B-28C50A6E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B93B71-C8CE-BA70-FA3B-699E06ABFDBE}"/>
              </a:ext>
            </a:extLst>
          </p:cNvPr>
          <p:cNvSpPr txBox="1"/>
          <p:nvPr/>
        </p:nvSpPr>
        <p:spPr>
          <a:xfrm>
            <a:off x="495300" y="838200"/>
            <a:ext cx="5829300" cy="486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Golpes Digitais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b="1" kern="0" dirty="0">
                <a:latin typeface="Montserrat ExtraBold" panose="00000900000000000000" pitchFamily="2" charset="0"/>
              </a:rPr>
              <a:t>Golpes de Romance 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kern="0" dirty="0">
                <a:latin typeface="Montserrat Light" panose="00000400000000000000" pitchFamily="2" charset="0"/>
              </a:rPr>
              <a:t>Golpistas criam perfis falsos em aplicativos de relacionamento, desenvolvem vínculos afetivos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kern="0" dirty="0">
                <a:latin typeface="Montserrat Light" panose="00000400000000000000" pitchFamily="2" charset="0"/>
              </a:rPr>
              <a:t>com as vítimas e, posteriormente, solicitam dinheiro sob diversos pretextos. </a:t>
            </a:r>
          </a:p>
        </p:txBody>
      </p:sp>
      <p:pic>
        <p:nvPicPr>
          <p:cNvPr id="12290" name="Picture 2" descr="golpe de romance, golpe de namoro online, conceito de crime cibernético,  mulher apaixonada por golpista, hacker conversando ilustração vetorial  online 8043185 Vetor no Vecteezy">
            <a:extLst>
              <a:ext uri="{FF2B5EF4-FFF2-40B4-BE49-F238E27FC236}">
                <a16:creationId xmlns:a16="http://schemas.microsoft.com/office/drawing/2014/main" id="{E0132229-2E8D-F174-60C5-961F5199B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6" y="1905000"/>
            <a:ext cx="6467474" cy="42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2171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D213-FEF8-9D3F-1E7E-01B39AE8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Adesivo de segurança sinal de alerta (10 un.)">
            <a:extLst>
              <a:ext uri="{FF2B5EF4-FFF2-40B4-BE49-F238E27FC236}">
                <a16:creationId xmlns:a16="http://schemas.microsoft.com/office/drawing/2014/main" id="{3F18EE31-437E-3F5A-0F83-7EC34DBB3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1295400"/>
            <a:ext cx="2678113" cy="267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C171142-62FA-9973-481C-2A31867F78E6}"/>
              </a:ext>
            </a:extLst>
          </p:cNvPr>
          <p:cNvSpPr txBox="1"/>
          <p:nvPr/>
        </p:nvSpPr>
        <p:spPr>
          <a:xfrm>
            <a:off x="495300" y="838200"/>
            <a:ext cx="7124700" cy="4662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242021"/>
                </a:solidFill>
                <a:effectLst/>
                <a:latin typeface="Montserrat ExtraBold" panose="00000900000000000000" pitchFamily="2" charset="0"/>
              </a:rPr>
              <a:t>Medidas de precaução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pt-BR" sz="2800" b="1" i="1" dirty="0">
              <a:solidFill>
                <a:srgbClr val="242021"/>
              </a:solidFill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2400" kern="0" dirty="0">
                <a:latin typeface="Montserrat Light" panose="00000400000000000000" pitchFamily="2" charset="0"/>
              </a:rPr>
              <a:t>Para se proteger desses golpes, é bom manter-se bem informado, desconfiar de </a:t>
            </a:r>
            <a:r>
              <a:rPr lang="pt-BR" sz="2400" kern="0">
                <a:latin typeface="Montserrat Light" panose="00000400000000000000" pitchFamily="2" charset="0"/>
              </a:rPr>
              <a:t>ofertas milagrosas e </a:t>
            </a:r>
            <a:r>
              <a:rPr lang="pt-BR" sz="2400" kern="0" dirty="0">
                <a:latin typeface="Montserrat Light" panose="00000400000000000000" pitchFamily="2" charset="0"/>
              </a:rPr>
              <a:t>solicitações suspeitas, verificar a autenticidade de contatos e sites, e nunca compartilhar informações pessoais ou bancárias sem a devida certeza da legitimidade do solicitante</a:t>
            </a:r>
          </a:p>
        </p:txBody>
      </p:sp>
      <p:pic>
        <p:nvPicPr>
          <p:cNvPr id="12290" name="Picture 2" descr="golpe de romance, golpe de namoro online, conceito de crime cibernético,  mulher apaixonada por golpista, hacker conversando ilustração vetorial  online 8043185 Vetor no Vecteezy">
            <a:extLst>
              <a:ext uri="{FF2B5EF4-FFF2-40B4-BE49-F238E27FC236}">
                <a16:creationId xmlns:a16="http://schemas.microsoft.com/office/drawing/2014/main" id="{7DFE38F2-1720-3DA5-23A6-D876585E7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6" y="3868203"/>
            <a:ext cx="4397374" cy="291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560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304800"/>
            <a:ext cx="9220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b="0" i="0" dirty="0">
                <a:effectLst/>
                <a:latin typeface="Montserrat Light" panose="00000400000000000000" pitchFamily="2" charset="0"/>
              </a:rPr>
              <a:t>O termo </a:t>
            </a:r>
            <a:r>
              <a:rPr lang="pt-BR" sz="2800" b="1" dirty="0">
                <a:latin typeface="Montserrat SemiBold" panose="00000700000000000000" pitchFamily="2" charset="0"/>
              </a:rPr>
              <a:t>vulnerabilidade digital </a:t>
            </a:r>
            <a:r>
              <a:rPr lang="pt-BR" sz="2800" b="0" i="0" dirty="0">
                <a:effectLst/>
                <a:latin typeface="Montserrat Light" panose="00000400000000000000" pitchFamily="2" charset="0"/>
              </a:rPr>
              <a:t>refere à fraqueza nos sistemas computacionais, que permite que hackers e pessoas mal intencionadas tenham acesso ao sistema ou computador de uma empresa, colocando em riscos as informações e dados armazenados naquele ambiente</a:t>
            </a:r>
            <a:r>
              <a:rPr lang="pt-BR" sz="2800" b="0" i="0" dirty="0">
                <a:effectLst/>
                <a:latin typeface="Montserrat SemiBold" panose="00000700000000000000" pitchFamily="2" charset="0"/>
              </a:rPr>
              <a:t>.</a:t>
            </a:r>
            <a:endParaRPr lang="pt-BR" sz="2800" dirty="0">
              <a:latin typeface="Montserrat SemiBold" panose="00000700000000000000" pitchFamily="2" charset="0"/>
            </a:endParaRPr>
          </a:p>
          <a:p>
            <a:pPr algn="l"/>
            <a:endParaRPr lang="pt-BR" sz="28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4098" name="Picture 2" descr="Vulnerabilidade na Segurança Patrimonial - Vigilância Patrimonial">
            <a:extLst>
              <a:ext uri="{FF2B5EF4-FFF2-40B4-BE49-F238E27FC236}">
                <a16:creationId xmlns:a16="http://schemas.microsoft.com/office/drawing/2014/main" id="{1A4A8DBA-1A32-1538-842A-290BBE47B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10000"/>
            <a:ext cx="5229225" cy="281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022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797510"/>
            <a:ext cx="9220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spc="-160" dirty="0">
                <a:latin typeface="Montserrat ExtraBold" panose="00000900000000000000" pitchFamily="2" charset="0"/>
                <a:ea typeface="+mj-ea"/>
              </a:rPr>
              <a:t>Medidas de 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Autenticação e Controle de Acesso, </a:t>
            </a:r>
            <a:r>
              <a:rPr lang="pt-BR" sz="2800" spc="-10" dirty="0">
                <a:latin typeface="Montserrat"/>
              </a:rPr>
              <a:t>Garantir que apenas usuários autorizados tenham acesso a sistemas e dados. Isso envolve o uso de senhas fortes, autenticação de dois fatores e controle rigoroso de permissões.</a:t>
            </a:r>
          </a:p>
          <a:p>
            <a:pPr algn="just"/>
            <a:endParaRPr lang="pt-BR" sz="2800" dirty="0">
              <a:latin typeface="Söhne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Criptografia</a:t>
            </a:r>
            <a:r>
              <a:rPr lang="pt-BR" sz="2800" i="0" dirty="0">
                <a:effectLst/>
                <a:latin typeface="Söhne"/>
              </a:rPr>
              <a:t>, </a:t>
            </a:r>
            <a:r>
              <a:rPr lang="pt-BR" sz="2800" spc="-10" dirty="0">
                <a:latin typeface="Montserrat"/>
              </a:rPr>
              <a:t>O uso de algoritmos criptográficos para proteger a comunicação e os dados armazenados, tornando as informações ilegíveis para pessoas não autorizadas. Isso é fundamental para garantir a confidencialidade.</a:t>
            </a:r>
          </a:p>
        </p:txBody>
      </p:sp>
    </p:spTree>
    <p:extLst>
      <p:ext uri="{BB962C8B-B14F-4D97-AF65-F5344CB8AC3E}">
        <p14:creationId xmlns:p14="http://schemas.microsoft.com/office/powerpoint/2010/main" val="4197032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14400" y="685800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en-US" sz="2800" spc="-160" dirty="0" err="1">
                <a:latin typeface="Montserrat ExtraBold" panose="00000900000000000000" pitchFamily="2" charset="0"/>
                <a:ea typeface="+mj-ea"/>
              </a:rPr>
              <a:t>Proteção</a:t>
            </a:r>
            <a:r>
              <a:rPr lang="en-US" sz="2800" spc="-160" dirty="0">
                <a:latin typeface="Montserrat ExtraBold" panose="00000900000000000000" pitchFamily="2" charset="0"/>
                <a:ea typeface="+mj-ea"/>
              </a:rPr>
              <a:t> contra Malware</a:t>
            </a:r>
            <a:r>
              <a:rPr lang="en-US" sz="2800" i="0" dirty="0">
                <a:effectLst/>
                <a:latin typeface="Söhne"/>
              </a:rPr>
              <a:t>, </a:t>
            </a:r>
            <a:r>
              <a:rPr lang="en-US" sz="2800" spc="-10" dirty="0" err="1">
                <a:latin typeface="Montserrat"/>
              </a:rPr>
              <a:t>Implementação</a:t>
            </a:r>
            <a:r>
              <a:rPr lang="en-US" sz="2800" spc="-10" dirty="0">
                <a:latin typeface="Montserrat"/>
              </a:rPr>
              <a:t> de software </a:t>
            </a:r>
            <a:r>
              <a:rPr lang="en-US" sz="2800" spc="-10" dirty="0" err="1">
                <a:latin typeface="Montserrat"/>
              </a:rPr>
              <a:t>antivírus</a:t>
            </a:r>
            <a:r>
              <a:rPr lang="en-US" sz="2800" spc="-10" dirty="0">
                <a:latin typeface="Montserrat"/>
              </a:rPr>
              <a:t> e antimalware para </a:t>
            </a:r>
            <a:r>
              <a:rPr lang="en-US" sz="2800" spc="-10" dirty="0" err="1">
                <a:latin typeface="Montserrat"/>
              </a:rPr>
              <a:t>detectar</a:t>
            </a:r>
            <a:r>
              <a:rPr lang="en-US" sz="2800" spc="-10" dirty="0">
                <a:latin typeface="Montserrat"/>
              </a:rPr>
              <a:t>, </a:t>
            </a:r>
            <a:r>
              <a:rPr lang="en-US" sz="2800" spc="-10" dirty="0" err="1">
                <a:latin typeface="Montserrat"/>
              </a:rPr>
              <a:t>prevenir</a:t>
            </a:r>
            <a:r>
              <a:rPr lang="en-US" sz="2800" spc="-10" dirty="0">
                <a:latin typeface="Montserrat"/>
              </a:rPr>
              <a:t> e remover software </a:t>
            </a:r>
            <a:r>
              <a:rPr lang="en-US" sz="2800" spc="-10" dirty="0" err="1">
                <a:latin typeface="Montserrat"/>
              </a:rPr>
              <a:t>malicioso</a:t>
            </a:r>
            <a:r>
              <a:rPr lang="en-US" sz="2800" spc="-10" dirty="0">
                <a:latin typeface="Montserrat"/>
              </a:rPr>
              <a:t>, </a:t>
            </a:r>
            <a:r>
              <a:rPr lang="en-US" sz="2800" spc="-10" dirty="0" err="1">
                <a:latin typeface="Montserrat"/>
              </a:rPr>
              <a:t>como</a:t>
            </a:r>
            <a:r>
              <a:rPr lang="en-US" sz="2800" spc="-10" dirty="0">
                <a:latin typeface="Montserrat"/>
              </a:rPr>
              <a:t> </a:t>
            </a:r>
            <a:r>
              <a:rPr lang="en-US" sz="2800" spc="-10" dirty="0" err="1">
                <a:latin typeface="Montserrat"/>
              </a:rPr>
              <a:t>vírus</a:t>
            </a:r>
            <a:r>
              <a:rPr lang="en-US" sz="2800" spc="-10" dirty="0">
                <a:latin typeface="Montserrat"/>
              </a:rPr>
              <a:t>, trojans, spyware e ransomware.</a:t>
            </a:r>
          </a:p>
          <a:p>
            <a:pPr algn="just"/>
            <a:endParaRPr lang="en-US" sz="2800" dirty="0">
              <a:latin typeface="Söhne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Firewalls e Controle de Tráfego</a:t>
            </a:r>
            <a:r>
              <a:rPr lang="pt-BR" sz="2800" b="1" i="0" dirty="0">
                <a:effectLst/>
                <a:latin typeface="Söhne"/>
              </a:rPr>
              <a:t>, </a:t>
            </a:r>
            <a:r>
              <a:rPr lang="pt-BR" sz="2800" spc="-10" dirty="0">
                <a:latin typeface="Montserrat"/>
              </a:rPr>
              <a:t>Uso de firewalls para monitorar e controlar o tráfego de rede, permitindo ou bloqueando comunicações com base em regras de segurança predefinidas.</a:t>
            </a:r>
            <a:endParaRPr lang="en-US" sz="2800" spc="-10" dirty="0"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861141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86106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Atualizações e </a:t>
            </a:r>
            <a:r>
              <a:rPr lang="pt-BR" sz="2800" spc="-160" dirty="0" err="1">
                <a:latin typeface="Montserrat ExtraBold" panose="00000900000000000000" pitchFamily="2" charset="0"/>
                <a:ea typeface="+mj-ea"/>
              </a:rPr>
              <a:t>Patching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, </a:t>
            </a:r>
            <a:r>
              <a:rPr lang="pt-BR" sz="2800" spc="-10" dirty="0">
                <a:latin typeface="Montserrat"/>
              </a:rPr>
              <a:t>Manter sistemas operacionais, aplicativos e software de segurança atualizados com as últimas atualizações e patches de segurança para corrigir vulnerabilidades conhecidas.</a:t>
            </a:r>
          </a:p>
          <a:p>
            <a:pPr algn="just"/>
            <a:endParaRPr lang="pt-BR" sz="2800" dirty="0">
              <a:latin typeface="Söhne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Conscientização e Treinamento, </a:t>
            </a:r>
            <a:r>
              <a:rPr lang="pt-BR" sz="2800" spc="-10" dirty="0">
                <a:latin typeface="Montserrat"/>
              </a:rPr>
              <a:t>Educar usuários e funcionários sobre práticas seguras online, como a identificação de </a:t>
            </a:r>
            <a:r>
              <a:rPr lang="pt-BR" sz="2800" spc="-10" dirty="0" err="1">
                <a:latin typeface="Montserrat"/>
              </a:rPr>
              <a:t>phishing</a:t>
            </a:r>
            <a:r>
              <a:rPr lang="pt-BR" sz="2800" spc="-10" dirty="0">
                <a:latin typeface="Montserrat"/>
              </a:rPr>
              <a:t>, o uso seguro de senhas e a conscientização sobre ameaças cibernéticas.</a:t>
            </a:r>
          </a:p>
        </p:txBody>
      </p:sp>
    </p:spTree>
    <p:extLst>
      <p:ext uri="{BB962C8B-B14F-4D97-AF65-F5344CB8AC3E}">
        <p14:creationId xmlns:p14="http://schemas.microsoft.com/office/powerpoint/2010/main" val="3420608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spc="-160" dirty="0">
              <a:latin typeface="Montserrat ExtraBold" panose="00000900000000000000" pitchFamily="2" charset="0"/>
              <a:ea typeface="+mj-ea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Backup e Recuperação de Dados, </a:t>
            </a:r>
            <a:r>
              <a:rPr lang="pt-BR" sz="2800" spc="-10" dirty="0">
                <a:latin typeface="Montserrat"/>
              </a:rPr>
              <a:t>Realizar backups regulares de dados importantes e implementar planos de recuperação de desastres para garantir a disponibilidade e integridade dos dados em caso de incidentes.</a:t>
            </a:r>
          </a:p>
          <a:p>
            <a:pPr algn="just"/>
            <a:endParaRPr lang="pt-BR" sz="2800" dirty="0">
              <a:latin typeface="Söhne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Monitoramento de Segurança, </a:t>
            </a:r>
            <a:r>
              <a:rPr lang="pt-BR" sz="2800" spc="-10" dirty="0">
                <a:latin typeface="Montserrat"/>
              </a:rPr>
              <a:t>Utilizar ferramentas de monitoramento de segurança para identificar atividades suspeitas, possíveis violações de segurança e anomalias no tráfego de rede.</a:t>
            </a:r>
          </a:p>
        </p:txBody>
      </p:sp>
    </p:spTree>
    <p:extLst>
      <p:ext uri="{BB962C8B-B14F-4D97-AF65-F5344CB8AC3E}">
        <p14:creationId xmlns:p14="http://schemas.microsoft.com/office/powerpoint/2010/main" val="11550643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b="0" i="0" dirty="0">
                <a:effectLst/>
                <a:latin typeface="Work Sans" pitchFamily="2" charset="0"/>
              </a:rPr>
              <a:t>A 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vulnerabilidade em redes</a:t>
            </a:r>
            <a:r>
              <a:rPr lang="pt-BR" sz="2800" b="0" i="0" dirty="0">
                <a:effectLst/>
                <a:latin typeface="Work Sans" pitchFamily="2" charset="0"/>
              </a:rPr>
              <a:t>, </a:t>
            </a:r>
            <a:r>
              <a:rPr lang="pt-BR" sz="2800" dirty="0">
                <a:latin typeface="Montserrat Light" panose="00000400000000000000" pitchFamily="2" charset="0"/>
              </a:rPr>
              <a:t>que permite que uma rede seja invadida, concedendo o acesso dos sistemas. </a:t>
            </a:r>
          </a:p>
          <a:p>
            <a:pPr algn="just"/>
            <a:endParaRPr lang="pt-BR" sz="2800" dirty="0">
              <a:latin typeface="Work Sans" pitchFamily="2" charset="0"/>
            </a:endParaRPr>
          </a:p>
          <a:p>
            <a:pPr algn="just"/>
            <a:r>
              <a:rPr lang="pt-BR" sz="2800" b="0" i="0" dirty="0">
                <a:effectLst/>
                <a:latin typeface="Work Sans" pitchFamily="2" charset="0"/>
              </a:rPr>
              <a:t>A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vulnerabilidade dos sistemas operacionais </a:t>
            </a:r>
            <a:r>
              <a:rPr lang="pt-BR" sz="2800" dirty="0">
                <a:latin typeface="Montserrat Light" panose="00000400000000000000" pitchFamily="2" charset="0"/>
              </a:rPr>
              <a:t>são falhas nos sistemas físicos, como celulares, computadores ou tablets que são exploradas pelos hackers. </a:t>
            </a:r>
          </a:p>
        </p:txBody>
      </p:sp>
    </p:spTree>
    <p:extLst>
      <p:ext uri="{BB962C8B-B14F-4D97-AF65-F5344CB8AC3E}">
        <p14:creationId xmlns:p14="http://schemas.microsoft.com/office/powerpoint/2010/main" val="34259979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b="0" i="0" dirty="0">
                <a:effectLst/>
                <a:latin typeface="Work Sans" pitchFamily="2" charset="0"/>
              </a:rPr>
              <a:t>As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vulnerabilidades em software e aplicativos </a:t>
            </a:r>
            <a:r>
              <a:rPr lang="pt-BR" sz="2800" dirty="0">
                <a:latin typeface="Montserrat Light" panose="00000400000000000000" pitchFamily="2" charset="0"/>
              </a:rPr>
              <a:t>são sites ou apps abertos dentro dos sistemas que podem conter vírus ou outros arquivos maliciosos, por isso, baixar programas e usar sites que não sejam legítimos, aumenta o risco dessas invasões.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b="0" i="0" dirty="0">
                <a:effectLst/>
                <a:latin typeface="Open Sans" panose="020B0606030504020204" pitchFamily="34" charset="0"/>
              </a:rPr>
              <a:t>As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vulnerabilidades do comportamento humano, </a:t>
            </a:r>
            <a:r>
              <a:rPr lang="pt-BR" sz="2800" dirty="0">
                <a:latin typeface="Montserrat Light" panose="00000400000000000000" pitchFamily="2" charset="0"/>
              </a:rPr>
              <a:t>Isso inclui </a:t>
            </a:r>
            <a:r>
              <a:rPr lang="pt-BR" sz="2800" dirty="0">
                <a:solidFill>
                  <a:srgbClr val="FF0000"/>
                </a:solidFill>
                <a:latin typeface="Montserrat Light" panose="00000400000000000000" pitchFamily="2" charset="0"/>
              </a:rPr>
              <a:t>senhas fracas, falta de treinamento de segurança, engenharia social e outros erros cometidos pelos usuários.</a:t>
            </a:r>
          </a:p>
        </p:txBody>
      </p:sp>
    </p:spTree>
    <p:extLst>
      <p:ext uri="{BB962C8B-B14F-4D97-AF65-F5344CB8AC3E}">
        <p14:creationId xmlns:p14="http://schemas.microsoft.com/office/powerpoint/2010/main" val="15997532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838200" y="609600"/>
            <a:ext cx="44958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endParaRPr lang="pt-BR" sz="2800" dirty="0">
              <a:solidFill>
                <a:srgbClr val="666666"/>
              </a:solidFill>
              <a:latin typeface="Work Sans" pitchFamily="2" charset="0"/>
            </a:endParaRPr>
          </a:p>
          <a:p>
            <a:pPr algn="just"/>
            <a:r>
              <a:rPr lang="pt-BR" sz="2800" b="0" i="0" dirty="0">
                <a:effectLst/>
                <a:latin typeface="Work Sans" pitchFamily="2" charset="0"/>
              </a:rPr>
              <a:t>O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crescimento da vulnerabilidade digital </a:t>
            </a:r>
            <a:r>
              <a:rPr lang="pt-BR" sz="2800" dirty="0">
                <a:latin typeface="Montserrat Light" panose="00000400000000000000" pitchFamily="2" charset="0"/>
              </a:rPr>
              <a:t>é explicado pela expansão no uso da tecnologia nos últimos anos e a falta de conhecimento e treinamento dos usuários para prevenção de todos os riscos.</a:t>
            </a:r>
          </a:p>
        </p:txBody>
      </p:sp>
      <p:pic>
        <p:nvPicPr>
          <p:cNvPr id="2050" name="Picture 2" descr="Vulnerabilidade dá a hackers controle total sobre smartphones Android -  Olhar Digital">
            <a:extLst>
              <a:ext uri="{FF2B5EF4-FFF2-40B4-BE49-F238E27FC236}">
                <a16:creationId xmlns:a16="http://schemas.microsoft.com/office/drawing/2014/main" id="{5260DB8B-9958-5E33-CF42-BF5D59780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345" y="993189"/>
            <a:ext cx="64008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234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>
                <a:latin typeface="Montserrat Light" panose="00000400000000000000" pitchFamily="2" charset="0"/>
              </a:rPr>
              <a:t>Contramedidas </a:t>
            </a:r>
            <a:r>
              <a:rPr lang="pt-BR" sz="2800" dirty="0">
                <a:latin typeface="Montserrat Light" panose="00000400000000000000" pitchFamily="2" charset="0"/>
              </a:rPr>
              <a:t>e estratégias de mitigação.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Mantenha sistemas operacionais, aplicativos e software de segurança atualizados com as últimas correções de segurança.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Realize auditorias regulares de segurança para identificar configurações inadequadas, pontos fracos.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Implemente controles de acesso adequados, como autenticação forte.</a:t>
            </a:r>
          </a:p>
        </p:txBody>
      </p:sp>
    </p:spTree>
    <p:extLst>
      <p:ext uri="{BB962C8B-B14F-4D97-AF65-F5344CB8AC3E}">
        <p14:creationId xmlns:p14="http://schemas.microsoft.com/office/powerpoint/2010/main" val="629830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b="0" i="0" dirty="0">
                <a:solidFill>
                  <a:srgbClr val="FF0000"/>
                </a:solidFill>
                <a:effectLst/>
                <a:latin typeface="Montserrat Light" panose="00000400000000000000" pitchFamily="2" charset="0"/>
              </a:rPr>
              <a:t>Utilize criptografia para proteger dados em trânsito e dados armazenados.</a:t>
            </a:r>
          </a:p>
          <a:p>
            <a:pPr algn="just"/>
            <a:endParaRPr lang="pt-BR" sz="1400" dirty="0">
              <a:solidFill>
                <a:srgbClr val="374151"/>
              </a:solidFill>
              <a:latin typeface="Söhne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Eduque os usuários sobre práticas de segurança, incluindo reconhecimento de </a:t>
            </a:r>
            <a:r>
              <a:rPr lang="pt-BR" sz="2800" dirty="0" err="1">
                <a:latin typeface="Montserrat Light" panose="00000400000000000000" pitchFamily="2" charset="0"/>
              </a:rPr>
              <a:t>phishing</a:t>
            </a:r>
            <a:r>
              <a:rPr lang="pt-BR" sz="2800" dirty="0">
                <a:latin typeface="Montserrat Light" panose="00000400000000000000" pitchFamily="2" charset="0"/>
              </a:rPr>
              <a:t>, senhas fortes e relatórios de atividades suspeitas.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Configure firewalls para monitorar e controlar o tráfego de rede.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Realize backups regulares dos dados críticos e implemente planos de recuperação de desastres.</a:t>
            </a:r>
          </a:p>
        </p:txBody>
      </p:sp>
    </p:spTree>
    <p:extLst>
      <p:ext uri="{BB962C8B-B14F-4D97-AF65-F5344CB8AC3E}">
        <p14:creationId xmlns:p14="http://schemas.microsoft.com/office/powerpoint/2010/main" val="18735348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201882" y="1143000"/>
            <a:ext cx="48768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ctr"/>
            <a:r>
              <a:rPr lang="pt-BR" sz="2800" dirty="0">
                <a:latin typeface="Montserrat Light" panose="00000400000000000000" pitchFamily="2" charset="0"/>
              </a:rPr>
              <a:t>Ao adotar práticas e implementar contramedidas efetivas, as organizações podem reduzir os riscos associados a vulnerabilidades em segurança digital e fortalecer suas defesas contra ameaças cibernéticas.</a:t>
            </a:r>
          </a:p>
        </p:txBody>
      </p:sp>
      <p:pic>
        <p:nvPicPr>
          <p:cNvPr id="1026" name="Picture 2" descr="Sistema de Segurança Digital: O que é? Entenda sua importância">
            <a:extLst>
              <a:ext uri="{FF2B5EF4-FFF2-40B4-BE49-F238E27FC236}">
                <a16:creationId xmlns:a16="http://schemas.microsoft.com/office/drawing/2014/main" id="{71A945AB-B8B2-4DD9-DA0E-30CB8007C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r="21556"/>
          <a:stretch/>
        </p:blipFill>
        <p:spPr bwMode="auto">
          <a:xfrm>
            <a:off x="6477000" y="838200"/>
            <a:ext cx="5129484" cy="465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0589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GPD | O que é a Lei Geral de Proteção de Dados Pessoais do Brasil?">
            <a:extLst>
              <a:ext uri="{FF2B5EF4-FFF2-40B4-BE49-F238E27FC236}">
                <a16:creationId xmlns:a16="http://schemas.microsoft.com/office/drawing/2014/main" id="{A2E349B1-E02B-7AD2-A3A9-DA1BA345F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71500"/>
            <a:ext cx="866775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568D34E-533F-9829-8F5D-ED47E92CE2C0}"/>
              </a:ext>
            </a:extLst>
          </p:cNvPr>
          <p:cNvSpPr txBox="1"/>
          <p:nvPr/>
        </p:nvSpPr>
        <p:spPr>
          <a:xfrm>
            <a:off x="2305050" y="5486400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C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https://www.gov.br/dnit/pt-br/acesso-a-informacao/protecao-de-dados-pessoais-lgpd/cartilha_lgpd_2021.pdf</a:t>
            </a:r>
            <a:endParaRPr lang="en-US" dirty="0">
              <a:solidFill>
                <a:srgbClr val="FFC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2539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295400" y="457200"/>
            <a:ext cx="8610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 - LGPD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 </a:t>
            </a:r>
            <a:r>
              <a:rPr lang="pt-BR" sz="2800" b="1" dirty="0">
                <a:latin typeface="Montserrat Light" panose="00000400000000000000" pitchFamily="2" charset="0"/>
              </a:rPr>
              <a:t>Lei Geral de Proteção de Dados Pessoais </a:t>
            </a:r>
            <a:r>
              <a:rPr lang="pt-BR" sz="2800" dirty="0">
                <a:latin typeface="Montserrat Light" panose="00000400000000000000" pitchFamily="2" charset="0"/>
              </a:rPr>
              <a:t>– Lei nº 13.709, de 14 de agosto de 2018, é uma inovação que está em consonância com os regramentos internacionais mais atuais a respeito da proteção de dados.</a:t>
            </a:r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6146" name="Picture 2" descr="LGPD - Lei Geral de Proteção de Dados - Futura Tecnologia | Produtividade e  Segurança Digital">
            <a:extLst>
              <a:ext uri="{FF2B5EF4-FFF2-40B4-BE49-F238E27FC236}">
                <a16:creationId xmlns:a16="http://schemas.microsoft.com/office/drawing/2014/main" id="{4B05BDCF-6E6F-3AD1-5102-28BBF4952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453245"/>
            <a:ext cx="72390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177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E050B72-3343-0698-3940-8343333F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8052"/>
            <a:ext cx="8439422" cy="672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862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>
                <a:solidFill>
                  <a:srgbClr val="FF0000"/>
                </a:solidFill>
              </a:rPr>
              <a:t>Dados Pessoais Sensíveis</a:t>
            </a:r>
            <a:endParaRPr lang="pt-BR" sz="2800" b="1" i="1" dirty="0">
              <a:solidFill>
                <a:srgbClr val="FF0000"/>
              </a:solidFill>
              <a:effectLst/>
            </a:endParaRPr>
          </a:p>
          <a:p>
            <a:endParaRPr lang="pt-BR" sz="2800" dirty="0">
              <a:solidFill>
                <a:srgbClr val="24202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8E9E7F-E47B-CD5B-5D25-49349D7BE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093756"/>
            <a:ext cx="8256586" cy="56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37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en-US" sz="2800" b="1" dirty="0">
                <a:latin typeface="Montserrat Light" panose="00000400000000000000" pitchFamily="2" charset="0"/>
              </a:rPr>
              <a:t>Dado </a:t>
            </a:r>
            <a:r>
              <a:rPr lang="en-US" sz="2800" b="1" dirty="0" err="1">
                <a:latin typeface="Montserrat Light" panose="00000400000000000000" pitchFamily="2" charset="0"/>
              </a:rPr>
              <a:t>Anonimizado</a:t>
            </a:r>
            <a:r>
              <a:rPr lang="en-US" sz="2800" dirty="0">
                <a:latin typeface="Montserrat Light" panose="00000400000000000000" pitchFamily="2" charset="0"/>
              </a:rPr>
              <a:t>, </a:t>
            </a:r>
            <a:r>
              <a:rPr lang="pt-BR" sz="2800" dirty="0">
                <a:latin typeface="Montserrat Light" panose="00000400000000000000" pitchFamily="2" charset="0"/>
              </a:rPr>
              <a:t>Relativo a usuário que não possa ser identificado, considerando a utilização de meios técnicos razoáveis e disponíveis na ocasião do seu tratamento.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3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0CD8-7A8D-EE4D-CB6F-113BDA68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9D35C8-2A2D-D73A-2D50-CC1C305FF08D}"/>
              </a:ext>
            </a:extLst>
          </p:cNvPr>
          <p:cNvSpPr txBox="1"/>
          <p:nvPr/>
        </p:nvSpPr>
        <p:spPr>
          <a:xfrm>
            <a:off x="1066800" y="582067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endParaRPr lang="pt-BR" sz="2800" b="1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Um dado só é considerado efetivamente anonimizado se não permitir que, via meios técnicos e outros, se reconstrua o caminho para “descobrir” quem era o titular do dado.</a:t>
            </a:r>
          </a:p>
          <a:p>
            <a:pPr algn="just"/>
            <a:endParaRPr lang="pt-BR" sz="2800" i="1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i="1" dirty="0">
                <a:latin typeface="Montserrat Light" panose="00000400000000000000" pitchFamily="2" charset="0"/>
              </a:rPr>
              <a:t>Se de alguma forma a identificação ocorrer, então ele não é, de fato, um dado anonimizado</a:t>
            </a:r>
            <a:r>
              <a:rPr lang="pt-BR" sz="2800" dirty="0">
                <a:latin typeface="Montserrat Light" panose="00000400000000000000" pitchFamily="2" charset="0"/>
              </a:rPr>
              <a:t> e sim, apenas, um </a:t>
            </a:r>
            <a:r>
              <a:rPr lang="pt-BR" sz="2800" b="1" dirty="0">
                <a:latin typeface="Montserrat Light" panose="00000400000000000000" pitchFamily="2" charset="0"/>
              </a:rPr>
              <a:t>dado </a:t>
            </a:r>
            <a:r>
              <a:rPr lang="pt-BR" sz="2800" b="1" dirty="0" err="1">
                <a:latin typeface="Montserrat Light" panose="00000400000000000000" pitchFamily="2" charset="0"/>
              </a:rPr>
              <a:t>pseudonimizado</a:t>
            </a:r>
            <a:r>
              <a:rPr lang="pt-BR" sz="2800" dirty="0">
                <a:latin typeface="Montserrat Light" panose="00000400000000000000" pitchFamily="2" charset="0"/>
              </a:rPr>
              <a:t> e estará, então, sujeito à LGPD.</a:t>
            </a:r>
          </a:p>
        </p:txBody>
      </p:sp>
    </p:spTree>
    <p:extLst>
      <p:ext uri="{BB962C8B-B14F-4D97-AF65-F5344CB8AC3E}">
        <p14:creationId xmlns:p14="http://schemas.microsoft.com/office/powerpoint/2010/main" val="1592082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582067"/>
            <a:ext cx="9220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 Digital</a:t>
            </a:r>
          </a:p>
          <a:p>
            <a:pPr algn="ctr"/>
            <a:endParaRPr lang="pt-BR" sz="2800" spc="-160" dirty="0">
              <a:latin typeface="Montserrat ExtraBold" panose="00000900000000000000" pitchFamily="2" charset="0"/>
              <a:ea typeface="+mj-ea"/>
            </a:endParaRPr>
          </a:p>
          <a:p>
            <a:endParaRPr lang="pt-BR" sz="2800" dirty="0">
              <a:solidFill>
                <a:srgbClr val="242021"/>
              </a:solidFill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Titular dos Dados Pessoais, </a:t>
            </a:r>
            <a:r>
              <a:rPr lang="pt-BR" sz="2800" dirty="0">
                <a:latin typeface="Montserrat Light" panose="00000400000000000000" pitchFamily="2" charset="0"/>
              </a:rPr>
              <a:t>é a pessoa natural identificada ou identificável, independente da sua nacionalidade ou do local da sua residência.</a:t>
            </a:r>
          </a:p>
          <a:p>
            <a:pPr algn="just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Tratamento de Dados Pessoais, </a:t>
            </a:r>
            <a:r>
              <a:rPr lang="pt-BR" sz="2800" dirty="0">
                <a:latin typeface="Montserrat Light" panose="00000400000000000000" pitchFamily="2" charset="0"/>
              </a:rPr>
              <a:t>é qualquer operação ou conjunto de operações realizada com dados pessoais ou conjunto de dados pessoais por meios automatizados ou não.</a:t>
            </a:r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926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685800" y="533400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Coleta: </a:t>
            </a:r>
            <a:r>
              <a:rPr lang="pt-BR" sz="2800" dirty="0">
                <a:latin typeface="Montserrat Light" panose="00000400000000000000" pitchFamily="2" charset="0"/>
              </a:rPr>
              <a:t>Obtenção, recepção ou produção de dados pessoais, independentemente do meio utilizado (documento físico, eletrônico, sistema de informação </a:t>
            </a:r>
            <a:r>
              <a:rPr lang="pt-BR" sz="2800" dirty="0" err="1">
                <a:latin typeface="Montserrat Light" panose="00000400000000000000" pitchFamily="2" charset="0"/>
              </a:rPr>
              <a:t>etc</a:t>
            </a:r>
            <a:r>
              <a:rPr lang="pt-BR" sz="2800" dirty="0">
                <a:latin typeface="Montserrat Light" panose="00000400000000000000" pitchFamily="2" charset="0"/>
              </a:rPr>
              <a:t>).</a:t>
            </a:r>
          </a:p>
          <a:p>
            <a:pPr algn="just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Retenção: </a:t>
            </a:r>
            <a:r>
              <a:rPr lang="pt-BR" sz="2800" dirty="0">
                <a:latin typeface="Montserrat Light" panose="00000400000000000000" pitchFamily="2" charset="0"/>
              </a:rPr>
              <a:t>Arquivamento ou armazenamento de dados pessoais independentemente do meio utilizado (documento físico, eletrônico, banco de dados, arquivo de aço, </a:t>
            </a:r>
            <a:r>
              <a:rPr lang="pt-BR" sz="2800" dirty="0" err="1">
                <a:latin typeface="Montserrat Light" panose="00000400000000000000" pitchFamily="2" charset="0"/>
              </a:rPr>
              <a:t>etc</a:t>
            </a:r>
            <a:r>
              <a:rPr lang="pt-BR" sz="2800" dirty="0">
                <a:latin typeface="Montserrat Light" panose="00000400000000000000" pitchFamily="2" charset="0"/>
              </a:rPr>
              <a:t>).</a:t>
            </a:r>
          </a:p>
          <a:p>
            <a:pPr algn="just"/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724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7AEC-0961-9E56-3CEF-7EE8499E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09A6C9-B247-8C96-0659-651413D6E058}"/>
              </a:ext>
            </a:extLst>
          </p:cNvPr>
          <p:cNvSpPr txBox="1"/>
          <p:nvPr/>
        </p:nvSpPr>
        <p:spPr>
          <a:xfrm>
            <a:off x="685800" y="533400"/>
            <a:ext cx="838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Processamento: </a:t>
            </a:r>
            <a:r>
              <a:rPr lang="pt-BR" sz="2800" dirty="0">
                <a:latin typeface="Montserrat Light" panose="00000400000000000000" pitchFamily="2" charset="0"/>
              </a:rPr>
              <a:t>Qualquer operação que envolva classificação, utilização, reprodução, processamento, avaliação ou controle da informação, extração e modificação de dados pessoais.</a:t>
            </a:r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9088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990600" y="1012954"/>
            <a:ext cx="8686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Compartilhamento: </a:t>
            </a:r>
            <a:r>
              <a:rPr lang="pt-BR" sz="2800" dirty="0">
                <a:latin typeface="Montserrat Light" panose="00000400000000000000" pitchFamily="2" charset="0"/>
              </a:rPr>
              <a:t>Qualquer operação que envolva reprodução, transmissão, distribuição, comunicação, transferência, difusão e compartilhamento de dados pessoais.</a:t>
            </a:r>
          </a:p>
          <a:p>
            <a:pPr algn="just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Eliminação: </a:t>
            </a:r>
            <a:r>
              <a:rPr lang="pt-BR" sz="2800" dirty="0">
                <a:latin typeface="Montserrat Light" panose="00000400000000000000" pitchFamily="2" charset="0"/>
              </a:rPr>
              <a:t>Qualquer operação que vise apagar ou eliminar dados pessoais. Contempla o descarte dos ativos organizacionais nos casos necessários ao negócio da instituição.</a:t>
            </a:r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5673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899" y="568035"/>
            <a:ext cx="9220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dirty="0">
              <a:solidFill>
                <a:srgbClr val="36344D"/>
              </a:solidFill>
              <a:latin typeface="Mul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F3B1E0A-27EB-F879-218C-46C48D48F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167" y="1045089"/>
            <a:ext cx="6515665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976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219200" y="1600200"/>
            <a:ext cx="8686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dirty="0">
              <a:solidFill>
                <a:srgbClr val="36344D"/>
              </a:solidFill>
              <a:latin typeface="Muli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O </a:t>
            </a:r>
            <a:r>
              <a:rPr lang="pt-BR" sz="2800" i="1" dirty="0">
                <a:solidFill>
                  <a:srgbClr val="C00000"/>
                </a:solidFill>
                <a:latin typeface="Montserrat Light" panose="00000400000000000000" pitchFamily="2" charset="0"/>
              </a:rPr>
              <a:t>usuário deve permitir o tratamento de seus dados pessoais </a:t>
            </a:r>
            <a:r>
              <a:rPr lang="pt-BR" sz="2800" dirty="0">
                <a:latin typeface="Montserrat Light" panose="00000400000000000000" pitchFamily="2" charset="0"/>
              </a:rPr>
              <a:t>e essa permissão tem que ser livre, informada e inequívoca, por meio da qual o titular concorda com tal tratamento para uma finalidade determinada.</a:t>
            </a:r>
            <a:endParaRPr lang="pt-BR" sz="2800" dirty="0">
              <a:solidFill>
                <a:srgbClr val="36344D"/>
              </a:solidFill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62379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387095" y="609600"/>
            <a:ext cx="9220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63FD41-3214-D051-76BD-6A563A606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5" y="1371600"/>
            <a:ext cx="11417809" cy="52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708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Além do titular dos dados pessoais, a LGPD define os principais atores envolvidos no processo de tratamento dos dados, bem como na fiscalização do cumprimento da Lei.</a:t>
            </a:r>
            <a:endParaRPr lang="pt-BR" sz="2800" b="1" i="1" dirty="0">
              <a:latin typeface="Montserrat Light" panose="00000400000000000000" pitchFamily="2" charset="0"/>
            </a:endParaRPr>
          </a:p>
          <a:p>
            <a:pPr algn="just"/>
            <a:endParaRPr lang="pt-BR" sz="2800" b="1" i="1" dirty="0"/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Controlador: </a:t>
            </a:r>
            <a:r>
              <a:rPr lang="pt-BR" sz="2800" dirty="0">
                <a:latin typeface="Montserrat Light" panose="00000400000000000000" pitchFamily="2" charset="0"/>
              </a:rPr>
              <a:t>é o DNIT, a quem competem as decisões referentes ao tratamento de dados pessoais. Pode exercer diretamente o tratamento dos dados ou designar um operador. Possui autonomia decisória quanto a fins e meios de tratamento.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8935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Operador: </a:t>
            </a:r>
            <a:r>
              <a:rPr lang="pt-BR" sz="2800" dirty="0">
                <a:latin typeface="Montserrat Light" panose="00000400000000000000" pitchFamily="2" charset="0"/>
              </a:rPr>
              <a:t>pessoa natural ou jurídica, de direito público ou privado, que realiza o tratamento de dados pessoais em nome do controlador (escopo eminentemente executório).</a:t>
            </a:r>
          </a:p>
          <a:p>
            <a:pPr algn="just"/>
            <a:endParaRPr lang="pt-BR" sz="2800" b="1" i="1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ENCARREGADO: </a:t>
            </a:r>
            <a:r>
              <a:rPr lang="pt-BR" sz="2800" dirty="0">
                <a:latin typeface="Montserrat Light" panose="00000400000000000000" pitchFamily="2" charset="0"/>
              </a:rPr>
              <a:t>Pessoa indicada pelo controlador ou pelo operador, que atua como canal de comunicação entre o controlador, os titulares dos dados e a Autoridade Nacional de Proteção de Dados.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9892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066800" y="1981200"/>
            <a:ext cx="8839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2800" b="1" i="1" dirty="0"/>
          </a:p>
          <a:p>
            <a:pPr algn="just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AUTORIDADE NACIONAL DE PROTEÇÃO DE DADOS – ANPD</a:t>
            </a:r>
          </a:p>
          <a:p>
            <a:pPr algn="just"/>
            <a:endParaRPr lang="pt-BR" sz="2800" b="1" dirty="0"/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Órgão da administração pública responsável por zelar, implementar e fiscalizar o cumprimento da Lei em todo o território nacional.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2662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104D133-CAEA-39AA-4955-EAB60F7D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76925"/>
            <a:ext cx="7963590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067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609600"/>
            <a:ext cx="9220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Direitos dos Titulares dos Dados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A LGPD é clara quanto aos direitos do titular, que deve ter o acesso facilitado às informações sobre o tratamento de seus dados. </a:t>
            </a:r>
          </a:p>
          <a:p>
            <a:pPr algn="just"/>
            <a:endParaRPr lang="pt-BR" sz="2800" b="1" i="1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I – A finalidade específica do tratamento dos dados;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II – Por quanto tempo vai durar o tratamento dos dados pessoais;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III – Qual é a identificação do controlador dos dados pessoais; 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949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Direitos dos Titulares dos Dados</a:t>
            </a:r>
          </a:p>
          <a:p>
            <a:pPr algn="ctr"/>
            <a:endParaRPr lang="pt-BR" sz="2800" b="1" i="1" dirty="0"/>
          </a:p>
          <a:p>
            <a:pPr algn="ctr"/>
            <a:endParaRPr lang="pt-BR" sz="2800" b="1" i="1" dirty="0"/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IV – Informações de contato do controlador;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V – Informações acerca se os seus dados pessoais vão ser compartilhados com outra empresa e qual é a finalidade desse compartilhamento; </a:t>
            </a:r>
          </a:p>
          <a:p>
            <a:pPr algn="just"/>
            <a:endParaRPr lang="pt-BR" sz="2800" dirty="0">
              <a:latin typeface="Montserrat Light" panose="00000400000000000000" pitchFamily="2" charset="0"/>
            </a:endParaRPr>
          </a:p>
          <a:p>
            <a:pPr algn="just"/>
            <a:r>
              <a:rPr lang="pt-BR" sz="2800" dirty="0">
                <a:latin typeface="Montserrat Light" panose="00000400000000000000" pitchFamily="2" charset="0"/>
              </a:rPr>
              <a:t>VI – Responsabilidade das empresas que realizarão o tratamento dos dados.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572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spc="-160" dirty="0" err="1">
                <a:latin typeface="Montserrat ExtraBold" panose="00000900000000000000" pitchFamily="2" charset="0"/>
                <a:ea typeface="+mj-ea"/>
              </a:rPr>
              <a:t>Princípios</a:t>
            </a:r>
            <a:r>
              <a:rPr lang="en-US" sz="2800" spc="-160" dirty="0">
                <a:latin typeface="Montserrat ExtraBold" panose="00000900000000000000" pitchFamily="2" charset="0"/>
                <a:ea typeface="+mj-ea"/>
              </a:rPr>
              <a:t> da LGPD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b="1" dirty="0"/>
              <a:t>I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Finalidade: </a:t>
            </a:r>
            <a:r>
              <a:rPr lang="pt-BR" sz="2800" dirty="0">
                <a:latin typeface="Montserrat Light" panose="00000400000000000000" pitchFamily="2" charset="0"/>
              </a:rPr>
              <a:t>realização do tratamento para propósitos legítimos, específicos, explícitos e informados ao titular, sem possibilidade de tratamento posterior de forma incompatível com essas finalidades;</a:t>
            </a:r>
          </a:p>
          <a:p>
            <a:pPr algn="just"/>
            <a:endParaRPr lang="pt-BR" sz="2800" b="1" i="1" dirty="0"/>
          </a:p>
          <a:p>
            <a:pPr algn="just"/>
            <a:r>
              <a:rPr lang="pt-BR" sz="2800" b="1" dirty="0"/>
              <a:t>II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Adequação: </a:t>
            </a:r>
            <a:r>
              <a:rPr lang="pt-BR" sz="2800" dirty="0">
                <a:latin typeface="Montserrat Light" panose="00000400000000000000" pitchFamily="2" charset="0"/>
              </a:rPr>
              <a:t>compatibilidade do tratamento com as finalidades informadas ao titular, de acordo com o contexto do tratamento;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522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b="1" dirty="0"/>
              <a:t>III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Necessidade: </a:t>
            </a:r>
            <a:r>
              <a:rPr lang="pt-BR" sz="2800" dirty="0">
                <a:latin typeface="Montserrat Light" panose="00000400000000000000" pitchFamily="2" charset="0"/>
              </a:rPr>
              <a:t>limitação do tratamento ao mínimo necessário para a realização de suas finalidades, com abrangência dos dados pertinentes, proporcionais e não excessivos em relação às finalidades do tratamento de dados;</a:t>
            </a:r>
          </a:p>
          <a:p>
            <a:pPr algn="just"/>
            <a:endParaRPr lang="pt-BR" sz="2800" b="1" i="1" dirty="0"/>
          </a:p>
          <a:p>
            <a:pPr algn="just"/>
            <a:r>
              <a:rPr lang="pt-BR" sz="2800" b="1" dirty="0"/>
              <a:t>IV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Livre acesso: </a:t>
            </a:r>
            <a:r>
              <a:rPr lang="pt-BR" sz="2800" dirty="0">
                <a:latin typeface="Montserrat Light" panose="00000400000000000000" pitchFamily="2" charset="0"/>
              </a:rPr>
              <a:t>garantia, aos titulares, de consulta facilitada e gratuita sobre a forma e a duração do tratamento, bem como sobre a integralidade de seus dados pessoais;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847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b="1" dirty="0"/>
              <a:t>V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Qualidade dos dados: </a:t>
            </a:r>
            <a:r>
              <a:rPr lang="pt-BR" sz="2800" dirty="0">
                <a:latin typeface="Montserrat Light" panose="00000400000000000000" pitchFamily="2" charset="0"/>
              </a:rPr>
              <a:t>garantia, aos titulares, de exatidão, clareza, relevância e atualização dos dados, de acordo com a necessidade e para o cumprimento da finalidade de seu tratamento;</a:t>
            </a:r>
          </a:p>
          <a:p>
            <a:pPr algn="just"/>
            <a:endParaRPr lang="pt-BR" sz="2800" b="1" i="1" dirty="0"/>
          </a:p>
          <a:p>
            <a:pPr algn="just"/>
            <a:r>
              <a:rPr lang="pt-BR" sz="2800" b="1" dirty="0"/>
              <a:t>VI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Transparência: </a:t>
            </a:r>
            <a:r>
              <a:rPr lang="pt-BR" sz="2800" dirty="0">
                <a:latin typeface="Montserrat Light" panose="00000400000000000000" pitchFamily="2" charset="0"/>
              </a:rPr>
              <a:t>garantia, aos titulares, de informações claras, precisas e facilmente acessíveis sobre a realização do tratamento e os respectivos agentes de tratamento, observados os segredos comercial e industrial;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0669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b="1" dirty="0"/>
              <a:t>VII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Segurança: </a:t>
            </a:r>
            <a:r>
              <a:rPr lang="pt-BR" sz="2800" dirty="0">
                <a:latin typeface="Montserrat Light" panose="00000400000000000000" pitchFamily="2" charset="0"/>
              </a:rPr>
              <a:t>utilização de medidas técnicas e administrativas aptas a proteger os dados pessoais de acessos não autorizados e de situações acidentais ou ilícitas de destruição, perda, alteração, comunicação ou difusão;</a:t>
            </a:r>
          </a:p>
          <a:p>
            <a:pPr algn="just"/>
            <a:endParaRPr lang="pt-BR" sz="2800" b="1" i="1" dirty="0"/>
          </a:p>
          <a:p>
            <a:pPr algn="just"/>
            <a:r>
              <a:rPr lang="pt-BR" sz="2800" b="1" dirty="0"/>
              <a:t>VIII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Prevenção: </a:t>
            </a:r>
            <a:r>
              <a:rPr lang="pt-BR" sz="2800" dirty="0">
                <a:latin typeface="Montserrat Light" panose="00000400000000000000" pitchFamily="2" charset="0"/>
              </a:rPr>
              <a:t>adoção de medidas para prevenir a ocorrência de danos em virtude do tratamento de dados pessoais;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279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10C137-D5DA-8CEF-6865-C2DE9E51E619}"/>
              </a:ext>
            </a:extLst>
          </p:cNvPr>
          <p:cNvSpPr txBox="1"/>
          <p:nvPr/>
        </p:nvSpPr>
        <p:spPr>
          <a:xfrm>
            <a:off x="1485900" y="838200"/>
            <a:ext cx="9220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Fases do Ciclo de Vida</a:t>
            </a:r>
          </a:p>
          <a:p>
            <a:pPr algn="ctr"/>
            <a:endParaRPr lang="pt-BR" sz="2800" b="1" i="1" dirty="0"/>
          </a:p>
          <a:p>
            <a:pPr algn="just"/>
            <a:r>
              <a:rPr lang="pt-BR" sz="2800" b="1" dirty="0"/>
              <a:t>IX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Não discriminação: </a:t>
            </a:r>
            <a:r>
              <a:rPr lang="pt-BR" sz="2800" dirty="0">
                <a:latin typeface="Montserrat Light" panose="00000400000000000000" pitchFamily="2" charset="0"/>
              </a:rPr>
              <a:t>impossibilidade de realização do tratamento para fins discriminatórios ilícitos ou abusivos; </a:t>
            </a:r>
          </a:p>
          <a:p>
            <a:pPr algn="just"/>
            <a:endParaRPr lang="pt-BR" sz="2800" b="1" i="1" dirty="0"/>
          </a:p>
          <a:p>
            <a:pPr algn="just"/>
            <a:r>
              <a:rPr lang="pt-BR" sz="2800" b="1" dirty="0"/>
              <a:t>X - </a:t>
            </a:r>
            <a:r>
              <a:rPr lang="pt-BR" sz="2800" spc="-160" dirty="0">
                <a:latin typeface="Montserrat ExtraBold" panose="00000900000000000000" pitchFamily="2" charset="0"/>
                <a:ea typeface="+mj-ea"/>
              </a:rPr>
              <a:t>Responsabilização e prestação de contas: </a:t>
            </a:r>
            <a:r>
              <a:rPr lang="pt-BR" sz="2800" dirty="0">
                <a:latin typeface="Montserrat Light" panose="00000400000000000000" pitchFamily="2" charset="0"/>
              </a:rPr>
              <a:t>demonstração, pelo agente, da adoção de medidas eficazes e capazes de comprovar a observância e o cumprimento das normas de proteção de dados pessoais e, inclusive, da eficácia dessas medidas.</a:t>
            </a:r>
            <a:endParaRPr lang="pt-BR" sz="2800" b="1" i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3238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98EDB5-040D-C463-C746-9C639DC07697}"/>
              </a:ext>
            </a:extLst>
          </p:cNvPr>
          <p:cNvSpPr txBox="1"/>
          <p:nvPr/>
        </p:nvSpPr>
        <p:spPr>
          <a:xfrm>
            <a:off x="2895600" y="2659559"/>
            <a:ext cx="6519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spc="-160" dirty="0">
                <a:latin typeface="Montserrat ExtraBold" panose="00000900000000000000" pitchFamily="2" charset="0"/>
                <a:ea typeface="+mj-ea"/>
              </a:rPr>
              <a:t>Obrigado pela atenção !!!</a:t>
            </a:r>
            <a:endParaRPr lang="en-US" sz="4000" spc="-160" dirty="0">
              <a:latin typeface="Montserrat ExtraBold" panose="00000900000000000000" pitchFamily="2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6225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6470</TotalTime>
  <Words>3512</Words>
  <Application>Microsoft Office PowerPoint</Application>
  <PresentationFormat>Ecrã Panorâmico</PresentationFormat>
  <Paragraphs>461</Paragraphs>
  <Slides>80</Slides>
  <Notes>76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80</vt:i4>
      </vt:variant>
    </vt:vector>
  </HeadingPairs>
  <TitlesOfParts>
    <vt:vector size="98" baseType="lpstr">
      <vt:lpstr>Aptos</vt:lpstr>
      <vt:lpstr>Arial</vt:lpstr>
      <vt:lpstr>Arial MT</vt:lpstr>
      <vt:lpstr>Arial-BoldMT</vt:lpstr>
      <vt:lpstr>ArialMT</vt:lpstr>
      <vt:lpstr>Calibri</vt:lpstr>
      <vt:lpstr>Montserrat</vt:lpstr>
      <vt:lpstr>Montserrat ExtraBold</vt:lpstr>
      <vt:lpstr>Montserrat Light</vt:lpstr>
      <vt:lpstr>Montserrat Medium</vt:lpstr>
      <vt:lpstr>Montserrat SemiBold</vt:lpstr>
      <vt:lpstr>Muli</vt:lpstr>
      <vt:lpstr>Open Sans</vt:lpstr>
      <vt:lpstr>Söhne</vt:lpstr>
      <vt:lpstr>Times New Roman</vt:lpstr>
      <vt:lpstr>Verdana</vt:lpstr>
      <vt:lpstr>Work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Dora</dc:creator>
  <cp:lastModifiedBy>João Flavio Diniz</cp:lastModifiedBy>
  <cp:revision>14</cp:revision>
  <dcterms:created xsi:type="dcterms:W3CDTF">2023-01-13T23:18:52Z</dcterms:created>
  <dcterms:modified xsi:type="dcterms:W3CDTF">2025-05-01T21:48:39Z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2023-01-13T00:00:00Z</vt:filetime>
  </property>
</Properties>
</file>