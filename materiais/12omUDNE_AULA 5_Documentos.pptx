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72" r:id="rId11"/>
    <p:sldId id="273" r:id="rId12"/>
    <p:sldId id="274" r:id="rId13"/>
    <p:sldId id="276" r:id="rId14"/>
    <p:sldId id="279" r:id="rId15"/>
    <p:sldId id="278" r:id="rId16"/>
    <p:sldId id="280" r:id="rId17"/>
    <p:sldId id="281" r:id="rId18"/>
    <p:sldId id="282" r:id="rId19"/>
    <p:sldId id="283" r:id="rId20"/>
    <p:sldId id="264" r:id="rId21"/>
    <p:sldId id="265" r:id="rId22"/>
    <p:sldId id="266" r:id="rId23"/>
    <p:sldId id="270" r:id="rId24"/>
    <p:sldId id="268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348A8-412E-FCF6-D883-24411C291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F56320-A891-9C08-D876-4EF6E2505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76409A-AABA-A2D6-1A2C-C1D1EA3C9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B2DC-BC34-4BF6-89F7-6427ED95E415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E03741-A168-B770-B4E6-E5E2BF3BF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89CFA1-A357-CEB2-D588-FDC9AECEA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ACC78-9BC3-41E0-B4AD-DC6437E67E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0504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C9145-34F1-157C-651F-B76464091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4E486E-31E9-3B8E-2CEF-D38261F86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094D3E-D1C7-DFF0-3FA3-01675FD0A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B2DC-BC34-4BF6-89F7-6427ED95E415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E8C179-8A10-EFBD-3297-44BDB9FC4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FDA862-5229-1199-B0FC-E3190AF56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ACC78-9BC3-41E0-B4AD-DC6437E67E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776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19771-F532-5A27-1057-F9F7D442D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6232FA-264E-8C51-CA03-0FB576D48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CC0EE9-FB87-D642-C42F-8FA086F97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B2DC-BC34-4BF6-89F7-6427ED95E415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3852C4-6802-2E96-C455-580646BD6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02D201-B365-C866-1C2A-AE80CAE06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ACC78-9BC3-41E0-B4AD-DC6437E67E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770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1CCB2-85B0-FF0F-370C-A4171A542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E9E254-E5A3-221C-494C-CA472CCA2A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0D119A5-616B-419C-4B7A-05D2E111F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87E54A-6DE0-FF3D-D436-CEB850DA1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B2DC-BC34-4BF6-89F7-6427ED95E415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F8334D-ECE5-B56E-693A-30BB0B251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9B62AF-2547-DA4E-3C8F-BE6C28399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ACC78-9BC3-41E0-B4AD-DC6437E67E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9762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89C35B-F95A-EA16-9E36-07A4E73C4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A9EC6A-7DA1-FD86-2E76-2CC20BB25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D915D87-00A9-BA87-2E49-96C31D579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35815B7-4C1B-CCFD-BFEE-21736B86D5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8C1C691-B943-EC0B-395E-64A30CF222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4E7A7EC-0439-9808-B4DC-FFC5F2CC3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B2DC-BC34-4BF6-89F7-6427ED95E415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EBF40D1-91DF-84AA-31AF-2D3BAD817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2AB498E-BC45-EB80-BD30-1D6AFC206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ACC78-9BC3-41E0-B4AD-DC6437E67E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386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4BAA53-E00D-E337-E66D-3191BD15A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3DDD11A-A533-7EE9-81C1-064118D91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B2DC-BC34-4BF6-89F7-6427ED95E415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EDC8DA0-3521-14BF-46CF-BA68A489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DC5110C-7A34-27D7-82FC-F8E32DECD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ACC78-9BC3-41E0-B4AD-DC6437E67E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0809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5B2146F-93FB-52D0-9B4C-13AF1B51D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B2DC-BC34-4BF6-89F7-6427ED95E415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A5D3A2C-B424-0844-02AB-4A50323E8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143DE25-E922-3BFB-C8A2-26ACB6F00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ACC78-9BC3-41E0-B4AD-DC6437E67E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6900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2D930F-5994-C181-FE55-1F0D23813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8DC68D-CD8A-3596-D787-527FDADC0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FB1BD6-915F-2057-8D12-5EF34191FE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13F7E3-E57E-38D7-A19F-698E7A528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B2DC-BC34-4BF6-89F7-6427ED95E415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2BC2AFC-41CD-45CD-0146-2A1073845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EF20FB-8D62-4545-AE8D-B54F3722A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ACC78-9BC3-41E0-B4AD-DC6437E67E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3350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31FB3-84B3-32FC-A795-41915D2D6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A1B6BF1-5998-F5FE-ADF3-9EB01C0055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F38B56F-533A-B75D-A619-C4CE315801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40F200-0EA5-6653-F55C-39763749B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B2DC-BC34-4BF6-89F7-6427ED95E415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2DC29B-AE29-4DCC-EC31-71122DEF5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3F2194-AF8C-8736-F93A-119606D3C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ACC78-9BC3-41E0-B4AD-DC6437E67E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3280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19D48-C0E0-86D6-FDE9-DF6E51BD1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A62B666-1A6F-AA8A-E92C-9B952B497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C79904-1BA4-5D61-BD82-6C6BF35F0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B2DC-BC34-4BF6-89F7-6427ED95E415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C761C5-99C9-43C8-EAA4-8D7737308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0DA995-20BE-B0BE-3A95-C53B79E7D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ACC78-9BC3-41E0-B4AD-DC6437E67E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6392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B58E987-3870-8F91-D996-B71BCF66BD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92C8757-E916-C52F-1689-B9D7F64DE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4E5912-DBF3-DB99-C702-D474E94FF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B2DC-BC34-4BF6-89F7-6427ED95E415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779E34-BB94-5CF0-960B-ABD8CD6D5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1E8B50-9399-3B5A-4F1F-6FC91D0AB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ACC78-9BC3-41E0-B4AD-DC6437E67E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5906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F4E72E7-92CF-0C22-B5E5-B8CFFE58E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5003A2-2418-1805-367F-C4B26A437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26727A-D687-D2DB-B2DB-455DE8F93D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74B2DC-BC34-4BF6-89F7-6427ED95E415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15A186-7B47-93C3-0698-1AEA21DE92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26B074-08C8-C5FB-4013-FDB83D658E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CACC78-9BC3-41E0-B4AD-DC6437E67E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8266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073A07-B485-9BC7-0129-0E0C30AE65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0656C0-B2A3-8D5D-35C4-F9A57BD9C4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797D2119-C211-B99B-99AC-3B55EB734D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138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 descr="Uma imagem contendo Diagrama&#10;&#10;O conteúdo gerado por IA pode estar incorreto.">
            <a:extLst>
              <a:ext uri="{FF2B5EF4-FFF2-40B4-BE49-F238E27FC236}">
                <a16:creationId xmlns:a16="http://schemas.microsoft.com/office/drawing/2014/main" id="{B27904F2-2D2D-EF06-CAA9-2A9D7EDCF0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" r="1" b="1"/>
          <a:stretch>
            <a:fillRect/>
          </a:stretch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815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382A12E8-1C5A-DA9F-29F0-17558F5CA0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" r="1" b="1"/>
          <a:stretch>
            <a:fillRect/>
          </a:stretch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386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 descr="Interface gráfica do usuário, Tabela&#10;&#10;O conteúdo gerado por IA pode estar incorreto.">
            <a:extLst>
              <a:ext uri="{FF2B5EF4-FFF2-40B4-BE49-F238E27FC236}">
                <a16:creationId xmlns:a16="http://schemas.microsoft.com/office/drawing/2014/main" id="{F65434DA-4589-AA8E-9EF2-B5DEEEB9B2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" r="1" b="1"/>
          <a:stretch>
            <a:fillRect/>
          </a:stretch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155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326144F4-321B-5039-38D9-9449FEBC9E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" r="1" b="1"/>
          <a:stretch>
            <a:fillRect/>
          </a:stretch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492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DA5B3296-B3FB-A73C-A0D9-C800C7BEB1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" b="1"/>
          <a:stretch>
            <a:fillRect/>
          </a:stretch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898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68D35D50-CCA5-EF1C-0F3B-FC6EB4D94F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" r="1" b="1"/>
          <a:stretch>
            <a:fillRect/>
          </a:stretch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134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54DC22EC-81D5-6DD5-72B3-F1DB8C9157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" r="1" b="1"/>
          <a:stretch>
            <a:fillRect/>
          </a:stretch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590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Espaço Reservado para Conteúdo 6" descr="Texto, Aplicativo&#10;&#10;O conteúdo gerado por IA pode estar incorreto.">
            <a:extLst>
              <a:ext uri="{FF2B5EF4-FFF2-40B4-BE49-F238E27FC236}">
                <a16:creationId xmlns:a16="http://schemas.microsoft.com/office/drawing/2014/main" id="{DB8636DA-EB69-A6F1-1D7F-9E41E50CDB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9698" y="672885"/>
            <a:ext cx="7523581" cy="532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890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Espaço Reservado para Conteúdo 4" descr="Texto&#10;&#10;O conteúdo gerado por IA pode estar incorreto.">
            <a:extLst>
              <a:ext uri="{FF2B5EF4-FFF2-40B4-BE49-F238E27FC236}">
                <a16:creationId xmlns:a16="http://schemas.microsoft.com/office/drawing/2014/main" id="{4EC93FD6-20E4-75EA-4FAB-8383B2239C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3657" y="797597"/>
            <a:ext cx="8451568" cy="507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676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Espaço Reservado para Conteúdo 4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F493CBA0-DD61-1FC8-8829-6E36FABE11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8538" y="765864"/>
            <a:ext cx="7057981" cy="539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47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38E0694-D109-DA87-F15F-C3C3B2A62E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955" y="678704"/>
            <a:ext cx="8313693" cy="536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70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87C914-F621-C61F-1F02-9E41AE69D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E2FFD42-CEEB-7D30-F166-CEE6F2417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EBD32AA-D306-B4AA-C90E-2B3CF223E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4A3F9AD5-1542-5BFC-E8E7-B1848563B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34C83B-B523-BA68-DD08-8DF1C1418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BC9469B-320F-093E-C898-4088B17E1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08" y="681037"/>
            <a:ext cx="6826404" cy="550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096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4074B8-FF3D-1F5A-5C79-E2B397086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5C667B3-4A1B-AEE8-ACA9-22074817E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8BC4ED6-AC62-7465-3040-C3E07E69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2F9B68A5-2700-317C-CA71-EA98EDE16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109DE90-A727-2CC4-0CF3-6AA66826F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23" y="944758"/>
            <a:ext cx="7401420" cy="284932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E531624-9B13-685C-61A4-F431CF472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81" y="3889612"/>
            <a:ext cx="7427642" cy="202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434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D7AB6F0-29D2-FECD-35A2-FC3EF8DF96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4409" y="708684"/>
            <a:ext cx="7070516" cy="535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923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79DC8A-A0BC-D39E-C011-0CC0BE6AB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B5C4CD-53FF-27A0-5D93-2752CB610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70B2C64-FE24-E8F3-9422-9C47D7005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C5A48565-FB45-086E-A358-4BA255F8B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4F9243A-D4DA-4082-E007-2484ED408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76605"/>
            <a:ext cx="8465984" cy="471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999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Espaço Reservado para Conteúdo 4" descr="Texto, Carta&#10;&#10;O conteúdo gerado por IA pode estar incorreto.">
            <a:extLst>
              <a:ext uri="{FF2B5EF4-FFF2-40B4-BE49-F238E27FC236}">
                <a16:creationId xmlns:a16="http://schemas.microsoft.com/office/drawing/2014/main" id="{54710A92-9605-1A99-DE97-07B902D35A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0829" y="998090"/>
            <a:ext cx="9091911" cy="397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932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D7F85E-9C65-1639-4C30-76BB4D266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Espaço Reservado para Conteúdo 5" descr="Texto, Carta&#10;&#10;O conteúdo gerado por IA pode estar incorreto.">
            <a:extLst>
              <a:ext uri="{FF2B5EF4-FFF2-40B4-BE49-F238E27FC236}">
                <a16:creationId xmlns:a16="http://schemas.microsoft.com/office/drawing/2014/main" id="{C43672E8-8BA6-E3E5-0385-7C5F40529E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3" y="1074517"/>
            <a:ext cx="7746709" cy="466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102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7A1364-05DF-57D3-DE1B-E77024E6C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50570CB-D73D-D5CD-C62B-E57EF5ACE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F21A56E-5257-A4ED-2525-55BE9B5A6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69CCC977-94FE-5AEE-0C9B-7A601CC1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C3D6DBE-613D-990B-C4A6-4802B41DC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485" y="1214397"/>
            <a:ext cx="8927492" cy="386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44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834BCF24-AB8A-D52E-B08F-B7ED94F3D0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" r="1" b="1"/>
          <a:stretch>
            <a:fillRect/>
          </a:stretch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0576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6FCCADDB-6E9A-7ED5-00DB-AFC0FD186B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" r="1" b="1"/>
          <a:stretch>
            <a:fillRect/>
          </a:stretch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298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59118D17-DF07-C015-FC6E-4FD25159C2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" b="1"/>
          <a:stretch>
            <a:fillRect/>
          </a:stretch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76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F7AD868-57B3-3F7C-8873-37E1739FA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9" y="119963"/>
            <a:ext cx="10226722" cy="6618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11457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5C14D4-BAE9-15FC-43F3-D577459D0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971" y="250268"/>
            <a:ext cx="10515600" cy="773315"/>
          </a:xfrm>
        </p:spPr>
        <p:txBody>
          <a:bodyPr/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C3DAAA-C23E-D1F2-5188-5C4C54103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971" y="1023583"/>
            <a:ext cx="11008057" cy="51260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400" b="1" dirty="0"/>
              <a:t>Estudo de Caso</a:t>
            </a:r>
          </a:p>
          <a:p>
            <a:pPr marL="0" indent="0" algn="just">
              <a:buNone/>
            </a:pPr>
            <a:r>
              <a:rPr lang="pt-BR" sz="2400" dirty="0"/>
              <a:t>A empresa </a:t>
            </a:r>
            <a:r>
              <a:rPr lang="pt-BR" sz="2400" b="1" dirty="0"/>
              <a:t>_____________________</a:t>
            </a:r>
            <a:r>
              <a:rPr lang="pt-BR" sz="2400" dirty="0"/>
              <a:t>abriu uma vaga para </a:t>
            </a:r>
            <a:r>
              <a:rPr lang="pt-BR" sz="2400" b="1" dirty="0"/>
              <a:t>Assistente Administrativo</a:t>
            </a:r>
            <a:r>
              <a:rPr lang="pt-BR" sz="2400" dirty="0"/>
              <a:t>.</a:t>
            </a:r>
            <a:br>
              <a:rPr lang="pt-BR" sz="2400" dirty="0"/>
            </a:br>
            <a:r>
              <a:rPr lang="pt-BR" sz="2400" dirty="0"/>
              <a:t>Após o processo seletivo, o (a) candidato (a) </a:t>
            </a:r>
            <a:r>
              <a:rPr lang="pt-BR" sz="2400" b="1" dirty="0"/>
              <a:t>___________________</a:t>
            </a:r>
            <a:r>
              <a:rPr lang="pt-BR" sz="2400" dirty="0"/>
              <a:t>foi aprovado. Antes da contratação efetiva, o RH precisa organizar a documentação obrigatória:</a:t>
            </a:r>
          </a:p>
          <a:p>
            <a:pPr marL="0" indent="0" algn="just">
              <a:buNone/>
            </a:pPr>
            <a:endParaRPr lang="pt-BR" sz="2400" dirty="0"/>
          </a:p>
          <a:p>
            <a:pPr algn="just"/>
            <a:r>
              <a:rPr lang="pt-BR" sz="2400" dirty="0"/>
              <a:t>Elaborar o </a:t>
            </a:r>
            <a:r>
              <a:rPr lang="pt-BR" sz="2400" b="1" dirty="0"/>
              <a:t>contrato de trabalho</a:t>
            </a:r>
            <a:r>
              <a:rPr lang="pt-BR" sz="2400" dirty="0"/>
              <a:t> com as condições de contratação;</a:t>
            </a:r>
          </a:p>
          <a:p>
            <a:pPr algn="just"/>
            <a:r>
              <a:rPr lang="pt-BR" sz="2400" dirty="0"/>
              <a:t>Elaborar o </a:t>
            </a:r>
            <a:r>
              <a:rPr lang="pt-BR" sz="2400" b="1" dirty="0"/>
              <a:t>ASO (Atestado de Saúde Ocupacional)</a:t>
            </a:r>
            <a:r>
              <a:rPr lang="pt-BR" sz="2400" dirty="0"/>
              <a:t>, documento que comprova a aptidão do colaborador para a função;</a:t>
            </a:r>
          </a:p>
          <a:p>
            <a:pPr algn="just"/>
            <a:r>
              <a:rPr lang="pt-BR" sz="2400" b="1" dirty="0"/>
              <a:t>Ficha de Registro de Empregado</a:t>
            </a:r>
            <a:r>
              <a:rPr lang="pt-BR" sz="2400" dirty="0"/>
              <a:t> (Administrativo/Pessoal).</a:t>
            </a:r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6490574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86</Words>
  <Application>Microsoft Office PowerPoint</Application>
  <PresentationFormat>Widescreen</PresentationFormat>
  <Paragraphs>7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ATIVIDADE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Gabriela Viana</dc:creator>
  <cp:lastModifiedBy>Gabriela Viana</cp:lastModifiedBy>
  <cp:revision>6</cp:revision>
  <dcterms:created xsi:type="dcterms:W3CDTF">2025-08-15T18:46:05Z</dcterms:created>
  <dcterms:modified xsi:type="dcterms:W3CDTF">2025-08-29T18:55:52Z</dcterms:modified>
</cp:coreProperties>
</file>