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g"/>
  <Override PartName="/ppt/notesSlides/notesSlide1.xml" ContentType="application/vnd.openxmlformats-officedocument.presentationml.notesSlide+xml"/>
  <Override PartName="/ppt/media/image17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570" r:id="rId3"/>
    <p:sldId id="686" r:id="rId4"/>
    <p:sldId id="684" r:id="rId5"/>
    <p:sldId id="687" r:id="rId6"/>
    <p:sldId id="682" r:id="rId7"/>
    <p:sldId id="685" r:id="rId8"/>
    <p:sldId id="601" r:id="rId9"/>
    <p:sldId id="649" r:id="rId10"/>
    <p:sldId id="712" r:id="rId11"/>
    <p:sldId id="710" r:id="rId12"/>
    <p:sldId id="711" r:id="rId13"/>
    <p:sldId id="571" r:id="rId14"/>
    <p:sldId id="574" r:id="rId15"/>
    <p:sldId id="673" r:id="rId16"/>
    <p:sldId id="575" r:id="rId17"/>
    <p:sldId id="679" r:id="rId18"/>
    <p:sldId id="577" r:id="rId19"/>
    <p:sldId id="674" r:id="rId20"/>
    <p:sldId id="675" r:id="rId21"/>
    <p:sldId id="697" r:id="rId22"/>
    <p:sldId id="698" r:id="rId23"/>
    <p:sldId id="699" r:id="rId24"/>
    <p:sldId id="700" r:id="rId25"/>
    <p:sldId id="701" r:id="rId26"/>
    <p:sldId id="702" r:id="rId27"/>
    <p:sldId id="681" r:id="rId28"/>
    <p:sldId id="277" r:id="rId29"/>
  </p:sldIdLst>
  <p:sldSz cx="12192000" cy="6858000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4C32F-09E5-4FDB-91A7-AA68F41D9271}" v="110" dt="2025-04-14T02:04:21.7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44" autoAdjust="0"/>
  </p:normalViewPr>
  <p:slideViewPr>
    <p:cSldViewPr>
      <p:cViewPr varScale="1">
        <p:scale>
          <a:sx n="74" d="100"/>
          <a:sy n="74" d="100"/>
        </p:scale>
        <p:origin x="149" y="6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Flavio Diniz" userId="dedd31532088e5ff" providerId="LiveId" clId="{F0048BD4-AFF3-4A3F-A00A-362D8E52BD9E}"/>
    <pc:docChg chg="custSel addSld delSld modSld sldOrd">
      <pc:chgData name="João Flavio Diniz" userId="dedd31532088e5ff" providerId="LiveId" clId="{F0048BD4-AFF3-4A3F-A00A-362D8E52BD9E}" dt="2024-02-18T22:46:17.935" v="290" actId="1076"/>
      <pc:docMkLst>
        <pc:docMk/>
      </pc:docMkLst>
      <pc:sldChg chg="add ord">
        <pc:chgData name="João Flavio Diniz" userId="dedd31532088e5ff" providerId="LiveId" clId="{F0048BD4-AFF3-4A3F-A00A-362D8E52BD9E}" dt="2024-02-18T22:43:43.257" v="265"/>
        <pc:sldMkLst>
          <pc:docMk/>
          <pc:sldMk cId="0" sldId="256"/>
        </pc:sldMkLst>
      </pc:sldChg>
      <pc:sldChg chg="add">
        <pc:chgData name="João Flavio Diniz" userId="dedd31532088e5ff" providerId="LiveId" clId="{F0048BD4-AFF3-4A3F-A00A-362D8E52BD9E}" dt="2024-02-18T22:43:52.117" v="266"/>
        <pc:sldMkLst>
          <pc:docMk/>
          <pc:sldMk cId="0" sldId="277"/>
        </pc:sldMkLst>
      </pc:sldChg>
      <pc:sldChg chg="add setBg">
        <pc:chgData name="João Flavio Diniz" userId="dedd31532088e5ff" providerId="LiveId" clId="{F0048BD4-AFF3-4A3F-A00A-362D8E52BD9E}" dt="2024-02-18T22:44:18.573" v="271"/>
        <pc:sldMkLst>
          <pc:docMk/>
          <pc:sldMk cId="112329418" sldId="315"/>
        </pc:sldMkLst>
      </pc:sldChg>
      <pc:sldChg chg="setBg">
        <pc:chgData name="João Flavio Diniz" userId="dedd31532088e5ff" providerId="LiveId" clId="{F0048BD4-AFF3-4A3F-A00A-362D8E52BD9E}" dt="2024-02-18T22:44:18.573" v="271"/>
        <pc:sldMkLst>
          <pc:docMk/>
          <pc:sldMk cId="223715447" sldId="570"/>
        </pc:sldMkLst>
      </pc:sldChg>
      <pc:sldChg chg="setBg">
        <pc:chgData name="João Flavio Diniz" userId="dedd31532088e5ff" providerId="LiveId" clId="{F0048BD4-AFF3-4A3F-A00A-362D8E52BD9E}" dt="2024-02-18T22:44:18.573" v="271"/>
        <pc:sldMkLst>
          <pc:docMk/>
          <pc:sldMk cId="1806902264" sldId="571"/>
        </pc:sldMkLst>
      </pc:sldChg>
      <pc:sldChg chg="modSp mod setBg">
        <pc:chgData name="João Flavio Diniz" userId="dedd31532088e5ff" providerId="LiveId" clId="{F0048BD4-AFF3-4A3F-A00A-362D8E52BD9E}" dt="2024-02-18T22:44:51.544" v="274" actId="1076"/>
        <pc:sldMkLst>
          <pc:docMk/>
          <pc:sldMk cId="2532453724" sldId="572"/>
        </pc:sldMkLst>
      </pc:sldChg>
      <pc:sldChg chg="del">
        <pc:chgData name="João Flavio Diniz" userId="dedd31532088e5ff" providerId="LiveId" clId="{F0048BD4-AFF3-4A3F-A00A-362D8E52BD9E}" dt="2024-02-13T12:48:06.676" v="147" actId="47"/>
        <pc:sldMkLst>
          <pc:docMk/>
          <pc:sldMk cId="446651967" sldId="573"/>
        </pc:sldMkLst>
      </pc:sldChg>
      <pc:sldChg chg="modSp mod setBg">
        <pc:chgData name="João Flavio Diniz" userId="dedd31532088e5ff" providerId="LiveId" clId="{F0048BD4-AFF3-4A3F-A00A-362D8E52BD9E}" dt="2024-02-18T22:44:58.920" v="275" actId="1076"/>
        <pc:sldMkLst>
          <pc:docMk/>
          <pc:sldMk cId="171635217" sldId="574"/>
        </pc:sldMkLst>
      </pc:sldChg>
      <pc:sldChg chg="modSp setBg modAnim">
        <pc:chgData name="João Flavio Diniz" userId="dedd31532088e5ff" providerId="LiveId" clId="{F0048BD4-AFF3-4A3F-A00A-362D8E52BD9E}" dt="2024-02-18T22:44:18.573" v="271"/>
        <pc:sldMkLst>
          <pc:docMk/>
          <pc:sldMk cId="3015593947" sldId="575"/>
        </pc:sldMkLst>
      </pc:sldChg>
      <pc:sldChg chg="modSp mod setBg">
        <pc:chgData name="João Flavio Diniz" userId="dedd31532088e5ff" providerId="LiveId" clId="{F0048BD4-AFF3-4A3F-A00A-362D8E52BD9E}" dt="2024-02-18T22:45:37.404" v="280" actId="1076"/>
        <pc:sldMkLst>
          <pc:docMk/>
          <pc:sldMk cId="3350169533" sldId="577"/>
        </pc:sldMkLst>
      </pc:sldChg>
      <pc:sldChg chg="modSp mod setBg">
        <pc:chgData name="João Flavio Diniz" userId="dedd31532088e5ff" providerId="LiveId" clId="{F0048BD4-AFF3-4A3F-A00A-362D8E52BD9E}" dt="2024-02-18T22:44:18.573" v="271"/>
        <pc:sldMkLst>
          <pc:docMk/>
          <pc:sldMk cId="3638973931" sldId="601"/>
        </pc:sldMkLst>
      </pc:sldChg>
      <pc:sldChg chg="addSp modSp mod setBg">
        <pc:chgData name="João Flavio Diniz" userId="dedd31532088e5ff" providerId="LiveId" clId="{F0048BD4-AFF3-4A3F-A00A-362D8E52BD9E}" dt="2024-02-18T22:44:29.061" v="272" actId="1076"/>
        <pc:sldMkLst>
          <pc:docMk/>
          <pc:sldMk cId="3800946166" sldId="649"/>
        </pc:sldMkLst>
      </pc:sldChg>
      <pc:sldChg chg="addSp modSp mod setBg">
        <pc:chgData name="João Flavio Diniz" userId="dedd31532088e5ff" providerId="LiveId" clId="{F0048BD4-AFF3-4A3F-A00A-362D8E52BD9E}" dt="2024-02-18T22:46:17.935" v="290" actId="1076"/>
        <pc:sldMkLst>
          <pc:docMk/>
          <pc:sldMk cId="3624301631" sldId="670"/>
        </pc:sldMkLst>
      </pc:sldChg>
      <pc:sldChg chg="modSp mod setBg">
        <pc:chgData name="João Flavio Diniz" userId="dedd31532088e5ff" providerId="LiveId" clId="{F0048BD4-AFF3-4A3F-A00A-362D8E52BD9E}" dt="2024-02-18T22:44:32.795" v="273" actId="1076"/>
        <pc:sldMkLst>
          <pc:docMk/>
          <pc:sldMk cId="1214168929" sldId="672"/>
        </pc:sldMkLst>
      </pc:sldChg>
      <pc:sldChg chg="addSp delSp modSp mod setBg">
        <pc:chgData name="João Flavio Diniz" userId="dedd31532088e5ff" providerId="LiveId" clId="{F0048BD4-AFF3-4A3F-A00A-362D8E52BD9E}" dt="2024-02-18T22:44:18.573" v="271"/>
        <pc:sldMkLst>
          <pc:docMk/>
          <pc:sldMk cId="413653560" sldId="673"/>
        </pc:sldMkLst>
      </pc:sldChg>
      <pc:sldChg chg="modSp mod setBg modAnim">
        <pc:chgData name="João Flavio Diniz" userId="dedd31532088e5ff" providerId="LiveId" clId="{F0048BD4-AFF3-4A3F-A00A-362D8E52BD9E}" dt="2024-02-18T22:46:00.971" v="285" actId="1076"/>
        <pc:sldMkLst>
          <pc:docMk/>
          <pc:sldMk cId="67030669" sldId="674"/>
        </pc:sldMkLst>
      </pc:sldChg>
      <pc:sldChg chg="setBg">
        <pc:chgData name="João Flavio Diniz" userId="dedd31532088e5ff" providerId="LiveId" clId="{F0048BD4-AFF3-4A3F-A00A-362D8E52BD9E}" dt="2024-02-18T22:44:18.573" v="271"/>
        <pc:sldMkLst>
          <pc:docMk/>
          <pc:sldMk cId="1444020471" sldId="675"/>
        </pc:sldMkLst>
      </pc:sldChg>
      <pc:sldChg chg="modSp mod setBg">
        <pc:chgData name="João Flavio Diniz" userId="dedd31532088e5ff" providerId="LiveId" clId="{F0048BD4-AFF3-4A3F-A00A-362D8E52BD9E}" dt="2024-02-18T22:45:25.580" v="278" actId="1076"/>
        <pc:sldMkLst>
          <pc:docMk/>
          <pc:sldMk cId="3129983395" sldId="676"/>
        </pc:sldMkLst>
      </pc:sldChg>
      <pc:sldChg chg="modSp mod setBg">
        <pc:chgData name="João Flavio Diniz" userId="dedd31532088e5ff" providerId="LiveId" clId="{F0048BD4-AFF3-4A3F-A00A-362D8E52BD9E}" dt="2024-02-18T22:45:32.538" v="279" actId="1076"/>
        <pc:sldMkLst>
          <pc:docMk/>
          <pc:sldMk cId="639976523" sldId="677"/>
        </pc:sldMkLst>
      </pc:sldChg>
      <pc:sldChg chg="modSp mod setBg">
        <pc:chgData name="João Flavio Diniz" userId="dedd31532088e5ff" providerId="LiveId" clId="{F0048BD4-AFF3-4A3F-A00A-362D8E52BD9E}" dt="2024-02-18T22:45:18.730" v="277" actId="1076"/>
        <pc:sldMkLst>
          <pc:docMk/>
          <pc:sldMk cId="4155399696" sldId="678"/>
        </pc:sldMkLst>
      </pc:sldChg>
      <pc:sldChg chg="modSp mod setBg">
        <pc:chgData name="João Flavio Diniz" userId="dedd31532088e5ff" providerId="LiveId" clId="{F0048BD4-AFF3-4A3F-A00A-362D8E52BD9E}" dt="2024-02-18T22:45:11.551" v="276" actId="1076"/>
        <pc:sldMkLst>
          <pc:docMk/>
          <pc:sldMk cId="634112829" sldId="679"/>
        </pc:sldMkLst>
      </pc:sldChg>
    </pc:docChg>
  </pc:docChgLst>
  <pc:docChgLst>
    <pc:chgData name="João Flavio Diniz" userId="dedd31532088e5ff" providerId="LiveId" clId="{460B784C-324D-4459-89F2-5FDDDEEE73B9}"/>
    <pc:docChg chg="modSld">
      <pc:chgData name="João Flavio Diniz" userId="dedd31532088e5ff" providerId="LiveId" clId="{460B784C-324D-4459-89F2-5FDDDEEE73B9}" dt="2024-05-05T19:59:58.602" v="13" actId="20577"/>
      <pc:docMkLst>
        <pc:docMk/>
      </pc:docMkLst>
      <pc:sldChg chg="modSp">
        <pc:chgData name="João Flavio Diniz" userId="dedd31532088e5ff" providerId="LiveId" clId="{460B784C-324D-4459-89F2-5FDDDEEE73B9}" dt="2024-05-05T19:59:58.602" v="13" actId="20577"/>
        <pc:sldMkLst>
          <pc:docMk/>
          <pc:sldMk cId="3015593947" sldId="575"/>
        </pc:sldMkLst>
      </pc:sldChg>
    </pc:docChg>
  </pc:docChgLst>
  <pc:docChgLst>
    <pc:chgData name="João Flavio Diniz" userId="dedd31532088e5ff" providerId="LiveId" clId="{A6670A0E-6C8A-41BF-A97A-7BD867D60DB6}"/>
    <pc:docChg chg="modSld">
      <pc:chgData name="João Flavio Diniz" userId="dedd31532088e5ff" providerId="LiveId" clId="{A6670A0E-6C8A-41BF-A97A-7BD867D60DB6}" dt="2024-05-06T15:37:17.263" v="18" actId="20577"/>
      <pc:docMkLst>
        <pc:docMk/>
      </pc:docMkLst>
      <pc:sldChg chg="modSp">
        <pc:chgData name="João Flavio Diniz" userId="dedd31532088e5ff" providerId="LiveId" clId="{A6670A0E-6C8A-41BF-A97A-7BD867D60DB6}" dt="2024-05-06T15:37:17.263" v="18" actId="20577"/>
        <pc:sldMkLst>
          <pc:docMk/>
          <pc:sldMk cId="1806902264" sldId="571"/>
        </pc:sldMkLst>
      </pc:sldChg>
      <pc:sldChg chg="modSp">
        <pc:chgData name="João Flavio Diniz" userId="dedd31532088e5ff" providerId="LiveId" clId="{A6670A0E-6C8A-41BF-A97A-7BD867D60DB6}" dt="2024-05-03T19:32:44.438" v="10" actId="20577"/>
        <pc:sldMkLst>
          <pc:docMk/>
          <pc:sldMk cId="171635217" sldId="574"/>
        </pc:sldMkLst>
      </pc:sldChg>
    </pc:docChg>
  </pc:docChgLst>
  <pc:docChgLst>
    <pc:chgData name="João Flavio Diniz" userId="dedd31532088e5ff" providerId="LiveId" clId="{1E249724-B98F-4880-AC0C-904E28009897}"/>
    <pc:docChg chg="undo redo custSel addSld delSld modSld sldOrd">
      <pc:chgData name="João Flavio Diniz" userId="dedd31532088e5ff" providerId="LiveId" clId="{1E249724-B98F-4880-AC0C-904E28009897}" dt="2025-02-13T15:45:49.643" v="1584" actId="20577"/>
      <pc:docMkLst>
        <pc:docMk/>
      </pc:docMkLst>
      <pc:sldChg chg="addSp modSp del mod ord">
        <pc:chgData name="João Flavio Diniz" userId="dedd31532088e5ff" providerId="LiveId" clId="{1E249724-B98F-4880-AC0C-904E28009897}" dt="2025-01-30T10:50:46.643" v="1558" actId="47"/>
        <pc:sldMkLst>
          <pc:docMk/>
          <pc:sldMk cId="112329418" sldId="315"/>
        </pc:sldMkLst>
      </pc:sldChg>
      <pc:sldChg chg="add setBg">
        <pc:chgData name="João Flavio Diniz" userId="dedd31532088e5ff" providerId="LiveId" clId="{1E249724-B98F-4880-AC0C-904E28009897}" dt="2025-01-17T09:21:37.240" v="482"/>
        <pc:sldMkLst>
          <pc:docMk/>
          <pc:sldMk cId="219007587" sldId="570"/>
        </pc:sldMkLst>
      </pc:sldChg>
      <pc:sldChg chg="addSp delSp modSp add del mod delAnim">
        <pc:chgData name="João Flavio Diniz" userId="dedd31532088e5ff" providerId="LiveId" clId="{1E249724-B98F-4880-AC0C-904E28009897}" dt="2025-01-17T09:21:19.428" v="481" actId="2696"/>
        <pc:sldMkLst>
          <pc:docMk/>
          <pc:sldMk cId="223715447" sldId="570"/>
        </pc:sldMkLst>
      </pc:sldChg>
      <pc:sldChg chg="modSp">
        <pc:chgData name="João Flavio Diniz" userId="dedd31532088e5ff" providerId="LiveId" clId="{1E249724-B98F-4880-AC0C-904E28009897}" dt="2025-01-07T22:05:50.742" v="51" actId="2711"/>
        <pc:sldMkLst>
          <pc:docMk/>
          <pc:sldMk cId="1806902264" sldId="571"/>
        </pc:sldMkLst>
      </pc:sldChg>
      <pc:sldChg chg="del">
        <pc:chgData name="João Flavio Diniz" userId="dedd31532088e5ff" providerId="LiveId" clId="{1E249724-B98F-4880-AC0C-904E28009897}" dt="2025-01-07T22:06:41.916" v="54" actId="47"/>
        <pc:sldMkLst>
          <pc:docMk/>
          <pc:sldMk cId="2532453724" sldId="572"/>
        </pc:sldMkLst>
      </pc:sldChg>
      <pc:sldChg chg="modSp">
        <pc:chgData name="João Flavio Diniz" userId="dedd31532088e5ff" providerId="LiveId" clId="{1E249724-B98F-4880-AC0C-904E28009897}" dt="2025-01-07T22:08:00.622" v="65" actId="2711"/>
        <pc:sldMkLst>
          <pc:docMk/>
          <pc:sldMk cId="171635217" sldId="574"/>
        </pc:sldMkLst>
      </pc:sldChg>
      <pc:sldChg chg="modSp mod">
        <pc:chgData name="João Flavio Diniz" userId="dedd31532088e5ff" providerId="LiveId" clId="{1E249724-B98F-4880-AC0C-904E28009897}" dt="2025-01-07T22:09:32.845" v="74" actId="1076"/>
        <pc:sldMkLst>
          <pc:docMk/>
          <pc:sldMk cId="3015593947" sldId="575"/>
        </pc:sldMkLst>
      </pc:sldChg>
      <pc:sldChg chg="modSp">
        <pc:chgData name="João Flavio Diniz" userId="dedd31532088e5ff" providerId="LiveId" clId="{1E249724-B98F-4880-AC0C-904E28009897}" dt="2025-01-07T22:13:14.753" v="283" actId="2711"/>
        <pc:sldMkLst>
          <pc:docMk/>
          <pc:sldMk cId="3350169533" sldId="577"/>
        </pc:sldMkLst>
      </pc:sldChg>
      <pc:sldChg chg="modSp mod">
        <pc:chgData name="João Flavio Diniz" userId="dedd31532088e5ff" providerId="LiveId" clId="{1E249724-B98F-4880-AC0C-904E28009897}" dt="2025-02-13T14:29:16.500" v="1579" actId="207"/>
        <pc:sldMkLst>
          <pc:docMk/>
          <pc:sldMk cId="3638973931" sldId="601"/>
        </pc:sldMkLst>
        <pc:spChg chg="mod">
          <ac:chgData name="João Flavio Diniz" userId="dedd31532088e5ff" providerId="LiveId" clId="{1E249724-B98F-4880-AC0C-904E28009897}" dt="2025-02-13T14:29:16.500" v="1579" actId="207"/>
          <ac:spMkLst>
            <pc:docMk/>
            <pc:sldMk cId="3638973931" sldId="601"/>
            <ac:spMk id="4" creationId="{607913B6-4D37-DE27-C639-1600E19E451D}"/>
          </ac:spMkLst>
        </pc:spChg>
      </pc:sldChg>
      <pc:sldChg chg="modSp mod ord">
        <pc:chgData name="João Flavio Diniz" userId="dedd31532088e5ff" providerId="LiveId" clId="{1E249724-B98F-4880-AC0C-904E28009897}" dt="2025-02-13T15:45:49.643" v="1584" actId="20577"/>
        <pc:sldMkLst>
          <pc:docMk/>
          <pc:sldMk cId="3800946166" sldId="649"/>
        </pc:sldMkLst>
        <pc:spChg chg="mod">
          <ac:chgData name="João Flavio Diniz" userId="dedd31532088e5ff" providerId="LiveId" clId="{1E249724-B98F-4880-AC0C-904E28009897}" dt="2025-02-13T15:45:49.643" v="1584" actId="20577"/>
          <ac:spMkLst>
            <pc:docMk/>
            <pc:sldMk cId="3800946166" sldId="649"/>
            <ac:spMk id="2" creationId="{D7B635C7-8BC5-6C49-6FDA-B092A2F8FF16}"/>
          </ac:spMkLst>
        </pc:spChg>
      </pc:sldChg>
      <pc:sldChg chg="addSp modSp mod">
        <pc:chgData name="João Flavio Diniz" userId="dedd31532088e5ff" providerId="LiveId" clId="{1E249724-B98F-4880-AC0C-904E28009897}" dt="2025-01-26T15:59:14.587" v="1533" actId="20577"/>
        <pc:sldMkLst>
          <pc:docMk/>
          <pc:sldMk cId="3624301631" sldId="670"/>
        </pc:sldMkLst>
      </pc:sldChg>
      <pc:sldChg chg="modSp mod">
        <pc:chgData name="João Flavio Diniz" userId="dedd31532088e5ff" providerId="LiveId" clId="{1E249724-B98F-4880-AC0C-904E28009897}" dt="2025-01-07T22:07:44.883" v="64" actId="20577"/>
        <pc:sldMkLst>
          <pc:docMk/>
          <pc:sldMk cId="1214168929" sldId="672"/>
        </pc:sldMkLst>
      </pc:sldChg>
      <pc:sldChg chg="modSp mod">
        <pc:chgData name="João Flavio Diniz" userId="dedd31532088e5ff" providerId="LiveId" clId="{1E249724-B98F-4880-AC0C-904E28009897}" dt="2025-01-07T22:09:20.674" v="72" actId="1076"/>
        <pc:sldMkLst>
          <pc:docMk/>
          <pc:sldMk cId="413653560" sldId="673"/>
        </pc:sldMkLst>
      </pc:sldChg>
      <pc:sldChg chg="modSp mod">
        <pc:chgData name="João Flavio Diniz" userId="dedd31532088e5ff" providerId="LiveId" clId="{1E249724-B98F-4880-AC0C-904E28009897}" dt="2025-01-07T22:14:25.566" v="292" actId="1076"/>
        <pc:sldMkLst>
          <pc:docMk/>
          <pc:sldMk cId="67030669" sldId="674"/>
        </pc:sldMkLst>
      </pc:sldChg>
      <pc:sldChg chg="modSp">
        <pc:chgData name="João Flavio Diniz" userId="dedd31532088e5ff" providerId="LiveId" clId="{1E249724-B98F-4880-AC0C-904E28009897}" dt="2025-01-07T22:14:52.093" v="295" actId="122"/>
        <pc:sldMkLst>
          <pc:docMk/>
          <pc:sldMk cId="1444020471" sldId="675"/>
        </pc:sldMkLst>
      </pc:sldChg>
      <pc:sldChg chg="addSp delSp modSp mod delAnim modAnim">
        <pc:chgData name="João Flavio Diniz" userId="dedd31532088e5ff" providerId="LiveId" clId="{1E249724-B98F-4880-AC0C-904E28009897}" dt="2025-01-30T10:55:53.271" v="1574" actId="1076"/>
        <pc:sldMkLst>
          <pc:docMk/>
          <pc:sldMk cId="3129983395" sldId="676"/>
        </pc:sldMkLst>
      </pc:sldChg>
      <pc:sldChg chg="modSp mod">
        <pc:chgData name="João Flavio Diniz" userId="dedd31532088e5ff" providerId="LiveId" clId="{1E249724-B98F-4880-AC0C-904E28009897}" dt="2025-01-07T22:12:22.896" v="282" actId="1076"/>
        <pc:sldMkLst>
          <pc:docMk/>
          <pc:sldMk cId="4155399696" sldId="678"/>
        </pc:sldMkLst>
      </pc:sldChg>
      <pc:sldChg chg="modSp mod">
        <pc:chgData name="João Flavio Diniz" userId="dedd31532088e5ff" providerId="LiveId" clId="{1E249724-B98F-4880-AC0C-904E28009897}" dt="2025-01-07T22:12:10.504" v="280" actId="207"/>
        <pc:sldMkLst>
          <pc:docMk/>
          <pc:sldMk cId="634112829" sldId="679"/>
        </pc:sldMkLst>
      </pc:sldChg>
      <pc:sldChg chg="addSp delSp modSp add del mod">
        <pc:chgData name="João Flavio Diniz" userId="dedd31532088e5ff" providerId="LiveId" clId="{1E249724-B98F-4880-AC0C-904E28009897}" dt="2025-01-19T18:45:17.976" v="503" actId="47"/>
        <pc:sldMkLst>
          <pc:docMk/>
          <pc:sldMk cId="2531041053" sldId="680"/>
        </pc:sldMkLst>
      </pc:sldChg>
      <pc:sldChg chg="add">
        <pc:chgData name="João Flavio Diniz" userId="dedd31532088e5ff" providerId="LiveId" clId="{1E249724-B98F-4880-AC0C-904E28009897}" dt="2025-01-17T09:07:06.226" v="298" actId="2890"/>
        <pc:sldMkLst>
          <pc:docMk/>
          <pc:sldMk cId="1571190972" sldId="681"/>
        </pc:sldMkLst>
      </pc:sldChg>
      <pc:sldChg chg="add setBg">
        <pc:chgData name="João Flavio Diniz" userId="dedd31532088e5ff" providerId="LiveId" clId="{1E249724-B98F-4880-AC0C-904E28009897}" dt="2025-01-17T09:21:37.240" v="482"/>
        <pc:sldMkLst>
          <pc:docMk/>
          <pc:sldMk cId="2315479661" sldId="682"/>
        </pc:sldMkLst>
      </pc:sldChg>
      <pc:sldChg chg="modSp add del mod">
        <pc:chgData name="João Flavio Diniz" userId="dedd31532088e5ff" providerId="LiveId" clId="{1E249724-B98F-4880-AC0C-904E28009897}" dt="2025-01-17T09:21:19.428" v="481" actId="2696"/>
        <pc:sldMkLst>
          <pc:docMk/>
          <pc:sldMk cId="3825142268" sldId="682"/>
        </pc:sldMkLst>
      </pc:sldChg>
      <pc:sldChg chg="modSp add del mod">
        <pc:chgData name="João Flavio Diniz" userId="dedd31532088e5ff" providerId="LiveId" clId="{1E249724-B98F-4880-AC0C-904E28009897}" dt="2025-01-17T09:13:09.433" v="399" actId="47"/>
        <pc:sldMkLst>
          <pc:docMk/>
          <pc:sldMk cId="1427328825" sldId="683"/>
        </pc:sldMkLst>
      </pc:sldChg>
      <pc:sldChg chg="add setBg">
        <pc:chgData name="João Flavio Diniz" userId="dedd31532088e5ff" providerId="LiveId" clId="{1E249724-B98F-4880-AC0C-904E28009897}" dt="2025-01-17T09:21:37.240" v="482"/>
        <pc:sldMkLst>
          <pc:docMk/>
          <pc:sldMk cId="1608800330" sldId="684"/>
        </pc:sldMkLst>
      </pc:sldChg>
      <pc:sldChg chg="modSp add del mod">
        <pc:chgData name="João Flavio Diniz" userId="dedd31532088e5ff" providerId="LiveId" clId="{1E249724-B98F-4880-AC0C-904E28009897}" dt="2025-01-17T09:21:19.428" v="481" actId="2696"/>
        <pc:sldMkLst>
          <pc:docMk/>
          <pc:sldMk cId="3687516156" sldId="684"/>
        </pc:sldMkLst>
      </pc:sldChg>
      <pc:sldChg chg="add setBg">
        <pc:chgData name="João Flavio Diniz" userId="dedd31532088e5ff" providerId="LiveId" clId="{1E249724-B98F-4880-AC0C-904E28009897}" dt="2025-01-17T09:21:37.240" v="482"/>
        <pc:sldMkLst>
          <pc:docMk/>
          <pc:sldMk cId="253736904" sldId="685"/>
        </pc:sldMkLst>
      </pc:sldChg>
      <pc:sldChg chg="modSp add del mod">
        <pc:chgData name="João Flavio Diniz" userId="dedd31532088e5ff" providerId="LiveId" clId="{1E249724-B98F-4880-AC0C-904E28009897}" dt="2025-01-17T09:21:19.428" v="481" actId="2696"/>
        <pc:sldMkLst>
          <pc:docMk/>
          <pc:sldMk cId="2070593581" sldId="685"/>
        </pc:sldMkLst>
      </pc:sldChg>
      <pc:sldChg chg="add del">
        <pc:chgData name="João Flavio Diniz" userId="dedd31532088e5ff" providerId="LiveId" clId="{1E249724-B98F-4880-AC0C-904E28009897}" dt="2025-01-17T09:13:42.010" v="402" actId="47"/>
        <pc:sldMkLst>
          <pc:docMk/>
          <pc:sldMk cId="3517057866" sldId="685"/>
        </pc:sldMkLst>
      </pc:sldChg>
      <pc:sldChg chg="modSp add del mod">
        <pc:chgData name="João Flavio Diniz" userId="dedd31532088e5ff" providerId="LiveId" clId="{1E249724-B98F-4880-AC0C-904E28009897}" dt="2025-01-17T09:21:19.428" v="481" actId="2696"/>
        <pc:sldMkLst>
          <pc:docMk/>
          <pc:sldMk cId="1780852507" sldId="686"/>
        </pc:sldMkLst>
      </pc:sldChg>
      <pc:sldChg chg="add setBg">
        <pc:chgData name="João Flavio Diniz" userId="dedd31532088e5ff" providerId="LiveId" clId="{1E249724-B98F-4880-AC0C-904E28009897}" dt="2025-01-17T09:21:37.240" v="482"/>
        <pc:sldMkLst>
          <pc:docMk/>
          <pc:sldMk cId="2713252602" sldId="686"/>
        </pc:sldMkLst>
      </pc:sldChg>
      <pc:sldChg chg="add setBg">
        <pc:chgData name="João Flavio Diniz" userId="dedd31532088e5ff" providerId="LiveId" clId="{1E249724-B98F-4880-AC0C-904E28009897}" dt="2025-01-17T09:21:37.240" v="482"/>
        <pc:sldMkLst>
          <pc:docMk/>
          <pc:sldMk cId="603368821" sldId="687"/>
        </pc:sldMkLst>
      </pc:sldChg>
      <pc:sldChg chg="modSp add del mod">
        <pc:chgData name="João Flavio Diniz" userId="dedd31532088e5ff" providerId="LiveId" clId="{1E249724-B98F-4880-AC0C-904E28009897}" dt="2025-01-17T09:21:19.428" v="481" actId="2696"/>
        <pc:sldMkLst>
          <pc:docMk/>
          <pc:sldMk cId="3900458234" sldId="687"/>
        </pc:sldMkLst>
      </pc:sldChg>
      <pc:sldChg chg="addSp delSp modSp add mod">
        <pc:chgData name="João Flavio Diniz" userId="dedd31532088e5ff" providerId="LiveId" clId="{1E249724-B98F-4880-AC0C-904E28009897}" dt="2025-01-30T10:49:53.667" v="1557" actId="1076"/>
        <pc:sldMkLst>
          <pc:docMk/>
          <pc:sldMk cId="2473123386" sldId="688"/>
        </pc:sldMkLst>
      </pc:sldChg>
      <pc:sldChg chg="addSp delSp modSp add del mod">
        <pc:chgData name="João Flavio Diniz" userId="dedd31532088e5ff" providerId="LiveId" clId="{1E249724-B98F-4880-AC0C-904E28009897}" dt="2025-01-30T10:49:39.096" v="1544" actId="1076"/>
        <pc:sldMkLst>
          <pc:docMk/>
          <pc:sldMk cId="875720437" sldId="689"/>
        </pc:sldMkLst>
      </pc:sldChg>
      <pc:sldChg chg="modSp add mod modAnim">
        <pc:chgData name="João Flavio Diniz" userId="dedd31532088e5ff" providerId="LiveId" clId="{1E249724-B98F-4880-AC0C-904E28009897}" dt="2025-01-26T14:42:03.004" v="547" actId="207"/>
        <pc:sldMkLst>
          <pc:docMk/>
          <pc:sldMk cId="2386022467" sldId="690"/>
        </pc:sldMkLst>
      </pc:sldChg>
      <pc:sldChg chg="modSp add mod">
        <pc:chgData name="João Flavio Diniz" userId="dedd31532088e5ff" providerId="LiveId" clId="{1E249724-B98F-4880-AC0C-904E28009897}" dt="2025-01-26T14:43:40.171" v="555" actId="207"/>
        <pc:sldMkLst>
          <pc:docMk/>
          <pc:sldMk cId="2744323919" sldId="691"/>
        </pc:sldMkLst>
      </pc:sldChg>
      <pc:sldChg chg="addSp delSp modSp add mod">
        <pc:chgData name="João Flavio Diniz" userId="dedd31532088e5ff" providerId="LiveId" clId="{1E249724-B98F-4880-AC0C-904E28009897}" dt="2025-01-30T15:28:20.244" v="1578" actId="478"/>
        <pc:sldMkLst>
          <pc:docMk/>
          <pc:sldMk cId="381914107" sldId="692"/>
        </pc:sldMkLst>
      </pc:sldChg>
      <pc:sldChg chg="modSp add mod">
        <pc:chgData name="João Flavio Diniz" userId="dedd31532088e5ff" providerId="LiveId" clId="{1E249724-B98F-4880-AC0C-904E28009897}" dt="2025-01-26T14:54:01.089" v="651" actId="207"/>
        <pc:sldMkLst>
          <pc:docMk/>
          <pc:sldMk cId="151609588" sldId="693"/>
        </pc:sldMkLst>
      </pc:sldChg>
      <pc:sldChg chg="modSp add mod">
        <pc:chgData name="João Flavio Diniz" userId="dedd31532088e5ff" providerId="LiveId" clId="{1E249724-B98F-4880-AC0C-904E28009897}" dt="2025-01-26T14:55:53.762" v="668" actId="6549"/>
        <pc:sldMkLst>
          <pc:docMk/>
          <pc:sldMk cId="1499962168" sldId="694"/>
        </pc:sldMkLst>
      </pc:sldChg>
      <pc:sldChg chg="modSp add mod">
        <pc:chgData name="João Flavio Diniz" userId="dedd31532088e5ff" providerId="LiveId" clId="{1E249724-B98F-4880-AC0C-904E28009897}" dt="2025-01-26T14:56:53.124" v="680" actId="207"/>
        <pc:sldMkLst>
          <pc:docMk/>
          <pc:sldMk cId="3095014584" sldId="695"/>
        </pc:sldMkLst>
      </pc:sldChg>
      <pc:sldChg chg="modSp add mod">
        <pc:chgData name="João Flavio Diniz" userId="dedd31532088e5ff" providerId="LiveId" clId="{1E249724-B98F-4880-AC0C-904E28009897}" dt="2025-01-26T14:57:09.652" v="684" actId="207"/>
        <pc:sldMkLst>
          <pc:docMk/>
          <pc:sldMk cId="1793289672" sldId="696"/>
        </pc:sldMkLst>
      </pc:sldChg>
      <pc:sldChg chg="modSp add mod">
        <pc:chgData name="João Flavio Diniz" userId="dedd31532088e5ff" providerId="LiveId" clId="{1E249724-B98F-4880-AC0C-904E28009897}" dt="2025-01-26T15:20:15.548" v="730" actId="113"/>
        <pc:sldMkLst>
          <pc:docMk/>
          <pc:sldMk cId="2797368896" sldId="697"/>
        </pc:sldMkLst>
        <pc:spChg chg="mod">
          <ac:chgData name="João Flavio Diniz" userId="dedd31532088e5ff" providerId="LiveId" clId="{1E249724-B98F-4880-AC0C-904E28009897}" dt="2025-01-26T15:20:15.548" v="730" actId="113"/>
          <ac:spMkLst>
            <pc:docMk/>
            <pc:sldMk cId="2797368896" sldId="697"/>
            <ac:spMk id="7" creationId="{B857FDD6-DD3B-A4EE-BC07-68D27037D8C1}"/>
          </ac:spMkLst>
        </pc:spChg>
      </pc:sldChg>
      <pc:sldChg chg="modSp add mod">
        <pc:chgData name="João Flavio Diniz" userId="dedd31532088e5ff" providerId="LiveId" clId="{1E249724-B98F-4880-AC0C-904E28009897}" dt="2025-01-26T15:21:03.840" v="734" actId="113"/>
        <pc:sldMkLst>
          <pc:docMk/>
          <pc:sldMk cId="1023310285" sldId="698"/>
        </pc:sldMkLst>
        <pc:spChg chg="mod">
          <ac:chgData name="João Flavio Diniz" userId="dedd31532088e5ff" providerId="LiveId" clId="{1E249724-B98F-4880-AC0C-904E28009897}" dt="2025-01-26T15:21:03.840" v="734" actId="113"/>
          <ac:spMkLst>
            <pc:docMk/>
            <pc:sldMk cId="1023310285" sldId="698"/>
            <ac:spMk id="7" creationId="{E18B44A8-EB84-F973-23F3-764FB9210B33}"/>
          </ac:spMkLst>
        </pc:spChg>
      </pc:sldChg>
      <pc:sldChg chg="modSp add mod">
        <pc:chgData name="João Flavio Diniz" userId="dedd31532088e5ff" providerId="LiveId" clId="{1E249724-B98F-4880-AC0C-904E28009897}" dt="2025-01-26T15:25:40.046" v="749" actId="207"/>
        <pc:sldMkLst>
          <pc:docMk/>
          <pc:sldMk cId="3413238973" sldId="699"/>
        </pc:sldMkLst>
        <pc:spChg chg="mod">
          <ac:chgData name="João Flavio Diniz" userId="dedd31532088e5ff" providerId="LiveId" clId="{1E249724-B98F-4880-AC0C-904E28009897}" dt="2025-01-26T15:25:40.046" v="749" actId="207"/>
          <ac:spMkLst>
            <pc:docMk/>
            <pc:sldMk cId="3413238973" sldId="699"/>
            <ac:spMk id="7" creationId="{C31785A5-DD31-12D4-08DD-993EA12038A0}"/>
          </ac:spMkLst>
        </pc:spChg>
      </pc:sldChg>
      <pc:sldChg chg="modSp add mod">
        <pc:chgData name="João Flavio Diniz" userId="dedd31532088e5ff" providerId="LiveId" clId="{1E249724-B98F-4880-AC0C-904E28009897}" dt="2025-01-26T15:26:08.201" v="755" actId="113"/>
        <pc:sldMkLst>
          <pc:docMk/>
          <pc:sldMk cId="273214237" sldId="700"/>
        </pc:sldMkLst>
        <pc:spChg chg="mod">
          <ac:chgData name="João Flavio Diniz" userId="dedd31532088e5ff" providerId="LiveId" clId="{1E249724-B98F-4880-AC0C-904E28009897}" dt="2025-01-26T15:26:08.201" v="755" actId="113"/>
          <ac:spMkLst>
            <pc:docMk/>
            <pc:sldMk cId="273214237" sldId="700"/>
            <ac:spMk id="7" creationId="{64A706EE-5CB9-4F1E-86CB-58442A22D179}"/>
          </ac:spMkLst>
        </pc:spChg>
      </pc:sldChg>
      <pc:sldChg chg="modSp add mod">
        <pc:chgData name="João Flavio Diniz" userId="dedd31532088e5ff" providerId="LiveId" clId="{1E249724-B98F-4880-AC0C-904E28009897}" dt="2025-01-26T15:26:27.120" v="759" actId="207"/>
        <pc:sldMkLst>
          <pc:docMk/>
          <pc:sldMk cId="405783638" sldId="701"/>
        </pc:sldMkLst>
        <pc:spChg chg="mod">
          <ac:chgData name="João Flavio Diniz" userId="dedd31532088e5ff" providerId="LiveId" clId="{1E249724-B98F-4880-AC0C-904E28009897}" dt="2025-01-26T15:26:27.120" v="759" actId="207"/>
          <ac:spMkLst>
            <pc:docMk/>
            <pc:sldMk cId="405783638" sldId="701"/>
            <ac:spMk id="7" creationId="{B92163C9-C533-B376-796C-6CF0C5A52228}"/>
          </ac:spMkLst>
        </pc:spChg>
      </pc:sldChg>
      <pc:sldChg chg="modSp add mod ord">
        <pc:chgData name="João Flavio Diniz" userId="dedd31532088e5ff" providerId="LiveId" clId="{1E249724-B98F-4880-AC0C-904E28009897}" dt="2025-01-26T15:31:59.106" v="1082" actId="113"/>
        <pc:sldMkLst>
          <pc:docMk/>
          <pc:sldMk cId="990249736" sldId="702"/>
        </pc:sldMkLst>
        <pc:spChg chg="mod">
          <ac:chgData name="João Flavio Diniz" userId="dedd31532088e5ff" providerId="LiveId" clId="{1E249724-B98F-4880-AC0C-904E28009897}" dt="2025-01-26T15:31:59.106" v="1082" actId="113"/>
          <ac:spMkLst>
            <pc:docMk/>
            <pc:sldMk cId="990249736" sldId="702"/>
            <ac:spMk id="7" creationId="{B842D872-C5D5-3474-57C1-50AA974F11B8}"/>
          </ac:spMkLst>
        </pc:spChg>
      </pc:sldChg>
      <pc:sldChg chg="modSp add mod">
        <pc:chgData name="João Flavio Diniz" userId="dedd31532088e5ff" providerId="LiveId" clId="{1E249724-B98F-4880-AC0C-904E28009897}" dt="2025-01-26T15:38:10.657" v="1165" actId="123"/>
        <pc:sldMkLst>
          <pc:docMk/>
          <pc:sldMk cId="1973952810" sldId="703"/>
        </pc:sldMkLst>
      </pc:sldChg>
      <pc:sldChg chg="modSp add mod">
        <pc:chgData name="João Flavio Diniz" userId="dedd31532088e5ff" providerId="LiveId" clId="{1E249724-B98F-4880-AC0C-904E28009897}" dt="2025-01-26T15:38:04.001" v="1164" actId="123"/>
        <pc:sldMkLst>
          <pc:docMk/>
          <pc:sldMk cId="1478290094" sldId="704"/>
        </pc:sldMkLst>
      </pc:sldChg>
      <pc:sldChg chg="modSp add mod">
        <pc:chgData name="João Flavio Diniz" userId="dedd31532088e5ff" providerId="LiveId" clId="{1E249724-B98F-4880-AC0C-904E28009897}" dt="2025-01-26T15:42:19.248" v="1270" actId="6549"/>
        <pc:sldMkLst>
          <pc:docMk/>
          <pc:sldMk cId="3993890761" sldId="705"/>
        </pc:sldMkLst>
      </pc:sldChg>
      <pc:sldChg chg="modSp add mod">
        <pc:chgData name="João Flavio Diniz" userId="dedd31532088e5ff" providerId="LiveId" clId="{1E249724-B98F-4880-AC0C-904E28009897}" dt="2025-01-26T15:44:44.486" v="1302" actId="6549"/>
        <pc:sldMkLst>
          <pc:docMk/>
          <pc:sldMk cId="4156492254" sldId="706"/>
        </pc:sldMkLst>
      </pc:sldChg>
      <pc:sldChg chg="modSp add mod">
        <pc:chgData name="João Flavio Diniz" userId="dedd31532088e5ff" providerId="LiveId" clId="{1E249724-B98F-4880-AC0C-904E28009897}" dt="2025-01-26T15:48:55.942" v="1376" actId="20577"/>
        <pc:sldMkLst>
          <pc:docMk/>
          <pc:sldMk cId="1151614005" sldId="707"/>
        </pc:sldMkLst>
      </pc:sldChg>
      <pc:sldChg chg="modSp add mod">
        <pc:chgData name="João Flavio Diniz" userId="dedd31532088e5ff" providerId="LiveId" clId="{1E249724-B98F-4880-AC0C-904E28009897}" dt="2025-01-26T15:53:18.247" v="1518" actId="207"/>
        <pc:sldMkLst>
          <pc:docMk/>
          <pc:sldMk cId="3271893127" sldId="708"/>
        </pc:sldMkLst>
      </pc:sldChg>
      <pc:sldChg chg="add mod modShow">
        <pc:chgData name="João Flavio Diniz" userId="dedd31532088e5ff" providerId="LiveId" clId="{1E249724-B98F-4880-AC0C-904E28009897}" dt="2025-01-30T10:56:23.068" v="1575" actId="729"/>
        <pc:sldMkLst>
          <pc:docMk/>
          <pc:sldMk cId="4055476076" sldId="709"/>
        </pc:sldMkLst>
      </pc:sldChg>
    </pc:docChg>
  </pc:docChgLst>
  <pc:docChgLst>
    <pc:chgData name="João Flavio Diniz" userId="dedd31532088e5ff" providerId="LiveId" clId="{A234D633-C122-43BD-8DDB-577349034C3A}"/>
    <pc:docChg chg="undo custSel addSld delSld modSld">
      <pc:chgData name="João Flavio Diniz" userId="dedd31532088e5ff" providerId="LiveId" clId="{A234D633-C122-43BD-8DDB-577349034C3A}" dt="2023-12-29T01:26:18.094" v="330" actId="20577"/>
      <pc:docMkLst>
        <pc:docMk/>
      </pc:docMkLst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2679879203" sldId="300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2559616814" sldId="301"/>
        </pc:sldMkLst>
      </pc:sldChg>
      <pc:sldChg chg="add">
        <pc:chgData name="João Flavio Diniz" userId="dedd31532088e5ff" providerId="LiveId" clId="{A234D633-C122-43BD-8DDB-577349034C3A}" dt="2023-12-28T22:24:03.220" v="4"/>
        <pc:sldMkLst>
          <pc:docMk/>
          <pc:sldMk cId="3908566500" sldId="503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747756521" sldId="505"/>
        </pc:sldMkLst>
      </pc:sldChg>
      <pc:sldChg chg="add">
        <pc:chgData name="João Flavio Diniz" userId="dedd31532088e5ff" providerId="LiveId" clId="{A234D633-C122-43BD-8DDB-577349034C3A}" dt="2023-12-29T01:12:30.826" v="38"/>
        <pc:sldMkLst>
          <pc:docMk/>
          <pc:sldMk cId="223715447" sldId="570"/>
        </pc:sldMkLst>
      </pc:sldChg>
      <pc:sldChg chg="modSp add mod">
        <pc:chgData name="João Flavio Diniz" userId="dedd31532088e5ff" providerId="LiveId" clId="{A234D633-C122-43BD-8DDB-577349034C3A}" dt="2023-12-29T01:25:47.466" v="320" actId="20577"/>
        <pc:sldMkLst>
          <pc:docMk/>
          <pc:sldMk cId="1806902264" sldId="571"/>
        </pc:sldMkLst>
      </pc:sldChg>
      <pc:sldChg chg="add mod modShow">
        <pc:chgData name="João Flavio Diniz" userId="dedd31532088e5ff" providerId="LiveId" clId="{A234D633-C122-43BD-8DDB-577349034C3A}" dt="2023-12-29T01:22:40.009" v="236" actId="729"/>
        <pc:sldMkLst>
          <pc:docMk/>
          <pc:sldMk cId="2532453724" sldId="572"/>
        </pc:sldMkLst>
      </pc:sldChg>
      <pc:sldChg chg="add del mod modShow">
        <pc:chgData name="João Flavio Diniz" userId="dedd31532088e5ff" providerId="LiveId" clId="{A234D633-C122-43BD-8DDB-577349034C3A}" dt="2023-12-29T01:22:45.275" v="237" actId="729"/>
        <pc:sldMkLst>
          <pc:docMk/>
          <pc:sldMk cId="446651967" sldId="573"/>
        </pc:sldMkLst>
      </pc:sldChg>
      <pc:sldChg chg="modSp add mod">
        <pc:chgData name="João Flavio Diniz" userId="dedd31532088e5ff" providerId="LiveId" clId="{A234D633-C122-43BD-8DDB-577349034C3A}" dt="2023-12-29T01:23:25.273" v="253" actId="20577"/>
        <pc:sldMkLst>
          <pc:docMk/>
          <pc:sldMk cId="171635217" sldId="574"/>
        </pc:sldMkLst>
      </pc:sldChg>
      <pc:sldChg chg="modSp add mod">
        <pc:chgData name="João Flavio Diniz" userId="dedd31532088e5ff" providerId="LiveId" clId="{A234D633-C122-43BD-8DDB-577349034C3A}" dt="2023-12-29T01:24:04.505" v="281" actId="20577"/>
        <pc:sldMkLst>
          <pc:docMk/>
          <pc:sldMk cId="3015593947" sldId="575"/>
        </pc:sldMkLst>
      </pc:sldChg>
      <pc:sldChg chg="modSp add mod">
        <pc:chgData name="João Flavio Diniz" userId="dedd31532088e5ff" providerId="LiveId" clId="{A234D633-C122-43BD-8DDB-577349034C3A}" dt="2023-12-29T01:24:44.806" v="287" actId="6549"/>
        <pc:sldMkLst>
          <pc:docMk/>
          <pc:sldMk cId="3350169533" sldId="577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998149905" sldId="602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2891972243" sldId="603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1554068092" sldId="604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717128822" sldId="605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1538247210" sldId="606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2716509724" sldId="607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3999995026" sldId="608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3943875004" sldId="609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3688788954" sldId="610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702788735" sldId="611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1530665793" sldId="612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2256820579" sldId="613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3528363026" sldId="614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601500872" sldId="615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1007479765" sldId="616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256480490" sldId="617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2182781802" sldId="618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985875581" sldId="619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1203574800" sldId="620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2058062564" sldId="621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287569979" sldId="622"/>
        </pc:sldMkLst>
      </pc:sldChg>
      <pc:sldChg chg="del">
        <pc:chgData name="João Flavio Diniz" userId="dedd31532088e5ff" providerId="LiveId" clId="{A234D633-C122-43BD-8DDB-577349034C3A}" dt="2023-12-28T22:23:30.339" v="2" actId="47"/>
        <pc:sldMkLst>
          <pc:docMk/>
          <pc:sldMk cId="180515500" sldId="623"/>
        </pc:sldMkLst>
      </pc:sldChg>
      <pc:sldChg chg="del">
        <pc:chgData name="João Flavio Diniz" userId="dedd31532088e5ff" providerId="LiveId" clId="{A234D633-C122-43BD-8DDB-577349034C3A}" dt="2023-12-28T22:23:30.339" v="2" actId="47"/>
        <pc:sldMkLst>
          <pc:docMk/>
          <pc:sldMk cId="534507676" sldId="624"/>
        </pc:sldMkLst>
      </pc:sldChg>
      <pc:sldChg chg="del">
        <pc:chgData name="João Flavio Diniz" userId="dedd31532088e5ff" providerId="LiveId" clId="{A234D633-C122-43BD-8DDB-577349034C3A}" dt="2023-12-28T22:23:30.339" v="2" actId="47"/>
        <pc:sldMkLst>
          <pc:docMk/>
          <pc:sldMk cId="3923143310" sldId="625"/>
        </pc:sldMkLst>
      </pc:sldChg>
      <pc:sldChg chg="del">
        <pc:chgData name="João Flavio Diniz" userId="dedd31532088e5ff" providerId="LiveId" clId="{A234D633-C122-43BD-8DDB-577349034C3A}" dt="2023-12-28T22:23:30.339" v="2" actId="47"/>
        <pc:sldMkLst>
          <pc:docMk/>
          <pc:sldMk cId="3067334510" sldId="626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2106057727" sldId="627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1452443800" sldId="628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315130698" sldId="629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226830384" sldId="630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4278821604" sldId="631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2712338726" sldId="632"/>
        </pc:sldMkLst>
      </pc:sldChg>
      <pc:sldChg chg="del">
        <pc:chgData name="João Flavio Diniz" userId="dedd31532088e5ff" providerId="LiveId" clId="{A234D633-C122-43BD-8DDB-577349034C3A}" dt="2023-12-28T22:23:30.339" v="2" actId="47"/>
        <pc:sldMkLst>
          <pc:docMk/>
          <pc:sldMk cId="2658568255" sldId="633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903049969" sldId="634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1248951824" sldId="636"/>
        </pc:sldMkLst>
      </pc:sldChg>
      <pc:sldChg chg="del">
        <pc:chgData name="João Flavio Diniz" userId="dedd31532088e5ff" providerId="LiveId" clId="{A234D633-C122-43BD-8DDB-577349034C3A}" dt="2023-12-28T22:23:30.339" v="2" actId="47"/>
        <pc:sldMkLst>
          <pc:docMk/>
          <pc:sldMk cId="4064670521" sldId="637"/>
        </pc:sldMkLst>
      </pc:sldChg>
      <pc:sldChg chg="del">
        <pc:chgData name="João Flavio Diniz" userId="dedd31532088e5ff" providerId="LiveId" clId="{A234D633-C122-43BD-8DDB-577349034C3A}" dt="2023-12-28T22:23:38.823" v="3" actId="47"/>
        <pc:sldMkLst>
          <pc:docMk/>
          <pc:sldMk cId="389724084" sldId="638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4123815349" sldId="639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520322540" sldId="640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1385811955" sldId="642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949980151" sldId="643"/>
        </pc:sldMkLst>
      </pc:sldChg>
      <pc:sldChg chg="addSp modSp mod">
        <pc:chgData name="João Flavio Diniz" userId="dedd31532088e5ff" providerId="LiveId" clId="{A234D633-C122-43BD-8DDB-577349034C3A}" dt="2023-12-28T22:26:51.526" v="37" actId="207"/>
        <pc:sldMkLst>
          <pc:docMk/>
          <pc:sldMk cId="2478609239" sldId="644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767557165" sldId="645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517071916" sldId="646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197192431" sldId="647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1273582291" sldId="648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596558272" sldId="653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1980647493" sldId="654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1471512924" sldId="655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2055235554" sldId="656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3724790503" sldId="657"/>
        </pc:sldMkLst>
      </pc:sldChg>
      <pc:sldChg chg="del">
        <pc:chgData name="João Flavio Diniz" userId="dedd31532088e5ff" providerId="LiveId" clId="{A234D633-C122-43BD-8DDB-577349034C3A}" dt="2023-12-28T22:23:23.299" v="1" actId="47"/>
        <pc:sldMkLst>
          <pc:docMk/>
          <pc:sldMk cId="863183251" sldId="658"/>
        </pc:sldMkLst>
      </pc:sldChg>
      <pc:sldChg chg="del">
        <pc:chgData name="João Flavio Diniz" userId="dedd31532088e5ff" providerId="LiveId" clId="{A234D633-C122-43BD-8DDB-577349034C3A}" dt="2023-12-28T22:23:11.861" v="0" actId="47"/>
        <pc:sldMkLst>
          <pc:docMk/>
          <pc:sldMk cId="412388658" sldId="659"/>
        </pc:sldMkLst>
      </pc:sldChg>
      <pc:sldChg chg="add">
        <pc:chgData name="João Flavio Diniz" userId="dedd31532088e5ff" providerId="LiveId" clId="{A234D633-C122-43BD-8DDB-577349034C3A}" dt="2023-12-29T01:12:30.826" v="38"/>
        <pc:sldMkLst>
          <pc:docMk/>
          <pc:sldMk cId="3624301631" sldId="670"/>
        </pc:sldMkLst>
      </pc:sldChg>
      <pc:sldChg chg="modSp add mod">
        <pc:chgData name="João Flavio Diniz" userId="dedd31532088e5ff" providerId="LiveId" clId="{A234D633-C122-43BD-8DDB-577349034C3A}" dt="2023-12-29T01:26:18.094" v="330" actId="20577"/>
        <pc:sldMkLst>
          <pc:docMk/>
          <pc:sldMk cId="1214168929" sldId="672"/>
        </pc:sldMkLst>
      </pc:sldChg>
      <pc:sldChg chg="modSp add mod">
        <pc:chgData name="João Flavio Diniz" userId="dedd31532088e5ff" providerId="LiveId" clId="{A234D633-C122-43BD-8DDB-577349034C3A}" dt="2023-12-29T01:19:21.820" v="191" actId="20577"/>
        <pc:sldMkLst>
          <pc:docMk/>
          <pc:sldMk cId="413653560" sldId="673"/>
        </pc:sldMkLst>
      </pc:sldChg>
    </pc:docChg>
  </pc:docChgLst>
  <pc:docChgLst>
    <pc:chgData name="João Flavio Diniz" userId="dedd31532088e5ff" providerId="LiveId" clId="{CF241235-7136-44A3-8AE5-6FB130EAC176}"/>
    <pc:docChg chg="custSel modSld">
      <pc:chgData name="João Flavio Diniz" userId="dedd31532088e5ff" providerId="LiveId" clId="{CF241235-7136-44A3-8AE5-6FB130EAC176}" dt="2024-04-14T18:00:46.401" v="55" actId="1076"/>
      <pc:docMkLst>
        <pc:docMk/>
      </pc:docMkLst>
      <pc:sldChg chg="addSp delSp modSp mod">
        <pc:chgData name="João Flavio Diniz" userId="dedd31532088e5ff" providerId="LiveId" clId="{CF241235-7136-44A3-8AE5-6FB130EAC176}" dt="2024-04-14T18:00:46.401" v="55" actId="1076"/>
        <pc:sldMkLst>
          <pc:docMk/>
          <pc:sldMk cId="2532453724" sldId="572"/>
        </pc:sldMkLst>
      </pc:sldChg>
      <pc:sldChg chg="modSp mod">
        <pc:chgData name="João Flavio Diniz" userId="dedd31532088e5ff" providerId="LiveId" clId="{CF241235-7136-44A3-8AE5-6FB130EAC176}" dt="2024-04-14T17:59:14.761" v="46" actId="20577"/>
        <pc:sldMkLst>
          <pc:docMk/>
          <pc:sldMk cId="1214168929" sldId="672"/>
        </pc:sldMkLst>
      </pc:sldChg>
    </pc:docChg>
  </pc:docChgLst>
  <pc:docChgLst>
    <pc:chgData name="João Flavio Diniz" userId="dedd31532088e5ff" providerId="LiveId" clId="{E56A4475-0D2F-4D85-AE0D-F4768EF7FA9F}"/>
    <pc:docChg chg="undo custSel addSld delSld modSld sldOrd">
      <pc:chgData name="João Flavio Diniz" userId="dedd31532088e5ff" providerId="LiveId" clId="{E56A4475-0D2F-4D85-AE0D-F4768EF7FA9F}" dt="2024-02-04T22:35:22.073" v="967"/>
      <pc:docMkLst>
        <pc:docMk/>
      </pc:docMkLst>
      <pc:sldChg chg="del">
        <pc:chgData name="João Flavio Diniz" userId="dedd31532088e5ff" providerId="LiveId" clId="{E56A4475-0D2F-4D85-AE0D-F4768EF7FA9F}" dt="2024-02-04T22:31:05.344" v="943" actId="47"/>
        <pc:sldMkLst>
          <pc:docMk/>
          <pc:sldMk cId="3908566500" sldId="503"/>
        </pc:sldMkLst>
      </pc:sldChg>
      <pc:sldChg chg="modAnim">
        <pc:chgData name="João Flavio Diniz" userId="dedd31532088e5ff" providerId="LiveId" clId="{E56A4475-0D2F-4D85-AE0D-F4768EF7FA9F}" dt="2024-02-04T22:35:22.073" v="967"/>
        <pc:sldMkLst>
          <pc:docMk/>
          <pc:sldMk cId="223715447" sldId="570"/>
        </pc:sldMkLst>
      </pc:sldChg>
      <pc:sldChg chg="addSp modSp mod ord modAnim">
        <pc:chgData name="João Flavio Diniz" userId="dedd31532088e5ff" providerId="LiveId" clId="{E56A4475-0D2F-4D85-AE0D-F4768EF7FA9F}" dt="2024-02-04T22:21:26.999" v="532"/>
        <pc:sldMkLst>
          <pc:docMk/>
          <pc:sldMk cId="1806902264" sldId="571"/>
        </pc:sldMkLst>
      </pc:sldChg>
      <pc:sldChg chg="addSp delSp modSp mod modShow chgLayout">
        <pc:chgData name="João Flavio Diniz" userId="dedd31532088e5ff" providerId="LiveId" clId="{E56A4475-0D2F-4D85-AE0D-F4768EF7FA9F}" dt="2024-02-04T20:49:05.502" v="252" actId="1076"/>
        <pc:sldMkLst>
          <pc:docMk/>
          <pc:sldMk cId="2532453724" sldId="572"/>
        </pc:sldMkLst>
      </pc:sldChg>
      <pc:sldChg chg="addSp delSp mod">
        <pc:chgData name="João Flavio Diniz" userId="dedd31532088e5ff" providerId="LiveId" clId="{E56A4475-0D2F-4D85-AE0D-F4768EF7FA9F}" dt="2024-02-02T21:04:56.383" v="73" actId="478"/>
        <pc:sldMkLst>
          <pc:docMk/>
          <pc:sldMk cId="446651967" sldId="573"/>
        </pc:sldMkLst>
      </pc:sldChg>
      <pc:sldChg chg="modSp mod modAnim">
        <pc:chgData name="João Flavio Diniz" userId="dedd31532088e5ff" providerId="LiveId" clId="{E56A4475-0D2F-4D85-AE0D-F4768EF7FA9F}" dt="2024-02-04T22:24:17.259" v="545"/>
        <pc:sldMkLst>
          <pc:docMk/>
          <pc:sldMk cId="171635217" sldId="574"/>
        </pc:sldMkLst>
      </pc:sldChg>
      <pc:sldChg chg="addSp delSp modSp mod modAnim">
        <pc:chgData name="João Flavio Diniz" userId="dedd31532088e5ff" providerId="LiveId" clId="{E56A4475-0D2F-4D85-AE0D-F4768EF7FA9F}" dt="2024-02-04T22:34:21.035" v="960"/>
        <pc:sldMkLst>
          <pc:docMk/>
          <pc:sldMk cId="3015593947" sldId="575"/>
        </pc:sldMkLst>
      </pc:sldChg>
      <pc:sldChg chg="modSp mod modAnim">
        <pc:chgData name="João Flavio Diniz" userId="dedd31532088e5ff" providerId="LiveId" clId="{E56A4475-0D2F-4D85-AE0D-F4768EF7FA9F}" dt="2024-02-04T22:35:09.045" v="966"/>
        <pc:sldMkLst>
          <pc:docMk/>
          <pc:sldMk cId="3350169533" sldId="577"/>
        </pc:sldMkLst>
      </pc:sldChg>
      <pc:sldChg chg="modSp del mod">
        <pc:chgData name="João Flavio Diniz" userId="dedd31532088e5ff" providerId="LiveId" clId="{E56A4475-0D2F-4D85-AE0D-F4768EF7FA9F}" dt="2024-02-04T22:22:53.821" v="533" actId="47"/>
        <pc:sldMkLst>
          <pc:docMk/>
          <pc:sldMk cId="2886726843" sldId="600"/>
        </pc:sldMkLst>
      </pc:sldChg>
      <pc:sldChg chg="del ord">
        <pc:chgData name="João Flavio Diniz" userId="dedd31532088e5ff" providerId="LiveId" clId="{E56A4475-0D2F-4D85-AE0D-F4768EF7FA9F}" dt="2024-02-04T22:31:08.413" v="944" actId="47"/>
        <pc:sldMkLst>
          <pc:docMk/>
          <pc:sldMk cId="2478609239" sldId="644"/>
        </pc:sldMkLst>
      </pc:sldChg>
      <pc:sldChg chg="del">
        <pc:chgData name="João Flavio Diniz" userId="dedd31532088e5ff" providerId="LiveId" clId="{E56A4475-0D2F-4D85-AE0D-F4768EF7FA9F}" dt="2024-02-04T22:31:05.344" v="943" actId="47"/>
        <pc:sldMkLst>
          <pc:docMk/>
          <pc:sldMk cId="3563162210" sldId="650"/>
        </pc:sldMkLst>
      </pc:sldChg>
      <pc:sldChg chg="del">
        <pc:chgData name="João Flavio Diniz" userId="dedd31532088e5ff" providerId="LiveId" clId="{E56A4475-0D2F-4D85-AE0D-F4768EF7FA9F}" dt="2024-02-04T22:31:05.344" v="943" actId="47"/>
        <pc:sldMkLst>
          <pc:docMk/>
          <pc:sldMk cId="2204511927" sldId="651"/>
        </pc:sldMkLst>
      </pc:sldChg>
      <pc:sldChg chg="del">
        <pc:chgData name="João Flavio Diniz" userId="dedd31532088e5ff" providerId="LiveId" clId="{E56A4475-0D2F-4D85-AE0D-F4768EF7FA9F}" dt="2024-02-04T22:31:05.344" v="943" actId="47"/>
        <pc:sldMkLst>
          <pc:docMk/>
          <pc:sldMk cId="2341338263" sldId="652"/>
        </pc:sldMkLst>
      </pc:sldChg>
      <pc:sldChg chg="modSp mod">
        <pc:chgData name="João Flavio Diniz" userId="dedd31532088e5ff" providerId="LiveId" clId="{E56A4475-0D2F-4D85-AE0D-F4768EF7FA9F}" dt="2024-02-02T20:57:25.252" v="9" actId="20577"/>
        <pc:sldMkLst>
          <pc:docMk/>
          <pc:sldMk cId="1214168929" sldId="672"/>
        </pc:sldMkLst>
      </pc:sldChg>
      <pc:sldChg chg="addSp delSp modSp mod ord modAnim">
        <pc:chgData name="João Flavio Diniz" userId="dedd31532088e5ff" providerId="LiveId" clId="{E56A4475-0D2F-4D85-AE0D-F4768EF7FA9F}" dt="2024-02-04T21:57:54.218" v="449"/>
        <pc:sldMkLst>
          <pc:docMk/>
          <pc:sldMk cId="413653560" sldId="673"/>
        </pc:sldMkLst>
      </pc:sldChg>
      <pc:sldChg chg="add">
        <pc:chgData name="João Flavio Diniz" userId="dedd31532088e5ff" providerId="LiveId" clId="{E56A4475-0D2F-4D85-AE0D-F4768EF7FA9F}" dt="2024-02-04T22:12:52.883" v="518"/>
        <pc:sldMkLst>
          <pc:docMk/>
          <pc:sldMk cId="67030669" sldId="674"/>
        </pc:sldMkLst>
      </pc:sldChg>
      <pc:sldChg chg="addSp delSp modSp add del mod modAnim">
        <pc:chgData name="João Flavio Diniz" userId="dedd31532088e5ff" providerId="LiveId" clId="{E56A4475-0D2F-4D85-AE0D-F4768EF7FA9F}" dt="2024-02-04T22:12:45.747" v="517" actId="2696"/>
        <pc:sldMkLst>
          <pc:docMk/>
          <pc:sldMk cId="2091359298" sldId="674"/>
        </pc:sldMkLst>
      </pc:sldChg>
      <pc:sldChg chg="add">
        <pc:chgData name="João Flavio Diniz" userId="dedd31532088e5ff" providerId="LiveId" clId="{E56A4475-0D2F-4D85-AE0D-F4768EF7FA9F}" dt="2024-02-04T22:12:52.883" v="518"/>
        <pc:sldMkLst>
          <pc:docMk/>
          <pc:sldMk cId="1444020471" sldId="675"/>
        </pc:sldMkLst>
      </pc:sldChg>
      <pc:sldChg chg="delSp modSp add del mod modAnim">
        <pc:chgData name="João Flavio Diniz" userId="dedd31532088e5ff" providerId="LiveId" clId="{E56A4475-0D2F-4D85-AE0D-F4768EF7FA9F}" dt="2024-02-04T22:12:45.747" v="517" actId="2696"/>
        <pc:sldMkLst>
          <pc:docMk/>
          <pc:sldMk cId="1902624631" sldId="675"/>
        </pc:sldMkLst>
      </pc:sldChg>
      <pc:sldChg chg="addSp delSp modSp add mod modAnim">
        <pc:chgData name="João Flavio Diniz" userId="dedd31532088e5ff" providerId="LiveId" clId="{E56A4475-0D2F-4D85-AE0D-F4768EF7FA9F}" dt="2024-02-04T22:32:40.275" v="952"/>
        <pc:sldMkLst>
          <pc:docMk/>
          <pc:sldMk cId="3129983395" sldId="676"/>
        </pc:sldMkLst>
      </pc:sldChg>
      <pc:sldChg chg="addSp delSp modSp add mod modAnim modShow">
        <pc:chgData name="João Flavio Diniz" userId="dedd31532088e5ff" providerId="LiveId" clId="{E56A4475-0D2F-4D85-AE0D-F4768EF7FA9F}" dt="2024-02-04T22:33:07.533" v="956"/>
        <pc:sldMkLst>
          <pc:docMk/>
          <pc:sldMk cId="639976523" sldId="677"/>
        </pc:sldMkLst>
      </pc:sldChg>
      <pc:sldChg chg="addSp delSp modSp add mod modAnim">
        <pc:chgData name="João Flavio Diniz" userId="dedd31532088e5ff" providerId="LiveId" clId="{E56A4475-0D2F-4D85-AE0D-F4768EF7FA9F}" dt="2024-02-04T22:34:49.706" v="963"/>
        <pc:sldMkLst>
          <pc:docMk/>
          <pc:sldMk cId="4155399696" sldId="678"/>
        </pc:sldMkLst>
      </pc:sldChg>
      <pc:sldChg chg="modSp add mod">
        <pc:chgData name="João Flavio Diniz" userId="dedd31532088e5ff" providerId="LiveId" clId="{E56A4475-0D2F-4D85-AE0D-F4768EF7FA9F}" dt="2024-02-04T22:30:23.510" v="942" actId="1076"/>
        <pc:sldMkLst>
          <pc:docMk/>
          <pc:sldMk cId="634112829" sldId="679"/>
        </pc:sldMkLst>
      </pc:sldChg>
    </pc:docChg>
  </pc:docChgLst>
  <pc:docChgLst>
    <pc:chgData name="João Flavio Diniz" userId="dedd31532088e5ff" providerId="LiveId" clId="{3D64C32F-09E5-4FDB-91A7-AA68F41D9271}"/>
    <pc:docChg chg="undo custSel addSld delSld modSld sldOrd">
      <pc:chgData name="João Flavio Diniz" userId="dedd31532088e5ff" providerId="LiveId" clId="{3D64C32F-09E5-4FDB-91A7-AA68F41D9271}" dt="2025-04-14T02:04:21.765" v="740"/>
      <pc:docMkLst>
        <pc:docMk/>
      </pc:docMkLst>
      <pc:sldChg chg="addSp modSp add del mod">
        <pc:chgData name="João Flavio Diniz" userId="dedd31532088e5ff" providerId="LiveId" clId="{3D64C32F-09E5-4FDB-91A7-AA68F41D9271}" dt="2025-04-14T01:33:52.786" v="453" actId="47"/>
        <pc:sldMkLst>
          <pc:docMk/>
          <pc:sldMk cId="0" sldId="276"/>
        </pc:sldMkLst>
        <pc:spChg chg="mod">
          <ac:chgData name="João Flavio Diniz" userId="dedd31532088e5ff" providerId="LiveId" clId="{3D64C32F-09E5-4FDB-91A7-AA68F41D9271}" dt="2025-04-14T01:29:26.526" v="425" actId="1076"/>
          <ac:spMkLst>
            <pc:docMk/>
            <pc:sldMk cId="0" sldId="276"/>
            <ac:spMk id="51" creationId="{00000000-0000-0000-0000-000000000000}"/>
          </ac:spMkLst>
        </pc:spChg>
        <pc:spChg chg="mod">
          <ac:chgData name="João Flavio Diniz" userId="dedd31532088e5ff" providerId="LiveId" clId="{3D64C32F-09E5-4FDB-91A7-AA68F41D9271}" dt="2025-04-14T01:29:14.950" v="422" actId="1076"/>
          <ac:spMkLst>
            <pc:docMk/>
            <pc:sldMk cId="0" sldId="276"/>
            <ac:spMk id="53" creationId="{00000000-0000-0000-0000-000000000000}"/>
          </ac:spMkLst>
        </pc:spChg>
        <pc:spChg chg="mod">
          <ac:chgData name="João Flavio Diniz" userId="dedd31532088e5ff" providerId="LiveId" clId="{3D64C32F-09E5-4FDB-91A7-AA68F41D9271}" dt="2025-04-14T01:29:08.237" v="421" actId="1076"/>
          <ac:spMkLst>
            <pc:docMk/>
            <pc:sldMk cId="0" sldId="276"/>
            <ac:spMk id="55" creationId="{00000000-0000-0000-0000-000000000000}"/>
          </ac:spMkLst>
        </pc:spChg>
        <pc:spChg chg="mod">
          <ac:chgData name="João Flavio Diniz" userId="dedd31532088e5ff" providerId="LiveId" clId="{3D64C32F-09E5-4FDB-91A7-AA68F41D9271}" dt="2025-04-14T01:24:52.295" v="163" actId="1076"/>
          <ac:spMkLst>
            <pc:docMk/>
            <pc:sldMk cId="0" sldId="276"/>
            <ac:spMk id="56" creationId="{00000000-0000-0000-0000-000000000000}"/>
          </ac:spMkLst>
        </pc:spChg>
        <pc:spChg chg="add mod">
          <ac:chgData name="João Flavio Diniz" userId="dedd31532088e5ff" providerId="LiveId" clId="{3D64C32F-09E5-4FDB-91A7-AA68F41D9271}" dt="2025-04-14T01:23:41.095" v="158" actId="1076"/>
          <ac:spMkLst>
            <pc:docMk/>
            <pc:sldMk cId="0" sldId="276"/>
            <ac:spMk id="57" creationId="{6F4B86B0-319B-7B4C-6433-6CD77FD20EDF}"/>
          </ac:spMkLst>
        </pc:spChg>
        <pc:grpChg chg="mod">
          <ac:chgData name="João Flavio Diniz" userId="dedd31532088e5ff" providerId="LiveId" clId="{3D64C32F-09E5-4FDB-91A7-AA68F41D9271}" dt="2025-04-14T01:29:21.488" v="424" actId="1076"/>
          <ac:grpSpMkLst>
            <pc:docMk/>
            <pc:sldMk cId="0" sldId="276"/>
            <ac:grpSpMk id="3" creationId="{00000000-0000-0000-0000-000000000000}"/>
          </ac:grpSpMkLst>
        </pc:grpChg>
      </pc:sldChg>
      <pc:sldChg chg="modSp mod setBg">
        <pc:chgData name="João Flavio Diniz" userId="dedd31532088e5ff" providerId="LiveId" clId="{3D64C32F-09E5-4FDB-91A7-AA68F41D9271}" dt="2025-04-14T02:03:33.740" v="730"/>
        <pc:sldMkLst>
          <pc:docMk/>
          <pc:sldMk cId="219007587" sldId="570"/>
        </pc:sldMkLst>
        <pc:spChg chg="mod">
          <ac:chgData name="João Flavio Diniz" userId="dedd31532088e5ff" providerId="LiveId" clId="{3D64C32F-09E5-4FDB-91A7-AA68F41D9271}" dt="2025-04-14T01:02:59.399" v="2" actId="20577"/>
          <ac:spMkLst>
            <pc:docMk/>
            <pc:sldMk cId="219007587" sldId="570"/>
            <ac:spMk id="4" creationId="{1DBB7FDD-7131-F2EA-AF76-56E95CC2D3B8}"/>
          </ac:spMkLst>
        </pc:spChg>
      </pc:sldChg>
      <pc:sldChg chg="modSp modAnim">
        <pc:chgData name="João Flavio Diniz" userId="dedd31532088e5ff" providerId="LiveId" clId="{3D64C32F-09E5-4FDB-91A7-AA68F41D9271}" dt="2025-04-14T01:38:38.632" v="503" actId="20577"/>
        <pc:sldMkLst>
          <pc:docMk/>
          <pc:sldMk cId="1806902264" sldId="571"/>
        </pc:sldMkLst>
        <pc:spChg chg="mod">
          <ac:chgData name="João Flavio Diniz" userId="dedd31532088e5ff" providerId="LiveId" clId="{3D64C32F-09E5-4FDB-91A7-AA68F41D9271}" dt="2025-04-14T01:38:38.632" v="503" actId="20577"/>
          <ac:spMkLst>
            <pc:docMk/>
            <pc:sldMk cId="1806902264" sldId="571"/>
            <ac:spMk id="3" creationId="{DF965D45-AE8F-BEFA-D017-52F1359D654D}"/>
          </ac:spMkLst>
        </pc:spChg>
      </pc:sldChg>
      <pc:sldChg chg="modSp">
        <pc:chgData name="João Flavio Diniz" userId="dedd31532088e5ff" providerId="LiveId" clId="{3D64C32F-09E5-4FDB-91A7-AA68F41D9271}" dt="2025-04-14T01:38:53.077" v="509" actId="20577"/>
        <pc:sldMkLst>
          <pc:docMk/>
          <pc:sldMk cId="171635217" sldId="574"/>
        </pc:sldMkLst>
        <pc:spChg chg="mod">
          <ac:chgData name="João Flavio Diniz" userId="dedd31532088e5ff" providerId="LiveId" clId="{3D64C32F-09E5-4FDB-91A7-AA68F41D9271}" dt="2025-04-14T01:38:53.077" v="509" actId="20577"/>
          <ac:spMkLst>
            <pc:docMk/>
            <pc:sldMk cId="171635217" sldId="574"/>
            <ac:spMk id="3" creationId="{DF965D45-AE8F-BEFA-D017-52F1359D654D}"/>
          </ac:spMkLst>
        </pc:spChg>
      </pc:sldChg>
      <pc:sldChg chg="modSp modAnim">
        <pc:chgData name="João Flavio Diniz" userId="dedd31532088e5ff" providerId="LiveId" clId="{3D64C32F-09E5-4FDB-91A7-AA68F41D9271}" dt="2025-04-14T01:39:26.312" v="511" actId="6549"/>
        <pc:sldMkLst>
          <pc:docMk/>
          <pc:sldMk cId="3015593947" sldId="575"/>
        </pc:sldMkLst>
        <pc:spChg chg="mod">
          <ac:chgData name="João Flavio Diniz" userId="dedd31532088e5ff" providerId="LiveId" clId="{3D64C32F-09E5-4FDB-91A7-AA68F41D9271}" dt="2025-04-14T01:39:26.312" v="511" actId="6549"/>
          <ac:spMkLst>
            <pc:docMk/>
            <pc:sldMk cId="3015593947" sldId="575"/>
            <ac:spMk id="3" creationId="{DF965D45-AE8F-BEFA-D017-52F1359D654D}"/>
          </ac:spMkLst>
        </pc:spChg>
      </pc:sldChg>
      <pc:sldChg chg="modSp modAnim">
        <pc:chgData name="João Flavio Diniz" userId="dedd31532088e5ff" providerId="LiveId" clId="{3D64C32F-09E5-4FDB-91A7-AA68F41D9271}" dt="2025-04-14T01:43:47.999" v="595" actId="6549"/>
        <pc:sldMkLst>
          <pc:docMk/>
          <pc:sldMk cId="3350169533" sldId="577"/>
        </pc:sldMkLst>
        <pc:spChg chg="mod">
          <ac:chgData name="João Flavio Diniz" userId="dedd31532088e5ff" providerId="LiveId" clId="{3D64C32F-09E5-4FDB-91A7-AA68F41D9271}" dt="2025-04-14T01:43:47.999" v="595" actId="6549"/>
          <ac:spMkLst>
            <pc:docMk/>
            <pc:sldMk cId="3350169533" sldId="577"/>
            <ac:spMk id="3" creationId="{DF965D45-AE8F-BEFA-D017-52F1359D654D}"/>
          </ac:spMkLst>
        </pc:spChg>
      </pc:sldChg>
      <pc:sldChg chg="modSp mod">
        <pc:chgData name="João Flavio Diniz" userId="dedd31532088e5ff" providerId="LiveId" clId="{3D64C32F-09E5-4FDB-91A7-AA68F41D9271}" dt="2025-04-14T01:31:43.622" v="452" actId="1076"/>
        <pc:sldMkLst>
          <pc:docMk/>
          <pc:sldMk cId="3638973931" sldId="601"/>
        </pc:sldMkLst>
        <pc:spChg chg="mod">
          <ac:chgData name="João Flavio Diniz" userId="dedd31532088e5ff" providerId="LiveId" clId="{3D64C32F-09E5-4FDB-91A7-AA68F41D9271}" dt="2025-04-14T01:08:45.853" v="43" actId="1076"/>
          <ac:spMkLst>
            <pc:docMk/>
            <pc:sldMk cId="3638973931" sldId="601"/>
            <ac:spMk id="3" creationId="{1029A919-0E3B-FA43-69F9-A85AB0F0E9D1}"/>
          </ac:spMkLst>
        </pc:spChg>
        <pc:spChg chg="mod">
          <ac:chgData name="João Flavio Diniz" userId="dedd31532088e5ff" providerId="LiveId" clId="{3D64C32F-09E5-4FDB-91A7-AA68F41D9271}" dt="2025-04-14T01:31:43.622" v="452" actId="1076"/>
          <ac:spMkLst>
            <pc:docMk/>
            <pc:sldMk cId="3638973931" sldId="601"/>
            <ac:spMk id="4" creationId="{607913B6-4D37-DE27-C639-1600E19E451D}"/>
          </ac:spMkLst>
        </pc:spChg>
      </pc:sldChg>
      <pc:sldChg chg="addSp modSp mod">
        <pc:chgData name="João Flavio Diniz" userId="dedd31532088e5ff" providerId="LiveId" clId="{3D64C32F-09E5-4FDB-91A7-AA68F41D9271}" dt="2025-04-14T01:59:30.788" v="726" actId="6549"/>
        <pc:sldMkLst>
          <pc:docMk/>
          <pc:sldMk cId="3800946166" sldId="649"/>
        </pc:sldMkLst>
        <pc:spChg chg="mod">
          <ac:chgData name="João Flavio Diniz" userId="dedd31532088e5ff" providerId="LiveId" clId="{3D64C32F-09E5-4FDB-91A7-AA68F41D9271}" dt="2025-04-14T01:59:30.788" v="726" actId="6549"/>
          <ac:spMkLst>
            <pc:docMk/>
            <pc:sldMk cId="3800946166" sldId="649"/>
            <ac:spMk id="2" creationId="{D7B635C7-8BC5-6C49-6FDA-B092A2F8FF16}"/>
          </ac:spMkLst>
        </pc:spChg>
        <pc:spChg chg="add mod">
          <ac:chgData name="João Flavio Diniz" userId="dedd31532088e5ff" providerId="LiveId" clId="{3D64C32F-09E5-4FDB-91A7-AA68F41D9271}" dt="2025-04-14T01:11:03.590" v="132"/>
          <ac:spMkLst>
            <pc:docMk/>
            <pc:sldMk cId="3800946166" sldId="649"/>
            <ac:spMk id="4" creationId="{9C2623F2-848A-EF31-00B7-9D75CC1329FB}"/>
          </ac:spMkLst>
        </pc:spChg>
        <pc:graphicFrameChg chg="add mod">
          <ac:chgData name="João Flavio Diniz" userId="dedd31532088e5ff" providerId="LiveId" clId="{3D64C32F-09E5-4FDB-91A7-AA68F41D9271}" dt="2025-04-14T01:11:02.056" v="131"/>
          <ac:graphicFrameMkLst>
            <pc:docMk/>
            <pc:sldMk cId="3800946166" sldId="649"/>
            <ac:graphicFrameMk id="3" creationId="{455D1E3F-35BC-5F33-215A-716B3E164036}"/>
          </ac:graphicFrameMkLst>
        </pc:graphicFrameChg>
      </pc:sldChg>
      <pc:sldChg chg="del">
        <pc:chgData name="João Flavio Diniz" userId="dedd31532088e5ff" providerId="LiveId" clId="{3D64C32F-09E5-4FDB-91A7-AA68F41D9271}" dt="2025-04-14T01:58:38.678" v="720" actId="47"/>
        <pc:sldMkLst>
          <pc:docMk/>
          <pc:sldMk cId="3624301631" sldId="670"/>
        </pc:sldMkLst>
      </pc:sldChg>
      <pc:sldChg chg="del">
        <pc:chgData name="João Flavio Diniz" userId="dedd31532088e5ff" providerId="LiveId" clId="{3D64C32F-09E5-4FDB-91A7-AA68F41D9271}" dt="2025-04-14T01:38:20.730" v="501" actId="47"/>
        <pc:sldMkLst>
          <pc:docMk/>
          <pc:sldMk cId="1214168929" sldId="672"/>
        </pc:sldMkLst>
      </pc:sldChg>
      <pc:sldChg chg="modSp mod modAnim">
        <pc:chgData name="João Flavio Diniz" userId="dedd31532088e5ff" providerId="LiveId" clId="{3D64C32F-09E5-4FDB-91A7-AA68F41D9271}" dt="2025-04-14T01:52:13.129" v="668" actId="1076"/>
        <pc:sldMkLst>
          <pc:docMk/>
          <pc:sldMk cId="67030669" sldId="674"/>
        </pc:sldMkLst>
        <pc:spChg chg="mod">
          <ac:chgData name="João Flavio Diniz" userId="dedd31532088e5ff" providerId="LiveId" clId="{3D64C32F-09E5-4FDB-91A7-AA68F41D9271}" dt="2025-04-14T01:52:13.129" v="668" actId="1076"/>
          <ac:spMkLst>
            <pc:docMk/>
            <pc:sldMk cId="67030669" sldId="674"/>
            <ac:spMk id="4" creationId="{2F425C7B-CCC6-FB35-3E0A-15193ADB95E9}"/>
          </ac:spMkLst>
        </pc:spChg>
        <pc:spChg chg="mod">
          <ac:chgData name="João Flavio Diniz" userId="dedd31532088e5ff" providerId="LiveId" clId="{3D64C32F-09E5-4FDB-91A7-AA68F41D9271}" dt="2025-04-14T01:50:05.253" v="628" actId="403"/>
          <ac:spMkLst>
            <pc:docMk/>
            <pc:sldMk cId="67030669" sldId="674"/>
            <ac:spMk id="9" creationId="{650DA3CF-ABB9-10D8-F958-ED23C14CEDD3}"/>
          </ac:spMkLst>
        </pc:spChg>
      </pc:sldChg>
      <pc:sldChg chg="modSp mod modAnim">
        <pc:chgData name="João Flavio Diniz" userId="dedd31532088e5ff" providerId="LiveId" clId="{3D64C32F-09E5-4FDB-91A7-AA68F41D9271}" dt="2025-04-14T01:55:17.471" v="706" actId="2711"/>
        <pc:sldMkLst>
          <pc:docMk/>
          <pc:sldMk cId="1444020471" sldId="675"/>
        </pc:sldMkLst>
        <pc:spChg chg="mod">
          <ac:chgData name="João Flavio Diniz" userId="dedd31532088e5ff" providerId="LiveId" clId="{3D64C32F-09E5-4FDB-91A7-AA68F41D9271}" dt="2025-04-14T01:55:17.471" v="706" actId="2711"/>
          <ac:spMkLst>
            <pc:docMk/>
            <pc:sldMk cId="1444020471" sldId="675"/>
            <ac:spMk id="7" creationId="{4BF4AF64-7513-CE0B-3F7D-0B7EE59B490A}"/>
          </ac:spMkLst>
        </pc:spChg>
      </pc:sldChg>
      <pc:sldChg chg="del">
        <pc:chgData name="João Flavio Diniz" userId="dedd31532088e5ff" providerId="LiveId" clId="{3D64C32F-09E5-4FDB-91A7-AA68F41D9271}" dt="2025-04-14T01:43:33.159" v="591" actId="47"/>
        <pc:sldMkLst>
          <pc:docMk/>
          <pc:sldMk cId="3129983395" sldId="676"/>
        </pc:sldMkLst>
      </pc:sldChg>
      <pc:sldChg chg="del">
        <pc:chgData name="João Flavio Diniz" userId="dedd31532088e5ff" providerId="LiveId" clId="{3D64C32F-09E5-4FDB-91A7-AA68F41D9271}" dt="2025-04-14T01:43:36.564" v="593" actId="47"/>
        <pc:sldMkLst>
          <pc:docMk/>
          <pc:sldMk cId="639976523" sldId="677"/>
        </pc:sldMkLst>
      </pc:sldChg>
      <pc:sldChg chg="modSp del">
        <pc:chgData name="João Flavio Diniz" userId="dedd31532088e5ff" providerId="LiveId" clId="{3D64C32F-09E5-4FDB-91A7-AA68F41D9271}" dt="2025-04-14T01:43:26.450" v="590" actId="47"/>
        <pc:sldMkLst>
          <pc:docMk/>
          <pc:sldMk cId="4155399696" sldId="678"/>
        </pc:sldMkLst>
        <pc:spChg chg="mod">
          <ac:chgData name="João Flavio Diniz" userId="dedd31532088e5ff" providerId="LiveId" clId="{3D64C32F-09E5-4FDB-91A7-AA68F41D9271}" dt="2025-04-14T01:43:18.020" v="589" actId="6549"/>
          <ac:spMkLst>
            <pc:docMk/>
            <pc:sldMk cId="4155399696" sldId="678"/>
            <ac:spMk id="13" creationId="{8B557620-E2AC-4DE7-B6F0-48234C8A22AA}"/>
          </ac:spMkLst>
        </pc:spChg>
      </pc:sldChg>
      <pc:sldChg chg="addSp modSp mod">
        <pc:chgData name="João Flavio Diniz" userId="dedd31532088e5ff" providerId="LiveId" clId="{3D64C32F-09E5-4FDB-91A7-AA68F41D9271}" dt="2025-04-14T01:42:56.507" v="588" actId="1076"/>
        <pc:sldMkLst>
          <pc:docMk/>
          <pc:sldMk cId="634112829" sldId="679"/>
        </pc:sldMkLst>
        <pc:spChg chg="mod">
          <ac:chgData name="João Flavio Diniz" userId="dedd31532088e5ff" providerId="LiveId" clId="{3D64C32F-09E5-4FDB-91A7-AA68F41D9271}" dt="2025-04-14T01:42:54.546" v="587" actId="1076"/>
          <ac:spMkLst>
            <pc:docMk/>
            <pc:sldMk cId="634112829" sldId="679"/>
            <ac:spMk id="3" creationId="{C64BD533-1D64-53D3-6D12-6582DDFCCF05}"/>
          </ac:spMkLst>
        </pc:spChg>
        <pc:picChg chg="add mod">
          <ac:chgData name="João Flavio Diniz" userId="dedd31532088e5ff" providerId="LiveId" clId="{3D64C32F-09E5-4FDB-91A7-AA68F41D9271}" dt="2025-04-14T01:42:56.507" v="588" actId="1076"/>
          <ac:picMkLst>
            <pc:docMk/>
            <pc:sldMk cId="634112829" sldId="679"/>
            <ac:picMk id="2050" creationId="{FD544917-B1EB-1C2C-BBE1-27177E53FC5E}"/>
          </ac:picMkLst>
        </pc:picChg>
      </pc:sldChg>
      <pc:sldChg chg="setBg">
        <pc:chgData name="João Flavio Diniz" userId="dedd31532088e5ff" providerId="LiveId" clId="{3D64C32F-09E5-4FDB-91A7-AA68F41D9271}" dt="2025-04-14T02:04:21.765" v="740"/>
        <pc:sldMkLst>
          <pc:docMk/>
          <pc:sldMk cId="2315479661" sldId="682"/>
        </pc:sldMkLst>
      </pc:sldChg>
      <pc:sldChg chg="setBg">
        <pc:chgData name="João Flavio Diniz" userId="dedd31532088e5ff" providerId="LiveId" clId="{3D64C32F-09E5-4FDB-91A7-AA68F41D9271}" dt="2025-04-14T02:04:00.449" v="734"/>
        <pc:sldMkLst>
          <pc:docMk/>
          <pc:sldMk cId="1608800330" sldId="684"/>
        </pc:sldMkLst>
      </pc:sldChg>
      <pc:sldChg chg="modSp mod setBg">
        <pc:chgData name="João Flavio Diniz" userId="dedd31532088e5ff" providerId="LiveId" clId="{3D64C32F-09E5-4FDB-91A7-AA68F41D9271}" dt="2025-04-14T02:04:15.426" v="738"/>
        <pc:sldMkLst>
          <pc:docMk/>
          <pc:sldMk cId="253736904" sldId="685"/>
        </pc:sldMkLst>
        <pc:spChg chg="mod">
          <ac:chgData name="João Flavio Diniz" userId="dedd31532088e5ff" providerId="LiveId" clId="{3D64C32F-09E5-4FDB-91A7-AA68F41D9271}" dt="2025-04-14T01:04:11.442" v="5" actId="20577"/>
          <ac:spMkLst>
            <pc:docMk/>
            <pc:sldMk cId="253736904" sldId="685"/>
            <ac:spMk id="4" creationId="{A8306B4F-46AE-D0D7-B36B-707A714E10C7}"/>
          </ac:spMkLst>
        </pc:spChg>
      </pc:sldChg>
      <pc:sldChg chg="setBg">
        <pc:chgData name="João Flavio Diniz" userId="dedd31532088e5ff" providerId="LiveId" clId="{3D64C32F-09E5-4FDB-91A7-AA68F41D9271}" dt="2025-04-14T02:03:53.911" v="732"/>
        <pc:sldMkLst>
          <pc:docMk/>
          <pc:sldMk cId="2713252602" sldId="686"/>
        </pc:sldMkLst>
      </pc:sldChg>
      <pc:sldChg chg="setBg">
        <pc:chgData name="João Flavio Diniz" userId="dedd31532088e5ff" providerId="LiveId" clId="{3D64C32F-09E5-4FDB-91A7-AA68F41D9271}" dt="2025-04-14T02:04:05.853" v="736"/>
        <pc:sldMkLst>
          <pc:docMk/>
          <pc:sldMk cId="603368821" sldId="687"/>
        </pc:sldMkLst>
      </pc:sldChg>
      <pc:sldChg chg="del">
        <pc:chgData name="João Flavio Diniz" userId="dedd31532088e5ff" providerId="LiveId" clId="{3D64C32F-09E5-4FDB-91A7-AA68F41D9271}" dt="2025-04-14T01:23:17.810" v="155" actId="47"/>
        <pc:sldMkLst>
          <pc:docMk/>
          <pc:sldMk cId="2473123386" sldId="688"/>
        </pc:sldMkLst>
      </pc:sldChg>
      <pc:sldChg chg="addSp delSp modSp del mod">
        <pc:chgData name="João Flavio Diniz" userId="dedd31532088e5ff" providerId="LiveId" clId="{3D64C32F-09E5-4FDB-91A7-AA68F41D9271}" dt="2025-04-14T01:34:03.033" v="455" actId="47"/>
        <pc:sldMkLst>
          <pc:docMk/>
          <pc:sldMk cId="875720437" sldId="689"/>
        </pc:sldMkLst>
        <pc:picChg chg="del">
          <ac:chgData name="João Flavio Diniz" userId="dedd31532088e5ff" providerId="LiveId" clId="{3D64C32F-09E5-4FDB-91A7-AA68F41D9271}" dt="2025-04-14T01:12:32.363" v="145" actId="478"/>
          <ac:picMkLst>
            <pc:docMk/>
            <pc:sldMk cId="875720437" sldId="689"/>
            <ac:picMk id="9" creationId="{96AF4AA0-F807-5415-A1FB-B8E843EE8588}"/>
          </ac:picMkLst>
        </pc:picChg>
        <pc:picChg chg="add mod">
          <ac:chgData name="João Flavio Diniz" userId="dedd31532088e5ff" providerId="LiveId" clId="{3D64C32F-09E5-4FDB-91A7-AA68F41D9271}" dt="2025-04-14T01:12:45.718" v="148" actId="1076"/>
          <ac:picMkLst>
            <pc:docMk/>
            <pc:sldMk cId="875720437" sldId="689"/>
            <ac:picMk id="12" creationId="{3C93BB2E-AFAA-F960-2892-1258798793DA}"/>
          </ac:picMkLst>
        </pc:picChg>
      </pc:sldChg>
      <pc:sldChg chg="del">
        <pc:chgData name="João Flavio Diniz" userId="dedd31532088e5ff" providerId="LiveId" clId="{3D64C32F-09E5-4FDB-91A7-AA68F41D9271}" dt="2025-04-14T01:55:45.029" v="707" actId="47"/>
        <pc:sldMkLst>
          <pc:docMk/>
          <pc:sldMk cId="2386022467" sldId="690"/>
        </pc:sldMkLst>
      </pc:sldChg>
      <pc:sldChg chg="del">
        <pc:chgData name="João Flavio Diniz" userId="dedd31532088e5ff" providerId="LiveId" clId="{3D64C32F-09E5-4FDB-91A7-AA68F41D9271}" dt="2025-04-14T01:55:48.771" v="708" actId="47"/>
        <pc:sldMkLst>
          <pc:docMk/>
          <pc:sldMk cId="2744323919" sldId="691"/>
        </pc:sldMkLst>
      </pc:sldChg>
      <pc:sldChg chg="del">
        <pc:chgData name="João Flavio Diniz" userId="dedd31532088e5ff" providerId="LiveId" clId="{3D64C32F-09E5-4FDB-91A7-AA68F41D9271}" dt="2025-04-14T01:55:53.061" v="709" actId="47"/>
        <pc:sldMkLst>
          <pc:docMk/>
          <pc:sldMk cId="381914107" sldId="692"/>
        </pc:sldMkLst>
      </pc:sldChg>
      <pc:sldChg chg="del">
        <pc:chgData name="João Flavio Diniz" userId="dedd31532088e5ff" providerId="LiveId" clId="{3D64C32F-09E5-4FDB-91A7-AA68F41D9271}" dt="2025-04-14T01:55:54.951" v="710" actId="47"/>
        <pc:sldMkLst>
          <pc:docMk/>
          <pc:sldMk cId="151609588" sldId="693"/>
        </pc:sldMkLst>
      </pc:sldChg>
      <pc:sldChg chg="del">
        <pc:chgData name="João Flavio Diniz" userId="dedd31532088e5ff" providerId="LiveId" clId="{3D64C32F-09E5-4FDB-91A7-AA68F41D9271}" dt="2025-04-14T01:55:57.697" v="711" actId="47"/>
        <pc:sldMkLst>
          <pc:docMk/>
          <pc:sldMk cId="1499962168" sldId="694"/>
        </pc:sldMkLst>
      </pc:sldChg>
      <pc:sldChg chg="del">
        <pc:chgData name="João Flavio Diniz" userId="dedd31532088e5ff" providerId="LiveId" clId="{3D64C32F-09E5-4FDB-91A7-AA68F41D9271}" dt="2025-04-14T01:56:00.141" v="712" actId="47"/>
        <pc:sldMkLst>
          <pc:docMk/>
          <pc:sldMk cId="3095014584" sldId="695"/>
        </pc:sldMkLst>
      </pc:sldChg>
      <pc:sldChg chg="del">
        <pc:chgData name="João Flavio Diniz" userId="dedd31532088e5ff" providerId="LiveId" clId="{3D64C32F-09E5-4FDB-91A7-AA68F41D9271}" dt="2025-04-14T01:56:03.751" v="713" actId="47"/>
        <pc:sldMkLst>
          <pc:docMk/>
          <pc:sldMk cId="1793289672" sldId="696"/>
        </pc:sldMkLst>
      </pc:sldChg>
      <pc:sldChg chg="del">
        <pc:chgData name="João Flavio Diniz" userId="dedd31532088e5ff" providerId="LiveId" clId="{3D64C32F-09E5-4FDB-91A7-AA68F41D9271}" dt="2025-04-14T01:58:06.754" v="714" actId="47"/>
        <pc:sldMkLst>
          <pc:docMk/>
          <pc:sldMk cId="1973952810" sldId="703"/>
        </pc:sldMkLst>
      </pc:sldChg>
      <pc:sldChg chg="del">
        <pc:chgData name="João Flavio Diniz" userId="dedd31532088e5ff" providerId="LiveId" clId="{3D64C32F-09E5-4FDB-91A7-AA68F41D9271}" dt="2025-04-14T01:58:11.172" v="715" actId="47"/>
        <pc:sldMkLst>
          <pc:docMk/>
          <pc:sldMk cId="1478290094" sldId="704"/>
        </pc:sldMkLst>
      </pc:sldChg>
      <pc:sldChg chg="del">
        <pc:chgData name="João Flavio Diniz" userId="dedd31532088e5ff" providerId="LiveId" clId="{3D64C32F-09E5-4FDB-91A7-AA68F41D9271}" dt="2025-04-14T01:58:13.460" v="716" actId="47"/>
        <pc:sldMkLst>
          <pc:docMk/>
          <pc:sldMk cId="3993890761" sldId="705"/>
        </pc:sldMkLst>
      </pc:sldChg>
      <pc:sldChg chg="del">
        <pc:chgData name="João Flavio Diniz" userId="dedd31532088e5ff" providerId="LiveId" clId="{3D64C32F-09E5-4FDB-91A7-AA68F41D9271}" dt="2025-04-14T01:58:17.615" v="717" actId="47"/>
        <pc:sldMkLst>
          <pc:docMk/>
          <pc:sldMk cId="4156492254" sldId="706"/>
        </pc:sldMkLst>
      </pc:sldChg>
      <pc:sldChg chg="del">
        <pc:chgData name="João Flavio Diniz" userId="dedd31532088e5ff" providerId="LiveId" clId="{3D64C32F-09E5-4FDB-91A7-AA68F41D9271}" dt="2025-04-14T01:58:18.727" v="718" actId="47"/>
        <pc:sldMkLst>
          <pc:docMk/>
          <pc:sldMk cId="1151614005" sldId="707"/>
        </pc:sldMkLst>
      </pc:sldChg>
      <pc:sldChg chg="del">
        <pc:chgData name="João Flavio Diniz" userId="dedd31532088e5ff" providerId="LiveId" clId="{3D64C32F-09E5-4FDB-91A7-AA68F41D9271}" dt="2025-04-14T01:58:21.144" v="719" actId="47"/>
        <pc:sldMkLst>
          <pc:docMk/>
          <pc:sldMk cId="3271893127" sldId="708"/>
        </pc:sldMkLst>
      </pc:sldChg>
      <pc:sldChg chg="del">
        <pc:chgData name="João Flavio Diniz" userId="dedd31532088e5ff" providerId="LiveId" clId="{3D64C32F-09E5-4FDB-91A7-AA68F41D9271}" dt="2025-04-14T01:43:34.823" v="592" actId="47"/>
        <pc:sldMkLst>
          <pc:docMk/>
          <pc:sldMk cId="4055476076" sldId="709"/>
        </pc:sldMkLst>
      </pc:sldChg>
      <pc:sldChg chg="addSp delSp modSp add mod ord">
        <pc:chgData name="João Flavio Diniz" userId="dedd31532088e5ff" providerId="LiveId" clId="{3D64C32F-09E5-4FDB-91A7-AA68F41D9271}" dt="2025-04-14T01:37:46.876" v="500"/>
        <pc:sldMkLst>
          <pc:docMk/>
          <pc:sldMk cId="2968137286" sldId="710"/>
        </pc:sldMkLst>
        <pc:spChg chg="mod">
          <ac:chgData name="João Flavio Diniz" userId="dedd31532088e5ff" providerId="LiveId" clId="{3D64C32F-09E5-4FDB-91A7-AA68F41D9271}" dt="2025-04-14T01:35:25.868" v="474" actId="20577"/>
          <ac:spMkLst>
            <pc:docMk/>
            <pc:sldMk cId="2968137286" sldId="710"/>
            <ac:spMk id="55" creationId="{982CC323-BEAB-7BEB-E0A2-A976E434DBD6}"/>
          </ac:spMkLst>
        </pc:spChg>
        <pc:spChg chg="mod ord">
          <ac:chgData name="João Flavio Diniz" userId="dedd31532088e5ff" providerId="LiveId" clId="{3D64C32F-09E5-4FDB-91A7-AA68F41D9271}" dt="2025-04-14T01:31:09.495" v="443" actId="1076"/>
          <ac:spMkLst>
            <pc:docMk/>
            <pc:sldMk cId="2968137286" sldId="710"/>
            <ac:spMk id="57" creationId="{AF5C6E85-AED4-1221-1B63-C476A6C93BE2}"/>
          </ac:spMkLst>
        </pc:spChg>
        <pc:picChg chg="add mod modCrop">
          <ac:chgData name="João Flavio Diniz" userId="dedd31532088e5ff" providerId="LiveId" clId="{3D64C32F-09E5-4FDB-91A7-AA68F41D9271}" dt="2025-04-14T01:30:57.326" v="440" actId="1037"/>
          <ac:picMkLst>
            <pc:docMk/>
            <pc:sldMk cId="2968137286" sldId="710"/>
            <ac:picMk id="59" creationId="{335789C6-DA53-ED72-1AED-83D431310A42}"/>
          </ac:picMkLst>
        </pc:picChg>
        <pc:picChg chg="del">
          <ac:chgData name="João Flavio Diniz" userId="dedd31532088e5ff" providerId="LiveId" clId="{3D64C32F-09E5-4FDB-91A7-AA68F41D9271}" dt="2025-04-14T01:30:30.518" v="430" actId="478"/>
          <ac:picMkLst>
            <pc:docMk/>
            <pc:sldMk cId="2968137286" sldId="710"/>
            <ac:picMk id="69" creationId="{4D890B64-D176-0F14-AB26-0E040A254C0B}"/>
          </ac:picMkLst>
        </pc:picChg>
      </pc:sldChg>
      <pc:sldChg chg="addSp delSp modSp add del mod">
        <pc:chgData name="João Flavio Diniz" userId="dedd31532088e5ff" providerId="LiveId" clId="{3D64C32F-09E5-4FDB-91A7-AA68F41D9271}" dt="2025-04-14T01:29:38.312" v="426" actId="47"/>
        <pc:sldMkLst>
          <pc:docMk/>
          <pc:sldMk cId="3313255524" sldId="710"/>
        </pc:sldMkLst>
        <pc:picChg chg="add mod">
          <ac:chgData name="João Flavio Diniz" userId="dedd31532088e5ff" providerId="LiveId" clId="{3D64C32F-09E5-4FDB-91A7-AA68F41D9271}" dt="2025-04-14T01:15:51.070" v="153" actId="1076"/>
          <ac:picMkLst>
            <pc:docMk/>
            <pc:sldMk cId="3313255524" sldId="710"/>
            <ac:picMk id="10" creationId="{2D501345-7151-A6A1-1871-6EE7E8AEA9E7}"/>
          </ac:picMkLst>
        </pc:picChg>
        <pc:picChg chg="del">
          <ac:chgData name="João Flavio Diniz" userId="dedd31532088e5ff" providerId="LiveId" clId="{3D64C32F-09E5-4FDB-91A7-AA68F41D9271}" dt="2025-04-14T01:15:45.319" v="150" actId="478"/>
          <ac:picMkLst>
            <pc:docMk/>
            <pc:sldMk cId="3313255524" sldId="710"/>
            <ac:picMk id="12" creationId="{2051C803-CB01-3C7A-9386-B24AFA0BAB89}"/>
          </ac:picMkLst>
        </pc:picChg>
      </pc:sldChg>
      <pc:sldChg chg="modSp add mod">
        <pc:chgData name="João Flavio Diniz" userId="dedd31532088e5ff" providerId="LiveId" clId="{3D64C32F-09E5-4FDB-91A7-AA68F41D9271}" dt="2025-04-14T01:37:40.248" v="498" actId="1076"/>
        <pc:sldMkLst>
          <pc:docMk/>
          <pc:sldMk cId="2583707852" sldId="711"/>
        </pc:sldMkLst>
        <pc:spChg chg="mod">
          <ac:chgData name="João Flavio Diniz" userId="dedd31532088e5ff" providerId="LiveId" clId="{3D64C32F-09E5-4FDB-91A7-AA68F41D9271}" dt="2025-04-14T01:37:14.403" v="496" actId="1076"/>
          <ac:spMkLst>
            <pc:docMk/>
            <pc:sldMk cId="2583707852" sldId="711"/>
            <ac:spMk id="51" creationId="{8C5D4CDB-6F93-2261-CC8B-3868EA87A20F}"/>
          </ac:spMkLst>
        </pc:spChg>
        <pc:spChg chg="mod">
          <ac:chgData name="João Flavio Diniz" userId="dedd31532088e5ff" providerId="LiveId" clId="{3D64C32F-09E5-4FDB-91A7-AA68F41D9271}" dt="2025-04-14T01:35:45.877" v="482" actId="20577"/>
          <ac:spMkLst>
            <pc:docMk/>
            <pc:sldMk cId="2583707852" sldId="711"/>
            <ac:spMk id="55" creationId="{D51DD5CC-C7F8-0853-A563-11AD5E390DD6}"/>
          </ac:spMkLst>
        </pc:spChg>
        <pc:spChg chg="mod">
          <ac:chgData name="João Flavio Diniz" userId="dedd31532088e5ff" providerId="LiveId" clId="{3D64C32F-09E5-4FDB-91A7-AA68F41D9271}" dt="2025-04-14T01:37:40.248" v="498" actId="1076"/>
          <ac:spMkLst>
            <pc:docMk/>
            <pc:sldMk cId="2583707852" sldId="711"/>
            <ac:spMk id="56" creationId="{E80F8BA4-E3D8-88D4-DA50-F5C3DB188EDE}"/>
          </ac:spMkLst>
        </pc:spChg>
        <pc:grpChg chg="mod">
          <ac:chgData name="João Flavio Diniz" userId="dedd31532088e5ff" providerId="LiveId" clId="{3D64C32F-09E5-4FDB-91A7-AA68F41D9271}" dt="2025-04-14T01:37:02.358" v="495" actId="1076"/>
          <ac:grpSpMkLst>
            <pc:docMk/>
            <pc:sldMk cId="2583707852" sldId="711"/>
            <ac:grpSpMk id="3" creationId="{26FD72CD-CDAB-C034-4745-F500C1838B92}"/>
          </ac:grpSpMkLst>
        </pc:grpChg>
      </pc:sldChg>
      <pc:sldChg chg="delSp add mod">
        <pc:chgData name="João Flavio Diniz" userId="dedd31532088e5ff" providerId="LiveId" clId="{3D64C32F-09E5-4FDB-91A7-AA68F41D9271}" dt="2025-04-14T02:03:19.105" v="728" actId="478"/>
        <pc:sldMkLst>
          <pc:docMk/>
          <pc:sldMk cId="3349496980" sldId="712"/>
        </pc:sldMkLst>
        <pc:spChg chg="del">
          <ac:chgData name="João Flavio Diniz" userId="dedd31532088e5ff" providerId="LiveId" clId="{3D64C32F-09E5-4FDB-91A7-AA68F41D9271}" dt="2025-04-14T02:03:19.105" v="728" actId="478"/>
          <ac:spMkLst>
            <pc:docMk/>
            <pc:sldMk cId="3349496980" sldId="712"/>
            <ac:spMk id="2" creationId="{FA3C1FC7-73DB-F0FC-1918-0853287E61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62030-45F6-46AD-8C01-0187B6194FA2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B82E6-FF5E-4F23-B414-37BD73B70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73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902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55" y="1675638"/>
            <a:ext cx="11033488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85060" y="2074737"/>
            <a:ext cx="8915515" cy="5078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3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Digitar seu título aqui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5061" y="3165925"/>
            <a:ext cx="3496729" cy="230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Digitar seu subtítulo aqui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4351" y="3686177"/>
            <a:ext cx="8323263" cy="899785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 dirty="0"/>
              <a:t> 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2CD3EFA3-E8FF-4777-8F73-3A0ED7F42E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-195444" y="2728976"/>
            <a:ext cx="1367759" cy="12125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788" b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</p:spTree>
    <p:extLst>
      <p:ext uri="{BB962C8B-B14F-4D97-AF65-F5344CB8AC3E}">
        <p14:creationId xmlns:p14="http://schemas.microsoft.com/office/powerpoint/2010/main" val="3993738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061" y="717676"/>
            <a:ext cx="114138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2960" y="2035936"/>
            <a:ext cx="1037251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964" y="6446122"/>
            <a:ext cx="443653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jfdze\OneDrive\&#193;rea%20de%20Trabalho\CURSO%20TELECOMUNICA&#199;&#213;ES\Primeiro%20Semestre\Fundamentos%20de%20Telecomunica&#231;&#245;es\Aulas\Regras%20e%20Procedimentos%20da%20Escola%20(Alunos)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hyperlink" Target="file:///C:\Users\jfdze\OneDrive\&#193;rea%20de%20Trabalho\CURSO%20TELECOMUNICA&#199;&#213;ES\Primeiro%20Semestre\Fundamentos%20de%20Telecomunica&#231;&#245;es\Plano%20de%20Ensino\Plano%20de%20Ensino%20-%20Telecomunica&#231;&#227;o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hyperlink" Target="file:///C:\Users\jfdze\OneDrive\&#193;rea%20de%20Trabalho\CURSO%20TELECOMUNICA&#199;&#213;ES\Primeiro%20Semestre\Fundamentos%20de%20Telecomunica&#231;&#245;es\Plano%20de%20Ensino\Crit&#233;rios%20de%20avalia&#231;&#227;o%20-%20Fundamentos%20de%20Telecomunica&#231;&#245;es.pdf" TargetMode="External"/><Relationship Id="rId9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r/sLJdmyZuvz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" y="0"/>
            <a:ext cx="12191144" cy="6857771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5930" y="4774150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092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DBB7FDD-7131-F2EA-AF76-56E95CC2D3B8}"/>
              </a:ext>
            </a:extLst>
          </p:cNvPr>
          <p:cNvSpPr txBox="1"/>
          <p:nvPr/>
        </p:nvSpPr>
        <p:spPr>
          <a:xfrm>
            <a:off x="1524000" y="2514600"/>
            <a:ext cx="8686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Montserrat Light" panose="00000400000000000000" pitchFamily="2" charset="0"/>
              </a:rPr>
              <a:t>Apresentação do Docente;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	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Nome; Graduação; Tempo de casa;	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Unidade curricular na qual irá ministrar;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07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3B344-5AD5-2A96-C5E9-40B4B2AB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400541C-BD65-6732-5E44-0768156EFC7E}"/>
              </a:ext>
            </a:extLst>
          </p:cNvPr>
          <p:cNvSpPr txBox="1"/>
          <p:nvPr/>
        </p:nvSpPr>
        <p:spPr>
          <a:xfrm>
            <a:off x="990600" y="685800"/>
            <a:ext cx="86868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Montserrat Light" panose="00000400000000000000" pitchFamily="2" charset="0"/>
              </a:rPr>
              <a:t>Apresentação dos alunos;	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Nome completo;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Idade;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	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Onde mora;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	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Por que está no Senai;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Aluno empregado ou não;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	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O que espera do Senai;	</a:t>
            </a:r>
          </a:p>
        </p:txBody>
      </p:sp>
    </p:spTree>
    <p:extLst>
      <p:ext uri="{BB962C8B-B14F-4D97-AF65-F5344CB8AC3E}">
        <p14:creationId xmlns:p14="http://schemas.microsoft.com/office/powerpoint/2010/main" val="271325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0A105-0FB9-D7D0-E6FA-12D360E7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EAF7F51-3D8D-A552-CDA0-6652C80953E8}"/>
              </a:ext>
            </a:extLst>
          </p:cNvPr>
          <p:cNvSpPr txBox="1"/>
          <p:nvPr/>
        </p:nvSpPr>
        <p:spPr>
          <a:xfrm>
            <a:off x="914400" y="1164134"/>
            <a:ext cx="84582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Montserrat Light" panose="00000400000000000000" pitchFamily="2" charset="0"/>
              </a:rPr>
              <a:t>O que fará para atingir seus objetivos no Senai;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Confeccionar crachá de mesa;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Observar a regra de </a:t>
            </a:r>
            <a:r>
              <a:rPr lang="pt-BR" sz="2800" dirty="0" err="1">
                <a:latin typeface="Montserrat Light" panose="00000400000000000000" pitchFamily="2" charset="0"/>
              </a:rPr>
              <a:t>confeccionamento</a:t>
            </a:r>
            <a:r>
              <a:rPr lang="pt-BR" sz="2800" dirty="0">
                <a:latin typeface="Montserrat Light" panose="00000400000000000000" pitchFamily="2" charset="0"/>
              </a:rPr>
              <a:t>;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	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Utilizar caneta apropriada;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Nome e sobrenome;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Trazer e colocar sobre a mesa durante o tempo necessário estipulado pelo docente.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0880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7B405D-CF5B-BE07-4E12-FF0F34D8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6EBD0DD-EAE3-D7A8-AAC6-AC879BE258ED}"/>
              </a:ext>
            </a:extLst>
          </p:cNvPr>
          <p:cNvSpPr txBox="1"/>
          <p:nvPr/>
        </p:nvSpPr>
        <p:spPr>
          <a:xfrm>
            <a:off x="1295400" y="1524000"/>
            <a:ext cx="84582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Montserrat Light" panose="00000400000000000000" pitchFamily="2" charset="0"/>
              </a:rPr>
              <a:t>Falar sobre regras da escola;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Comportamento esperado dos alunos;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	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Segurança do patrimônio escolar;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Responsabilidade de cada aluno na limpeza e preservação do patrimônio;	</a:t>
            </a:r>
          </a:p>
        </p:txBody>
      </p:sp>
    </p:spTree>
    <p:extLst>
      <p:ext uri="{BB962C8B-B14F-4D97-AF65-F5344CB8AC3E}">
        <p14:creationId xmlns:p14="http://schemas.microsoft.com/office/powerpoint/2010/main" val="60336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2A840-119C-644B-FB68-4D6CA30F7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C75BB34-29C1-A155-981C-8791373973BD}"/>
              </a:ext>
            </a:extLst>
          </p:cNvPr>
          <p:cNvSpPr txBox="1"/>
          <p:nvPr/>
        </p:nvSpPr>
        <p:spPr>
          <a:xfrm>
            <a:off x="762000" y="762000"/>
            <a:ext cx="8915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Montserrat Light" panose="00000400000000000000" pitchFamily="2" charset="0"/>
              </a:rPr>
              <a:t>	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Pontualidade nos horários de entrada e saída, inclusive no intervalos;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Falar sobre o controle de faltas no portal educacional;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Falar sobre o controle do comportamento dentro do portal educacional.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	</a:t>
            </a:r>
          </a:p>
          <a:p>
            <a:r>
              <a:rPr lang="pt-BR" sz="2800" dirty="0">
                <a:latin typeface="Montserrat Light" panose="00000400000000000000" pitchFamily="2" charset="0"/>
              </a:rPr>
              <a:t>Falar sobre a FIAP.</a:t>
            </a:r>
          </a:p>
        </p:txBody>
      </p:sp>
    </p:spTree>
    <p:extLst>
      <p:ext uri="{BB962C8B-B14F-4D97-AF65-F5344CB8AC3E}">
        <p14:creationId xmlns:p14="http://schemas.microsoft.com/office/powerpoint/2010/main" val="231547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25B93-A393-C5F4-A5DA-7CF3FE4E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8306B4F-46AE-D0D7-B36B-707A714E10C7}"/>
              </a:ext>
            </a:extLst>
          </p:cNvPr>
          <p:cNvSpPr txBox="1"/>
          <p:nvPr/>
        </p:nvSpPr>
        <p:spPr>
          <a:xfrm>
            <a:off x="990600" y="685800"/>
            <a:ext cx="92964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Montserrat Light" panose="00000400000000000000" pitchFamily="2" charset="0"/>
              </a:rPr>
              <a:t>Explicar o funcionamento do </a:t>
            </a:r>
            <a:r>
              <a:rPr lang="pt-BR" sz="2800" dirty="0" err="1">
                <a:latin typeface="Montserrat Light" panose="00000400000000000000" pitchFamily="2" charset="0"/>
              </a:rPr>
              <a:t>Classroom</a:t>
            </a:r>
            <a:r>
              <a:rPr lang="pt-BR" sz="2800" dirty="0">
                <a:latin typeface="Montserrat Light" panose="00000400000000000000" pitchFamily="2" charset="0"/>
              </a:rPr>
              <a:t>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Como acessar;	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Como verificar material;	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Como verificar atividades;	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Como responder atividades;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Verificar o prazo de entrega das atividades;</a:t>
            </a:r>
          </a:p>
          <a:p>
            <a:endParaRPr lang="pt-BR" sz="2800" dirty="0">
              <a:latin typeface="Montserrat Light" panose="00000400000000000000" pitchFamily="2" charset="0"/>
            </a:endParaRPr>
          </a:p>
          <a:p>
            <a:r>
              <a:rPr lang="pt-BR" sz="2800" dirty="0">
                <a:latin typeface="Montserrat Light" panose="00000400000000000000" pitchFamily="2" charset="0"/>
              </a:rPr>
              <a:t>Verificar constantemente o retorno das atividades.</a:t>
            </a:r>
          </a:p>
        </p:txBody>
      </p:sp>
    </p:spTree>
    <p:extLst>
      <p:ext uri="{BB962C8B-B14F-4D97-AF65-F5344CB8AC3E}">
        <p14:creationId xmlns:p14="http://schemas.microsoft.com/office/powerpoint/2010/main" val="253736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029A919-0E3B-FA43-69F9-A85AB0F0E9D1}"/>
              </a:ext>
            </a:extLst>
          </p:cNvPr>
          <p:cNvSpPr txBox="1"/>
          <p:nvPr/>
        </p:nvSpPr>
        <p:spPr>
          <a:xfrm>
            <a:off x="838200" y="762000"/>
            <a:ext cx="784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Montserrat ExtraBold" panose="00000900000000000000" pitchFamily="2" charset="0"/>
              </a:rPr>
              <a:t>TÉCNICO EM ADMINISTRAÇÃO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7913B6-4D37-DE27-C639-1600E19E451D}"/>
              </a:ext>
            </a:extLst>
          </p:cNvPr>
          <p:cNvSpPr txBox="1"/>
          <p:nvPr/>
        </p:nvSpPr>
        <p:spPr>
          <a:xfrm>
            <a:off x="1409700" y="3657600"/>
            <a:ext cx="9372600" cy="15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2800" b="1" dirty="0">
                <a:solidFill>
                  <a:srgbClr val="FF0000"/>
                </a:solidFill>
                <a:latin typeface="Montserrat ExtraBold" panose="000009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UNIDADE CURRICULAR: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2800" b="1" dirty="0">
                <a:solidFill>
                  <a:srgbClr val="000000"/>
                </a:solidFill>
                <a:latin typeface="Montserrat ExtraBold" panose="000009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FDMT - Ferramentas digitais para o mercado de trabalho - 60 horas</a:t>
            </a:r>
            <a:endParaRPr lang="pt-BR" sz="2800" dirty="0">
              <a:latin typeface="Montserrat ExtraBold" panose="000009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73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7B635C7-8BC5-6C49-6FDA-B092A2F8FF16}"/>
              </a:ext>
            </a:extLst>
          </p:cNvPr>
          <p:cNvSpPr txBox="1"/>
          <p:nvPr/>
        </p:nvSpPr>
        <p:spPr>
          <a:xfrm>
            <a:off x="1066800" y="2057400"/>
            <a:ext cx="8610600" cy="290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2400" b="1" dirty="0">
                <a:solidFill>
                  <a:srgbClr val="000000"/>
                </a:solidFill>
                <a:latin typeface="Montserrat ExtraBold" panose="000009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Objetivo Geral: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2400" kern="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Desenvolver capacidades básicas e socioemocionais relativas ao </a:t>
            </a:r>
            <a:r>
              <a:rPr lang="pt-BR" sz="2400" kern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uso das ferramentas </a:t>
            </a:r>
            <a:r>
              <a:rPr lang="pt-BR" sz="2400" kern="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digitais direcionadas ao mercado de trabalho, assim como, proporcionar a</a:t>
            </a:r>
            <a:r>
              <a:rPr lang="pt-BR" sz="2400" kern="0" dirty="0">
                <a:solidFill>
                  <a:srgbClr val="000000"/>
                </a:solidFill>
                <a:latin typeface="Montserrat Light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kern="0" dirty="0">
                <a:solidFill>
                  <a:srgbClr val="000000"/>
                </a:solidFill>
                <a:effectLst/>
                <a:latin typeface="Montserrat Light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inclusão digital.</a:t>
            </a:r>
            <a:endParaRPr lang="pt-BR" sz="2400" kern="100" dirty="0">
              <a:effectLst/>
              <a:latin typeface="Montserrat Light" panose="00000400000000000000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946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917E8-0175-81E6-7349-C451711A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49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2CE9-0DD2-6BBC-217D-C140C86D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C29358-591E-E741-DC84-BD87343154BC}"/>
              </a:ext>
            </a:extLst>
          </p:cNvPr>
          <p:cNvSpPr/>
          <p:nvPr/>
        </p:nvSpPr>
        <p:spPr>
          <a:xfrm>
            <a:off x="428" y="0"/>
            <a:ext cx="12191144" cy="6762504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73440C1-7D9D-17E1-7F63-A9C242823484}"/>
              </a:ext>
            </a:extLst>
          </p:cNvPr>
          <p:cNvGrpSpPr/>
          <p:nvPr/>
        </p:nvGrpSpPr>
        <p:grpSpPr>
          <a:xfrm>
            <a:off x="6286486" y="1708030"/>
            <a:ext cx="5746704" cy="4990821"/>
            <a:chOff x="10366176" y="2816668"/>
            <a:chExt cx="9476740" cy="823023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0294BA6-3EB1-F5EF-96AA-FABDCD7FBBE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6176" y="2816668"/>
              <a:ext cx="9476151" cy="3444921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59622BD-0A2A-3629-4F79-640B339E2209}"/>
                </a:ext>
              </a:extLst>
            </p:cNvPr>
            <p:cNvSpPr/>
            <p:nvPr/>
          </p:nvSpPr>
          <p:spPr>
            <a:xfrm>
              <a:off x="11153377" y="3603879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10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D862335-7C91-C24F-3FE2-A73FA239648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6176" y="5204030"/>
              <a:ext cx="9476151" cy="3455392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57ABF23-F1FB-527A-0690-ED53C4F69A61}"/>
                </a:ext>
              </a:extLst>
            </p:cNvPr>
            <p:cNvSpPr/>
            <p:nvPr/>
          </p:nvSpPr>
          <p:spPr>
            <a:xfrm>
              <a:off x="11153377" y="5997587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60D2796C-BB94-C493-BEE5-E7B556C721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6176" y="7601862"/>
              <a:ext cx="9476151" cy="3444921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D1C0FF0-27E4-7090-34AA-73DD86DE3847}"/>
                </a:ext>
              </a:extLst>
            </p:cNvPr>
            <p:cNvSpPr/>
            <p:nvPr/>
          </p:nvSpPr>
          <p:spPr>
            <a:xfrm>
              <a:off x="11153377" y="8391304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5C9AF795-BA86-AF0D-3ADB-DFFF970267E2}"/>
              </a:ext>
            </a:extLst>
          </p:cNvPr>
          <p:cNvSpPr/>
          <p:nvPr/>
        </p:nvSpPr>
        <p:spPr>
          <a:xfrm>
            <a:off x="11207391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2479737-BEDC-7358-6A28-52E1F66B8EF6}"/>
              </a:ext>
            </a:extLst>
          </p:cNvPr>
          <p:cNvSpPr/>
          <p:nvPr/>
        </p:nvSpPr>
        <p:spPr>
          <a:xfrm>
            <a:off x="11366131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F023207-C37B-F83F-CECD-A25152EF4F69}"/>
              </a:ext>
            </a:extLst>
          </p:cNvPr>
          <p:cNvSpPr/>
          <p:nvPr/>
        </p:nvSpPr>
        <p:spPr>
          <a:xfrm>
            <a:off x="11524869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2D9E2D6-388B-25E4-E23B-4E344BD73951}"/>
              </a:ext>
            </a:extLst>
          </p:cNvPr>
          <p:cNvSpPr/>
          <p:nvPr/>
        </p:nvSpPr>
        <p:spPr>
          <a:xfrm>
            <a:off x="11683608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FF52167-FB0F-7C8E-9CF8-5FFFE1630CB5}"/>
              </a:ext>
            </a:extLst>
          </p:cNvPr>
          <p:cNvSpPr/>
          <p:nvPr/>
        </p:nvSpPr>
        <p:spPr>
          <a:xfrm>
            <a:off x="11842347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7ABBF68-3297-9879-2506-9A1E0A0B15F0}"/>
              </a:ext>
            </a:extLst>
          </p:cNvPr>
          <p:cNvSpPr/>
          <p:nvPr/>
        </p:nvSpPr>
        <p:spPr>
          <a:xfrm>
            <a:off x="12001086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07CF513-7FE2-CF7A-78B8-4D499097E45E}"/>
              </a:ext>
            </a:extLst>
          </p:cNvPr>
          <p:cNvSpPr/>
          <p:nvPr/>
        </p:nvSpPr>
        <p:spPr>
          <a:xfrm>
            <a:off x="11207391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05798E17-BF58-4AF7-CA61-618DEA5C93C4}"/>
              </a:ext>
            </a:extLst>
          </p:cNvPr>
          <p:cNvSpPr/>
          <p:nvPr/>
        </p:nvSpPr>
        <p:spPr>
          <a:xfrm>
            <a:off x="11366131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0E90B69-565C-BAA8-3636-E6E14442CD16}"/>
              </a:ext>
            </a:extLst>
          </p:cNvPr>
          <p:cNvSpPr/>
          <p:nvPr/>
        </p:nvSpPr>
        <p:spPr>
          <a:xfrm>
            <a:off x="11524869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56FE3EF-44D8-AB2E-4C37-6AECAE85D971}"/>
              </a:ext>
            </a:extLst>
          </p:cNvPr>
          <p:cNvSpPr/>
          <p:nvPr/>
        </p:nvSpPr>
        <p:spPr>
          <a:xfrm>
            <a:off x="11683608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A63F86B-E947-32F0-928A-9A3C940D6FE1}"/>
              </a:ext>
            </a:extLst>
          </p:cNvPr>
          <p:cNvSpPr/>
          <p:nvPr/>
        </p:nvSpPr>
        <p:spPr>
          <a:xfrm>
            <a:off x="11842347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66E29C9-5C0C-31A2-963E-F53E0C149425}"/>
              </a:ext>
            </a:extLst>
          </p:cNvPr>
          <p:cNvSpPr/>
          <p:nvPr/>
        </p:nvSpPr>
        <p:spPr>
          <a:xfrm>
            <a:off x="12001086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39EF4C2-43F2-D684-2F00-21C3D187C280}"/>
              </a:ext>
            </a:extLst>
          </p:cNvPr>
          <p:cNvSpPr/>
          <p:nvPr/>
        </p:nvSpPr>
        <p:spPr>
          <a:xfrm>
            <a:off x="11207391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23125217-19CE-529E-5BFB-1E38BB8BFB61}"/>
              </a:ext>
            </a:extLst>
          </p:cNvPr>
          <p:cNvSpPr/>
          <p:nvPr/>
        </p:nvSpPr>
        <p:spPr>
          <a:xfrm>
            <a:off x="11366131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FDDE974-4F0F-166A-500A-6C8DC4397BA1}"/>
              </a:ext>
            </a:extLst>
          </p:cNvPr>
          <p:cNvSpPr/>
          <p:nvPr/>
        </p:nvSpPr>
        <p:spPr>
          <a:xfrm>
            <a:off x="11524869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533AABF9-9CB3-FCFE-CBD3-3935AD5D588A}"/>
              </a:ext>
            </a:extLst>
          </p:cNvPr>
          <p:cNvSpPr/>
          <p:nvPr/>
        </p:nvSpPr>
        <p:spPr>
          <a:xfrm>
            <a:off x="11683608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47DF99CB-8D39-514D-113A-7BBA91A004A2}"/>
              </a:ext>
            </a:extLst>
          </p:cNvPr>
          <p:cNvSpPr/>
          <p:nvPr/>
        </p:nvSpPr>
        <p:spPr>
          <a:xfrm>
            <a:off x="11842347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F6BDBD5-F42A-B15C-8B55-47174A373FBA}"/>
              </a:ext>
            </a:extLst>
          </p:cNvPr>
          <p:cNvSpPr/>
          <p:nvPr/>
        </p:nvSpPr>
        <p:spPr>
          <a:xfrm>
            <a:off x="12001086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5018CC3-6824-722C-440B-304A39B1DECD}"/>
              </a:ext>
            </a:extLst>
          </p:cNvPr>
          <p:cNvSpPr/>
          <p:nvPr/>
        </p:nvSpPr>
        <p:spPr>
          <a:xfrm>
            <a:off x="11207391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EAD9EFE-DCA3-6B2A-5C7A-41F894DA3FEE}"/>
              </a:ext>
            </a:extLst>
          </p:cNvPr>
          <p:cNvSpPr/>
          <p:nvPr/>
        </p:nvSpPr>
        <p:spPr>
          <a:xfrm>
            <a:off x="11366131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40F0017-71B4-6312-60C7-2CCFD887B258}"/>
              </a:ext>
            </a:extLst>
          </p:cNvPr>
          <p:cNvSpPr/>
          <p:nvPr/>
        </p:nvSpPr>
        <p:spPr>
          <a:xfrm>
            <a:off x="11524869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8F682155-5EF2-8519-8263-EFC74EC52517}"/>
              </a:ext>
            </a:extLst>
          </p:cNvPr>
          <p:cNvSpPr/>
          <p:nvPr/>
        </p:nvSpPr>
        <p:spPr>
          <a:xfrm>
            <a:off x="11683608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265448A8-74EF-680B-E177-7E3D3A513C90}"/>
              </a:ext>
            </a:extLst>
          </p:cNvPr>
          <p:cNvSpPr/>
          <p:nvPr/>
        </p:nvSpPr>
        <p:spPr>
          <a:xfrm>
            <a:off x="11842347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ED55CE37-95C4-56ED-F710-CDECB54B3AED}"/>
              </a:ext>
            </a:extLst>
          </p:cNvPr>
          <p:cNvSpPr/>
          <p:nvPr/>
        </p:nvSpPr>
        <p:spPr>
          <a:xfrm>
            <a:off x="12001086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629C1C75-C11C-4653-EC08-DFE5D21E53D4}"/>
              </a:ext>
            </a:extLst>
          </p:cNvPr>
          <p:cNvSpPr/>
          <p:nvPr/>
        </p:nvSpPr>
        <p:spPr>
          <a:xfrm>
            <a:off x="11207391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B0A93217-F732-6876-BC8D-CEDA68D4CD74}"/>
              </a:ext>
            </a:extLst>
          </p:cNvPr>
          <p:cNvSpPr/>
          <p:nvPr/>
        </p:nvSpPr>
        <p:spPr>
          <a:xfrm>
            <a:off x="11366131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6EFAC0D6-0DD5-BD8A-BDE0-E09CE2CB20D6}"/>
              </a:ext>
            </a:extLst>
          </p:cNvPr>
          <p:cNvSpPr/>
          <p:nvPr/>
        </p:nvSpPr>
        <p:spPr>
          <a:xfrm>
            <a:off x="11524869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A7DDD79F-1891-A3CD-7EDF-69FC066946F1}"/>
              </a:ext>
            </a:extLst>
          </p:cNvPr>
          <p:cNvSpPr/>
          <p:nvPr/>
        </p:nvSpPr>
        <p:spPr>
          <a:xfrm>
            <a:off x="11683608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FE2F6E17-CA7B-6153-2122-90540D8FE7A3}"/>
              </a:ext>
            </a:extLst>
          </p:cNvPr>
          <p:cNvSpPr/>
          <p:nvPr/>
        </p:nvSpPr>
        <p:spPr>
          <a:xfrm>
            <a:off x="11842347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8D3D4B6E-D067-5C12-183E-6C4C57366AEE}"/>
              </a:ext>
            </a:extLst>
          </p:cNvPr>
          <p:cNvSpPr/>
          <p:nvPr/>
        </p:nvSpPr>
        <p:spPr>
          <a:xfrm>
            <a:off x="12001086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EB69C257-0D58-4290-D84C-EEFB194B4EF1}"/>
              </a:ext>
            </a:extLst>
          </p:cNvPr>
          <p:cNvSpPr/>
          <p:nvPr/>
        </p:nvSpPr>
        <p:spPr>
          <a:xfrm>
            <a:off x="11207391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C85967CA-E210-F5FE-05B8-EB471897780D}"/>
              </a:ext>
            </a:extLst>
          </p:cNvPr>
          <p:cNvSpPr/>
          <p:nvPr/>
        </p:nvSpPr>
        <p:spPr>
          <a:xfrm>
            <a:off x="11366131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0F6ED6C1-8DB8-3A85-949B-9A5087906792}"/>
              </a:ext>
            </a:extLst>
          </p:cNvPr>
          <p:cNvSpPr/>
          <p:nvPr/>
        </p:nvSpPr>
        <p:spPr>
          <a:xfrm>
            <a:off x="11524869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E85ABC4D-ECB9-93EB-5181-6197DA02AD15}"/>
              </a:ext>
            </a:extLst>
          </p:cNvPr>
          <p:cNvSpPr/>
          <p:nvPr/>
        </p:nvSpPr>
        <p:spPr>
          <a:xfrm>
            <a:off x="11683608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318DA1F1-8686-7AB0-8E74-708779DE10C1}"/>
              </a:ext>
            </a:extLst>
          </p:cNvPr>
          <p:cNvSpPr/>
          <p:nvPr/>
        </p:nvSpPr>
        <p:spPr>
          <a:xfrm>
            <a:off x="11842347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8D39187A-7566-E4F9-35C1-8E6D29DB5C3A}"/>
              </a:ext>
            </a:extLst>
          </p:cNvPr>
          <p:cNvSpPr/>
          <p:nvPr/>
        </p:nvSpPr>
        <p:spPr>
          <a:xfrm>
            <a:off x="12001086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46" name="object 46">
            <a:extLst>
              <a:ext uri="{FF2B5EF4-FFF2-40B4-BE49-F238E27FC236}">
                <a16:creationId xmlns:a16="http://schemas.microsoft.com/office/drawing/2014/main" id="{8B91D755-F200-C4F8-1F4F-754E7A68D971}"/>
              </a:ext>
            </a:extLst>
          </p:cNvPr>
          <p:cNvGrpSpPr/>
          <p:nvPr/>
        </p:nvGrpSpPr>
        <p:grpSpPr>
          <a:xfrm>
            <a:off x="428" y="0"/>
            <a:ext cx="12191144" cy="6857615"/>
            <a:chOff x="0" y="0"/>
            <a:chExt cx="20104100" cy="11308715"/>
          </a:xfrm>
        </p:grpSpPr>
        <p:pic>
          <p:nvPicPr>
            <p:cNvPr id="47" name="object 47">
              <a:extLst>
                <a:ext uri="{FF2B5EF4-FFF2-40B4-BE49-F238E27FC236}">
                  <a16:creationId xmlns:a16="http://schemas.microsoft.com/office/drawing/2014/main" id="{B5D07705-7013-37E2-5477-0E10CBD82D3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0052050" cy="11308556"/>
            </a:xfrm>
            <a:prstGeom prst="rect">
              <a:avLst/>
            </a:prstGeom>
          </p:spPr>
        </p:pic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D3EB6C8E-4F30-D0B2-1125-803333943832}"/>
                </a:ext>
              </a:extLst>
            </p:cNvPr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679328A3-134F-519F-4853-EC493A0611A5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0" name="object 50">
            <a:extLst>
              <a:ext uri="{FF2B5EF4-FFF2-40B4-BE49-F238E27FC236}">
                <a16:creationId xmlns:a16="http://schemas.microsoft.com/office/drawing/2014/main" id="{B684EFB3-F182-A7DD-A79C-0B40F3B7BDEA}"/>
              </a:ext>
            </a:extLst>
          </p:cNvPr>
          <p:cNvSpPr txBox="1"/>
          <p:nvPr/>
        </p:nvSpPr>
        <p:spPr>
          <a:xfrm>
            <a:off x="7061057" y="2413234"/>
            <a:ext cx="482101" cy="5770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>
              <a:spcBef>
                <a:spcPts val="61"/>
              </a:spcBef>
            </a:pPr>
            <a:r>
              <a:rPr sz="3699" spc="-6" dirty="0">
                <a:solidFill>
                  <a:srgbClr val="C1272C"/>
                </a:solidFill>
                <a:latin typeface="Montserrat Light"/>
                <a:cs typeface="Montserrat Light"/>
              </a:rPr>
              <a:t>01</a:t>
            </a:r>
            <a:endParaRPr sz="3699">
              <a:latin typeface="Montserrat Light"/>
              <a:cs typeface="Montserrat Light"/>
            </a:endParaRPr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E1022B4F-6D1B-EB2E-FBF8-1EBEC84DFC66}"/>
              </a:ext>
            </a:extLst>
          </p:cNvPr>
          <p:cNvSpPr txBox="1"/>
          <p:nvPr/>
        </p:nvSpPr>
        <p:spPr>
          <a:xfrm>
            <a:off x="7706276" y="5483838"/>
            <a:ext cx="3729099" cy="242022"/>
          </a:xfrm>
          <a:prstGeom prst="rect">
            <a:avLst/>
          </a:prstGeom>
        </p:spPr>
        <p:txBody>
          <a:bodyPr vert="horz" wrap="square" lIns="0" tIns="15018" rIns="0" bIns="0" rtlCol="0">
            <a:spAutoFit/>
          </a:bodyPr>
          <a:lstStyle/>
          <a:p>
            <a:pPr marR="3081">
              <a:lnSpc>
                <a:spcPts val="1740"/>
              </a:lnSpc>
              <a:spcBef>
                <a:spcPts val="118"/>
              </a:spcBef>
            </a:pPr>
            <a:r>
              <a:rPr lang="pt-BR" sz="2000" spc="-12" dirty="0">
                <a:solidFill>
                  <a:srgbClr val="4D4D4D"/>
                </a:solidFill>
                <a:latin typeface="Montserrat"/>
                <a:cs typeface="Montserrat"/>
              </a:rPr>
              <a:t>Intervalo: das 15:10h às 15:20h</a:t>
            </a:r>
            <a:endParaRPr sz="2000" dirty="0">
              <a:latin typeface="Montserrat"/>
              <a:cs typeface="Montserrat"/>
            </a:endParaRPr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489B6F87-5139-DE05-26E3-700EC967EF54}"/>
              </a:ext>
            </a:extLst>
          </p:cNvPr>
          <p:cNvSpPr txBox="1"/>
          <p:nvPr/>
        </p:nvSpPr>
        <p:spPr>
          <a:xfrm>
            <a:off x="7011722" y="3864782"/>
            <a:ext cx="580677" cy="5770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>
              <a:spcBef>
                <a:spcPts val="61"/>
              </a:spcBef>
            </a:pPr>
            <a:r>
              <a:rPr sz="3699" spc="-6" dirty="0">
                <a:solidFill>
                  <a:srgbClr val="C1272C"/>
                </a:solidFill>
                <a:latin typeface="Montserrat Light"/>
                <a:cs typeface="Montserrat Light"/>
              </a:rPr>
              <a:t>02</a:t>
            </a:r>
            <a:endParaRPr sz="3699">
              <a:latin typeface="Montserrat Light"/>
              <a:cs typeface="Montserrat Light"/>
            </a:endParaRP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A4F3AEF9-4FD4-E8CC-9B3C-A6F08C4A2E53}"/>
              </a:ext>
            </a:extLst>
          </p:cNvPr>
          <p:cNvSpPr txBox="1"/>
          <p:nvPr/>
        </p:nvSpPr>
        <p:spPr>
          <a:xfrm>
            <a:off x="7792306" y="2358982"/>
            <a:ext cx="3275359" cy="697403"/>
          </a:xfrm>
          <a:prstGeom prst="rect">
            <a:avLst/>
          </a:prstGeom>
        </p:spPr>
        <p:txBody>
          <a:bodyPr vert="horz" wrap="square" lIns="0" tIns="15018" rIns="0" bIns="0" rtlCol="0">
            <a:spAutoFit/>
          </a:bodyPr>
          <a:lstStyle/>
          <a:p>
            <a:pPr marR="3081">
              <a:lnSpc>
                <a:spcPts val="1740"/>
              </a:lnSpc>
              <a:spcBef>
                <a:spcPts val="118"/>
              </a:spcBef>
            </a:pPr>
            <a:r>
              <a:rPr lang="pt-BR" spc="-12" dirty="0">
                <a:solidFill>
                  <a:srgbClr val="4D4D4D"/>
                </a:solidFill>
                <a:latin typeface="Montserrat"/>
                <a:cs typeface="Montserrat"/>
              </a:rPr>
              <a:t>Início: 14/03/2025</a:t>
            </a:r>
          </a:p>
          <a:p>
            <a:pPr marR="3081">
              <a:lnSpc>
                <a:spcPts val="1740"/>
              </a:lnSpc>
              <a:spcBef>
                <a:spcPts val="118"/>
              </a:spcBef>
            </a:pPr>
            <a:endParaRPr lang="pt-BR" spc="-12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R="3081">
              <a:lnSpc>
                <a:spcPts val="1740"/>
              </a:lnSpc>
              <a:spcBef>
                <a:spcPts val="118"/>
              </a:spcBef>
            </a:pPr>
            <a:r>
              <a:rPr lang="pt-BR" spc="-12" dirty="0">
                <a:solidFill>
                  <a:srgbClr val="4D4D4D"/>
                </a:solidFill>
                <a:latin typeface="Montserrat"/>
                <a:cs typeface="Montserrat"/>
              </a:rPr>
              <a:t>Término: 11/08/2025</a:t>
            </a:r>
            <a:endParaRPr dirty="0">
              <a:latin typeface="Montserrat"/>
              <a:cs typeface="Montserrat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0FD58916-533D-932C-3A81-45F06CDA30D3}"/>
              </a:ext>
            </a:extLst>
          </p:cNvPr>
          <p:cNvSpPr txBox="1"/>
          <p:nvPr/>
        </p:nvSpPr>
        <p:spPr>
          <a:xfrm>
            <a:off x="7015011" y="5316332"/>
            <a:ext cx="569896" cy="5770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>
              <a:spcBef>
                <a:spcPts val="61"/>
              </a:spcBef>
            </a:pPr>
            <a:r>
              <a:rPr sz="3699" spc="-39" dirty="0">
                <a:solidFill>
                  <a:srgbClr val="C1272C"/>
                </a:solidFill>
                <a:latin typeface="Montserrat Light"/>
                <a:cs typeface="Montserrat Light"/>
              </a:rPr>
              <a:t>03</a:t>
            </a:r>
            <a:endParaRPr sz="3699">
              <a:latin typeface="Montserrat Light"/>
              <a:cs typeface="Montserrat Light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982CC323-BEAB-7BEB-E0A2-A976E434DBD6}"/>
              </a:ext>
            </a:extLst>
          </p:cNvPr>
          <p:cNvSpPr txBox="1"/>
          <p:nvPr/>
        </p:nvSpPr>
        <p:spPr>
          <a:xfrm>
            <a:off x="7782885" y="3805880"/>
            <a:ext cx="3275359" cy="694838"/>
          </a:xfrm>
          <a:prstGeom prst="rect">
            <a:avLst/>
          </a:prstGeom>
        </p:spPr>
        <p:txBody>
          <a:bodyPr vert="horz" wrap="square" lIns="0" tIns="15018" rIns="0" bIns="0" rtlCol="0">
            <a:spAutoFit/>
          </a:bodyPr>
          <a:lstStyle/>
          <a:p>
            <a:pPr marR="3081">
              <a:lnSpc>
                <a:spcPts val="1740"/>
              </a:lnSpc>
              <a:spcBef>
                <a:spcPts val="118"/>
              </a:spcBef>
            </a:pPr>
            <a:r>
              <a:rPr lang="pt-BR" spc="-12" dirty="0">
                <a:solidFill>
                  <a:srgbClr val="4D4D4D"/>
                </a:solidFill>
                <a:latin typeface="Montserrat"/>
                <a:cs typeface="Montserrat"/>
              </a:rPr>
              <a:t>Horário de entrada: 13:00h</a:t>
            </a:r>
          </a:p>
          <a:p>
            <a:pPr marR="3081">
              <a:lnSpc>
                <a:spcPts val="1740"/>
              </a:lnSpc>
              <a:spcBef>
                <a:spcPts val="118"/>
              </a:spcBef>
            </a:pPr>
            <a:endParaRPr lang="pt-BR" spc="-12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R="3081">
              <a:lnSpc>
                <a:spcPts val="1740"/>
              </a:lnSpc>
              <a:spcBef>
                <a:spcPts val="118"/>
              </a:spcBef>
            </a:pPr>
            <a:r>
              <a:rPr lang="pt-BR" spc="-12" dirty="0">
                <a:solidFill>
                  <a:srgbClr val="4D4D4D"/>
                </a:solidFill>
                <a:latin typeface="Montserrat"/>
                <a:cs typeface="Montserrat"/>
              </a:rPr>
              <a:t>Horário de saída: 17:00h</a:t>
            </a:r>
            <a:endParaRPr dirty="0">
              <a:latin typeface="Montserrat"/>
              <a:cs typeface="Montserrat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FED27375-992B-D465-F20B-3069D92C93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46237" y="515265"/>
            <a:ext cx="5626844" cy="1070794"/>
          </a:xfrm>
          <a:prstGeom prst="rect">
            <a:avLst/>
          </a:prstGeom>
        </p:spPr>
        <p:txBody>
          <a:bodyPr vert="horz" wrap="square" lIns="0" tIns="46978" rIns="0" bIns="0" rtlCol="0">
            <a:spAutoFit/>
          </a:bodyPr>
          <a:lstStyle/>
          <a:p>
            <a:pPr marL="7701" algn="ctr">
              <a:spcBef>
                <a:spcPts val="370"/>
              </a:spcBef>
            </a:pPr>
            <a:r>
              <a:rPr lang="pt-BR" sz="3200" spc="-9" dirty="0">
                <a:latin typeface="Montserrat ExtraBold"/>
                <a:cs typeface="Montserrat ExtraBold"/>
              </a:rPr>
              <a:t>HORÁRIO 1º SEMESTRE</a:t>
            </a:r>
            <a:endParaRPr sz="3200" b="1" dirty="0">
              <a:latin typeface="Montserrat ExtraBold"/>
              <a:cs typeface="Montserrat ExtraBold"/>
            </a:endParaRPr>
          </a:p>
          <a:p>
            <a:pPr marL="7701" algn="ctr">
              <a:spcBef>
                <a:spcPts val="312"/>
              </a:spcBef>
            </a:pPr>
            <a:r>
              <a:rPr lang="pt-BR" sz="3200" spc="-12" dirty="0">
                <a:latin typeface="Montserrat Light" panose="00000400000000000000" pitchFamily="2" charset="0"/>
              </a:rPr>
              <a:t>13h às 17h – 14/03 a 11/08</a:t>
            </a:r>
            <a:endParaRPr sz="3200" spc="-24" dirty="0">
              <a:latin typeface="Montserrat Light" panose="00000400000000000000" pitchFamily="2" charset="0"/>
            </a:endParaRPr>
          </a:p>
        </p:txBody>
      </p:sp>
      <p:pic>
        <p:nvPicPr>
          <p:cNvPr id="59" name="Imagem 58">
            <a:extLst>
              <a:ext uri="{FF2B5EF4-FFF2-40B4-BE49-F238E27FC236}">
                <a16:creationId xmlns:a16="http://schemas.microsoft.com/office/drawing/2014/main" id="{335789C6-DA53-ED72-1AED-83D431310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49" t="1164"/>
          <a:stretch/>
        </p:blipFill>
        <p:spPr>
          <a:xfrm>
            <a:off x="457200" y="213118"/>
            <a:ext cx="5114820" cy="6238566"/>
          </a:xfrm>
          <a:prstGeom prst="rect">
            <a:avLst/>
          </a:prstGeom>
        </p:spPr>
      </p:pic>
      <p:sp>
        <p:nvSpPr>
          <p:cNvPr id="57" name="Seta: Para a Direita 56">
            <a:extLst>
              <a:ext uri="{FF2B5EF4-FFF2-40B4-BE49-F238E27FC236}">
                <a16:creationId xmlns:a16="http://schemas.microsoft.com/office/drawing/2014/main" id="{AF5C6E85-AED4-1221-1B63-C476A6C93BE2}"/>
              </a:ext>
            </a:extLst>
          </p:cNvPr>
          <p:cNvSpPr/>
          <p:nvPr/>
        </p:nvSpPr>
        <p:spPr>
          <a:xfrm rot="10800000">
            <a:off x="3962400" y="3039828"/>
            <a:ext cx="761987" cy="3810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137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F6377-E23D-C392-82D5-21D8973E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BD546C-111B-BBDF-BCC6-78927F5C3F41}"/>
              </a:ext>
            </a:extLst>
          </p:cNvPr>
          <p:cNvSpPr/>
          <p:nvPr/>
        </p:nvSpPr>
        <p:spPr>
          <a:xfrm>
            <a:off x="428" y="0"/>
            <a:ext cx="12191144" cy="6762504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6FD72CD-CDAB-C034-4745-F500C1838B92}"/>
              </a:ext>
            </a:extLst>
          </p:cNvPr>
          <p:cNvGrpSpPr/>
          <p:nvPr/>
        </p:nvGrpSpPr>
        <p:grpSpPr>
          <a:xfrm>
            <a:off x="6286486" y="1708030"/>
            <a:ext cx="5746704" cy="4990821"/>
            <a:chOff x="10366176" y="2816668"/>
            <a:chExt cx="9476740" cy="823023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19A074D-2264-E45C-EA82-78438476BF7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6176" y="2816668"/>
              <a:ext cx="9476151" cy="3444921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5294915-90F1-6856-AEBD-B75D3574EEFF}"/>
                </a:ext>
              </a:extLst>
            </p:cNvPr>
            <p:cNvSpPr/>
            <p:nvPr/>
          </p:nvSpPr>
          <p:spPr>
            <a:xfrm>
              <a:off x="11153377" y="3603879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10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9FA008E8-33CC-9B5B-CACA-5386EA443C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6176" y="5204030"/>
              <a:ext cx="9476151" cy="3455392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2A68E6F-7652-25B5-7F71-43AAE1168F4E}"/>
                </a:ext>
              </a:extLst>
            </p:cNvPr>
            <p:cNvSpPr/>
            <p:nvPr/>
          </p:nvSpPr>
          <p:spPr>
            <a:xfrm>
              <a:off x="11153377" y="5997587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67B60A93-8B91-F029-EDC6-46CD2B7C83C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6176" y="7601862"/>
              <a:ext cx="9476151" cy="3444921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99A36FF-C6E6-C53D-7D0D-9964DA5508CB}"/>
                </a:ext>
              </a:extLst>
            </p:cNvPr>
            <p:cNvSpPr/>
            <p:nvPr/>
          </p:nvSpPr>
          <p:spPr>
            <a:xfrm>
              <a:off x="11153377" y="8391304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D73D5D91-0A7E-37FC-B38D-7809110EF89C}"/>
              </a:ext>
            </a:extLst>
          </p:cNvPr>
          <p:cNvSpPr/>
          <p:nvPr/>
        </p:nvSpPr>
        <p:spPr>
          <a:xfrm>
            <a:off x="11207391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8B9D5E2-2E5C-724B-A720-81124A4E6F6C}"/>
              </a:ext>
            </a:extLst>
          </p:cNvPr>
          <p:cNvSpPr/>
          <p:nvPr/>
        </p:nvSpPr>
        <p:spPr>
          <a:xfrm>
            <a:off x="11366131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75A5310-8AFD-234A-1EF5-CDE428F1EA7E}"/>
              </a:ext>
            </a:extLst>
          </p:cNvPr>
          <p:cNvSpPr/>
          <p:nvPr/>
        </p:nvSpPr>
        <p:spPr>
          <a:xfrm>
            <a:off x="11524869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4DF0F44-6577-EFC3-4B71-06EE06FF1B27}"/>
              </a:ext>
            </a:extLst>
          </p:cNvPr>
          <p:cNvSpPr/>
          <p:nvPr/>
        </p:nvSpPr>
        <p:spPr>
          <a:xfrm>
            <a:off x="11683608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6563735-1EF8-6D6B-CFF4-BB1DF9D44927}"/>
              </a:ext>
            </a:extLst>
          </p:cNvPr>
          <p:cNvSpPr/>
          <p:nvPr/>
        </p:nvSpPr>
        <p:spPr>
          <a:xfrm>
            <a:off x="11842347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AD494BB-E081-0C3E-B291-76FB849EC9EB}"/>
              </a:ext>
            </a:extLst>
          </p:cNvPr>
          <p:cNvSpPr/>
          <p:nvPr/>
        </p:nvSpPr>
        <p:spPr>
          <a:xfrm>
            <a:off x="12001086" y="15873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8E6236B-0AE2-3AC9-8BAB-DA479AC1B3B7}"/>
              </a:ext>
            </a:extLst>
          </p:cNvPr>
          <p:cNvSpPr/>
          <p:nvPr/>
        </p:nvSpPr>
        <p:spPr>
          <a:xfrm>
            <a:off x="11207391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677CA1D-2A41-C471-4F55-A7C3C2AC1D9F}"/>
              </a:ext>
            </a:extLst>
          </p:cNvPr>
          <p:cNvSpPr/>
          <p:nvPr/>
        </p:nvSpPr>
        <p:spPr>
          <a:xfrm>
            <a:off x="11366131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AB7A549-E99B-5B0A-2A47-166E3F334C2A}"/>
              </a:ext>
            </a:extLst>
          </p:cNvPr>
          <p:cNvSpPr/>
          <p:nvPr/>
        </p:nvSpPr>
        <p:spPr>
          <a:xfrm>
            <a:off x="11524869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29C1D86-9FCF-D3EB-380A-383FBAF2A68B}"/>
              </a:ext>
            </a:extLst>
          </p:cNvPr>
          <p:cNvSpPr/>
          <p:nvPr/>
        </p:nvSpPr>
        <p:spPr>
          <a:xfrm>
            <a:off x="11683608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CFD766F-E5B3-18CC-EFC1-9870457B70B4}"/>
              </a:ext>
            </a:extLst>
          </p:cNvPr>
          <p:cNvSpPr/>
          <p:nvPr/>
        </p:nvSpPr>
        <p:spPr>
          <a:xfrm>
            <a:off x="11842347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46B15F4-525E-ADE8-5303-8B5A6787E83B}"/>
              </a:ext>
            </a:extLst>
          </p:cNvPr>
          <p:cNvSpPr/>
          <p:nvPr/>
        </p:nvSpPr>
        <p:spPr>
          <a:xfrm>
            <a:off x="12001086" y="317478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5151D47-D2F6-52AF-4390-6E25A9778BA9}"/>
              </a:ext>
            </a:extLst>
          </p:cNvPr>
          <p:cNvSpPr/>
          <p:nvPr/>
        </p:nvSpPr>
        <p:spPr>
          <a:xfrm>
            <a:off x="11207391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5FDFF9F-CE5E-CAB4-DA53-A6DB4D74F8AE}"/>
              </a:ext>
            </a:extLst>
          </p:cNvPr>
          <p:cNvSpPr/>
          <p:nvPr/>
        </p:nvSpPr>
        <p:spPr>
          <a:xfrm>
            <a:off x="11366131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11E7A7A-2D12-889F-13ED-7CAB1E545140}"/>
              </a:ext>
            </a:extLst>
          </p:cNvPr>
          <p:cNvSpPr/>
          <p:nvPr/>
        </p:nvSpPr>
        <p:spPr>
          <a:xfrm>
            <a:off x="11524869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1437CE3A-A877-677E-FD7C-A23C9F0691B6}"/>
              </a:ext>
            </a:extLst>
          </p:cNvPr>
          <p:cNvSpPr/>
          <p:nvPr/>
        </p:nvSpPr>
        <p:spPr>
          <a:xfrm>
            <a:off x="11683608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1104E6EE-A443-D6C0-9C6A-746BB53DF1DD}"/>
              </a:ext>
            </a:extLst>
          </p:cNvPr>
          <p:cNvSpPr/>
          <p:nvPr/>
        </p:nvSpPr>
        <p:spPr>
          <a:xfrm>
            <a:off x="11842347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5382D3EE-75FE-608D-1482-13576F9219BA}"/>
              </a:ext>
            </a:extLst>
          </p:cNvPr>
          <p:cNvSpPr/>
          <p:nvPr/>
        </p:nvSpPr>
        <p:spPr>
          <a:xfrm>
            <a:off x="12001086" y="476217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AA248B2A-BCC2-F893-D73B-5CD90C29967D}"/>
              </a:ext>
            </a:extLst>
          </p:cNvPr>
          <p:cNvSpPr/>
          <p:nvPr/>
        </p:nvSpPr>
        <p:spPr>
          <a:xfrm>
            <a:off x="11207391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43FF4521-ACBD-0648-28A6-522E89A42E0F}"/>
              </a:ext>
            </a:extLst>
          </p:cNvPr>
          <p:cNvSpPr/>
          <p:nvPr/>
        </p:nvSpPr>
        <p:spPr>
          <a:xfrm>
            <a:off x="11366131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BC98458-9764-3B2D-F33D-FFAE2B8C82B5}"/>
              </a:ext>
            </a:extLst>
          </p:cNvPr>
          <p:cNvSpPr/>
          <p:nvPr/>
        </p:nvSpPr>
        <p:spPr>
          <a:xfrm>
            <a:off x="11524869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20E2DAA-9530-7F79-ECD7-5E8DAB93F341}"/>
              </a:ext>
            </a:extLst>
          </p:cNvPr>
          <p:cNvSpPr/>
          <p:nvPr/>
        </p:nvSpPr>
        <p:spPr>
          <a:xfrm>
            <a:off x="11683608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099614FD-B04C-6078-A647-6535926C8F26}"/>
              </a:ext>
            </a:extLst>
          </p:cNvPr>
          <p:cNvSpPr/>
          <p:nvPr/>
        </p:nvSpPr>
        <p:spPr>
          <a:xfrm>
            <a:off x="11842347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B2EBE3FA-B17A-819C-9338-E86CB277FDEB}"/>
              </a:ext>
            </a:extLst>
          </p:cNvPr>
          <p:cNvSpPr/>
          <p:nvPr/>
        </p:nvSpPr>
        <p:spPr>
          <a:xfrm>
            <a:off x="12001086" y="634956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5DA15164-4733-242C-8144-598D7F33B2E1}"/>
              </a:ext>
            </a:extLst>
          </p:cNvPr>
          <p:cNvSpPr/>
          <p:nvPr/>
        </p:nvSpPr>
        <p:spPr>
          <a:xfrm>
            <a:off x="11207391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9B8EA03D-BF58-2509-216D-B02B477FFFF8}"/>
              </a:ext>
            </a:extLst>
          </p:cNvPr>
          <p:cNvSpPr/>
          <p:nvPr/>
        </p:nvSpPr>
        <p:spPr>
          <a:xfrm>
            <a:off x="11366131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8672148-85B4-DD4B-0D2C-550E8571B85F}"/>
              </a:ext>
            </a:extLst>
          </p:cNvPr>
          <p:cNvSpPr/>
          <p:nvPr/>
        </p:nvSpPr>
        <p:spPr>
          <a:xfrm>
            <a:off x="11524869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88B41723-D6BB-2E9C-07FD-1274E1526FEA}"/>
              </a:ext>
            </a:extLst>
          </p:cNvPr>
          <p:cNvSpPr/>
          <p:nvPr/>
        </p:nvSpPr>
        <p:spPr>
          <a:xfrm>
            <a:off x="11683608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FB5C63F5-B1FA-6F6D-C474-C99F75770854}"/>
              </a:ext>
            </a:extLst>
          </p:cNvPr>
          <p:cNvSpPr/>
          <p:nvPr/>
        </p:nvSpPr>
        <p:spPr>
          <a:xfrm>
            <a:off x="11842347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DD640BB5-5E8A-8E09-2B3F-3D4CA6FE302A}"/>
              </a:ext>
            </a:extLst>
          </p:cNvPr>
          <p:cNvSpPr/>
          <p:nvPr/>
        </p:nvSpPr>
        <p:spPr>
          <a:xfrm>
            <a:off x="12001086" y="793694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6A0FBE93-93C2-4E68-0805-581B738B9B62}"/>
              </a:ext>
            </a:extLst>
          </p:cNvPr>
          <p:cNvSpPr/>
          <p:nvPr/>
        </p:nvSpPr>
        <p:spPr>
          <a:xfrm>
            <a:off x="11207391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EA4C4ABB-EA4D-B8F9-7163-A36DF3B9C700}"/>
              </a:ext>
            </a:extLst>
          </p:cNvPr>
          <p:cNvSpPr/>
          <p:nvPr/>
        </p:nvSpPr>
        <p:spPr>
          <a:xfrm>
            <a:off x="11366131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223B5B31-1397-12AA-393C-D7487F3B86D6}"/>
              </a:ext>
            </a:extLst>
          </p:cNvPr>
          <p:cNvSpPr/>
          <p:nvPr/>
        </p:nvSpPr>
        <p:spPr>
          <a:xfrm>
            <a:off x="11524869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68A09204-6A00-754D-FCEA-B82B7B9431F2}"/>
              </a:ext>
            </a:extLst>
          </p:cNvPr>
          <p:cNvSpPr/>
          <p:nvPr/>
        </p:nvSpPr>
        <p:spPr>
          <a:xfrm>
            <a:off x="11683608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EFCD8504-279F-7452-C4A3-3478311DDD9D}"/>
              </a:ext>
            </a:extLst>
          </p:cNvPr>
          <p:cNvSpPr/>
          <p:nvPr/>
        </p:nvSpPr>
        <p:spPr>
          <a:xfrm>
            <a:off x="11842347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FFAA8AE4-8A58-0F7B-1680-8BF65CEFD707}"/>
              </a:ext>
            </a:extLst>
          </p:cNvPr>
          <p:cNvSpPr/>
          <p:nvPr/>
        </p:nvSpPr>
        <p:spPr>
          <a:xfrm>
            <a:off x="12001086" y="952433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46" name="object 46">
            <a:extLst>
              <a:ext uri="{FF2B5EF4-FFF2-40B4-BE49-F238E27FC236}">
                <a16:creationId xmlns:a16="http://schemas.microsoft.com/office/drawing/2014/main" id="{BC84811C-52E7-4E57-7583-2FCF551339CE}"/>
              </a:ext>
            </a:extLst>
          </p:cNvPr>
          <p:cNvGrpSpPr/>
          <p:nvPr/>
        </p:nvGrpSpPr>
        <p:grpSpPr>
          <a:xfrm>
            <a:off x="428" y="0"/>
            <a:ext cx="12191144" cy="6857615"/>
            <a:chOff x="0" y="0"/>
            <a:chExt cx="20104100" cy="11308715"/>
          </a:xfrm>
        </p:grpSpPr>
        <p:pic>
          <p:nvPicPr>
            <p:cNvPr id="47" name="object 47">
              <a:extLst>
                <a:ext uri="{FF2B5EF4-FFF2-40B4-BE49-F238E27FC236}">
                  <a16:creationId xmlns:a16="http://schemas.microsoft.com/office/drawing/2014/main" id="{E38C7063-BEF9-4C30-E996-80F757A3455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0052050" cy="11308556"/>
            </a:xfrm>
            <a:prstGeom prst="rect">
              <a:avLst/>
            </a:prstGeom>
          </p:spPr>
        </p:pic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907098F9-C8BB-447B-F433-421525F7A717}"/>
                </a:ext>
              </a:extLst>
            </p:cNvPr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EC61EE60-4111-D73C-3CC9-E779D4B36570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50" name="object 50">
            <a:extLst>
              <a:ext uri="{FF2B5EF4-FFF2-40B4-BE49-F238E27FC236}">
                <a16:creationId xmlns:a16="http://schemas.microsoft.com/office/drawing/2014/main" id="{E7C23324-B048-19AA-BDEA-1D7FB981EF64}"/>
              </a:ext>
            </a:extLst>
          </p:cNvPr>
          <p:cNvSpPr txBox="1"/>
          <p:nvPr/>
        </p:nvSpPr>
        <p:spPr>
          <a:xfrm>
            <a:off x="7061057" y="2413234"/>
            <a:ext cx="482101" cy="5770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>
              <a:spcBef>
                <a:spcPts val="61"/>
              </a:spcBef>
            </a:pPr>
            <a:r>
              <a:rPr sz="3699" spc="-6" dirty="0">
                <a:solidFill>
                  <a:srgbClr val="C1272C"/>
                </a:solidFill>
                <a:latin typeface="Montserrat Light"/>
                <a:cs typeface="Montserrat Light"/>
              </a:rPr>
              <a:t>01</a:t>
            </a:r>
            <a:endParaRPr sz="3699">
              <a:latin typeface="Montserrat Light"/>
              <a:cs typeface="Montserrat Light"/>
            </a:endParaRPr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8C5D4CDB-6F93-2261-CC8B-3868EA87A20F}"/>
              </a:ext>
            </a:extLst>
          </p:cNvPr>
          <p:cNvSpPr txBox="1"/>
          <p:nvPr/>
        </p:nvSpPr>
        <p:spPr>
          <a:xfrm>
            <a:off x="7639978" y="5505063"/>
            <a:ext cx="4040954" cy="242022"/>
          </a:xfrm>
          <a:prstGeom prst="rect">
            <a:avLst/>
          </a:prstGeom>
        </p:spPr>
        <p:txBody>
          <a:bodyPr vert="horz" wrap="square" lIns="0" tIns="15018" rIns="0" bIns="0" rtlCol="0">
            <a:spAutoFit/>
          </a:bodyPr>
          <a:lstStyle/>
          <a:p>
            <a:pPr marR="3081">
              <a:lnSpc>
                <a:spcPts val="1740"/>
              </a:lnSpc>
              <a:spcBef>
                <a:spcPts val="118"/>
              </a:spcBef>
            </a:pPr>
            <a:r>
              <a:rPr lang="pt-BR" sz="2000" spc="-12" dirty="0">
                <a:solidFill>
                  <a:srgbClr val="4D4D4D"/>
                </a:solidFill>
                <a:latin typeface="Montserrat"/>
                <a:cs typeface="Montserrat"/>
              </a:rPr>
              <a:t>Intervalo: das 20:00h às 20:20h</a:t>
            </a:r>
            <a:endParaRPr sz="2000" dirty="0">
              <a:latin typeface="Montserrat"/>
              <a:cs typeface="Montserrat"/>
            </a:endParaRPr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D5C7998E-BC77-8603-9DA0-8224F38398BC}"/>
              </a:ext>
            </a:extLst>
          </p:cNvPr>
          <p:cNvSpPr txBox="1"/>
          <p:nvPr/>
        </p:nvSpPr>
        <p:spPr>
          <a:xfrm>
            <a:off x="7011722" y="3864782"/>
            <a:ext cx="580677" cy="5770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>
              <a:spcBef>
                <a:spcPts val="61"/>
              </a:spcBef>
            </a:pPr>
            <a:r>
              <a:rPr sz="3699" spc="-6" dirty="0">
                <a:solidFill>
                  <a:srgbClr val="C1272C"/>
                </a:solidFill>
                <a:latin typeface="Montserrat Light"/>
                <a:cs typeface="Montserrat Light"/>
              </a:rPr>
              <a:t>02</a:t>
            </a:r>
            <a:endParaRPr sz="3699">
              <a:latin typeface="Montserrat Light"/>
              <a:cs typeface="Montserrat Light"/>
            </a:endParaRPr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C8B1B0D2-7960-392A-7B94-2A858A49AD3B}"/>
              </a:ext>
            </a:extLst>
          </p:cNvPr>
          <p:cNvSpPr txBox="1"/>
          <p:nvPr/>
        </p:nvSpPr>
        <p:spPr>
          <a:xfrm>
            <a:off x="7792306" y="2358982"/>
            <a:ext cx="3275359" cy="697403"/>
          </a:xfrm>
          <a:prstGeom prst="rect">
            <a:avLst/>
          </a:prstGeom>
        </p:spPr>
        <p:txBody>
          <a:bodyPr vert="horz" wrap="square" lIns="0" tIns="15018" rIns="0" bIns="0" rtlCol="0">
            <a:spAutoFit/>
          </a:bodyPr>
          <a:lstStyle/>
          <a:p>
            <a:pPr marR="3081">
              <a:lnSpc>
                <a:spcPts val="1740"/>
              </a:lnSpc>
              <a:spcBef>
                <a:spcPts val="118"/>
              </a:spcBef>
            </a:pPr>
            <a:r>
              <a:rPr lang="pt-BR" spc="-12" dirty="0">
                <a:solidFill>
                  <a:srgbClr val="4D4D4D"/>
                </a:solidFill>
                <a:latin typeface="Montserrat"/>
                <a:cs typeface="Montserrat"/>
              </a:rPr>
              <a:t>Início: 14/03/2025</a:t>
            </a:r>
          </a:p>
          <a:p>
            <a:pPr marR="3081">
              <a:lnSpc>
                <a:spcPts val="1740"/>
              </a:lnSpc>
              <a:spcBef>
                <a:spcPts val="118"/>
              </a:spcBef>
            </a:pPr>
            <a:endParaRPr lang="pt-BR" spc="-12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R="3081">
              <a:lnSpc>
                <a:spcPts val="1740"/>
              </a:lnSpc>
              <a:spcBef>
                <a:spcPts val="118"/>
              </a:spcBef>
            </a:pPr>
            <a:r>
              <a:rPr lang="pt-BR" spc="-12" dirty="0">
                <a:solidFill>
                  <a:srgbClr val="4D4D4D"/>
                </a:solidFill>
                <a:latin typeface="Montserrat"/>
                <a:cs typeface="Montserrat"/>
              </a:rPr>
              <a:t>Término: 11/08/2025</a:t>
            </a:r>
            <a:endParaRPr dirty="0">
              <a:latin typeface="Montserrat"/>
              <a:cs typeface="Montserrat"/>
            </a:endParaRPr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3484D0DB-D56E-94F2-A525-0236AD353D71}"/>
              </a:ext>
            </a:extLst>
          </p:cNvPr>
          <p:cNvSpPr txBox="1"/>
          <p:nvPr/>
        </p:nvSpPr>
        <p:spPr>
          <a:xfrm>
            <a:off x="7015011" y="5316332"/>
            <a:ext cx="569896" cy="577035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>
              <a:spcBef>
                <a:spcPts val="61"/>
              </a:spcBef>
            </a:pPr>
            <a:r>
              <a:rPr sz="3699" spc="-39" dirty="0">
                <a:solidFill>
                  <a:srgbClr val="C1272C"/>
                </a:solidFill>
                <a:latin typeface="Montserrat Light"/>
                <a:cs typeface="Montserrat Light"/>
              </a:rPr>
              <a:t>03</a:t>
            </a:r>
            <a:endParaRPr sz="3699">
              <a:latin typeface="Montserrat Light"/>
              <a:cs typeface="Montserrat Light"/>
            </a:endParaRPr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D51DD5CC-C7F8-0853-A563-11AD5E390DD6}"/>
              </a:ext>
            </a:extLst>
          </p:cNvPr>
          <p:cNvSpPr txBox="1"/>
          <p:nvPr/>
        </p:nvSpPr>
        <p:spPr>
          <a:xfrm>
            <a:off x="7782885" y="3805880"/>
            <a:ext cx="3275359" cy="694838"/>
          </a:xfrm>
          <a:prstGeom prst="rect">
            <a:avLst/>
          </a:prstGeom>
        </p:spPr>
        <p:txBody>
          <a:bodyPr vert="horz" wrap="square" lIns="0" tIns="15018" rIns="0" bIns="0" rtlCol="0">
            <a:spAutoFit/>
          </a:bodyPr>
          <a:lstStyle/>
          <a:p>
            <a:pPr marR="3081">
              <a:lnSpc>
                <a:spcPts val="1740"/>
              </a:lnSpc>
              <a:spcBef>
                <a:spcPts val="118"/>
              </a:spcBef>
            </a:pPr>
            <a:r>
              <a:rPr lang="pt-BR" spc="-12" dirty="0">
                <a:solidFill>
                  <a:srgbClr val="4D4D4D"/>
                </a:solidFill>
                <a:latin typeface="Montserrat"/>
                <a:cs typeface="Montserrat"/>
              </a:rPr>
              <a:t>Horário de entrada: 18:00h</a:t>
            </a:r>
          </a:p>
          <a:p>
            <a:pPr marR="3081">
              <a:lnSpc>
                <a:spcPts val="1740"/>
              </a:lnSpc>
              <a:spcBef>
                <a:spcPts val="118"/>
              </a:spcBef>
            </a:pPr>
            <a:endParaRPr lang="pt-BR" spc="-12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R="3081">
              <a:lnSpc>
                <a:spcPts val="1740"/>
              </a:lnSpc>
              <a:spcBef>
                <a:spcPts val="118"/>
              </a:spcBef>
            </a:pPr>
            <a:r>
              <a:rPr lang="pt-BR" spc="-12" dirty="0">
                <a:solidFill>
                  <a:srgbClr val="4D4D4D"/>
                </a:solidFill>
                <a:latin typeface="Montserrat"/>
                <a:cs typeface="Montserrat"/>
              </a:rPr>
              <a:t>Horário de saída: 22:00h</a:t>
            </a:r>
            <a:endParaRPr dirty="0">
              <a:latin typeface="Montserrat"/>
              <a:cs typeface="Montserrat"/>
            </a:endParaRPr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E80F8BA4-E3D8-88D4-DA50-F5C3DB188E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61537" y="825531"/>
            <a:ext cx="5626844" cy="539879"/>
          </a:xfrm>
          <a:prstGeom prst="rect">
            <a:avLst/>
          </a:prstGeom>
        </p:spPr>
        <p:txBody>
          <a:bodyPr vert="horz" wrap="square" lIns="0" tIns="46978" rIns="0" bIns="0" rtlCol="0">
            <a:spAutoFit/>
          </a:bodyPr>
          <a:lstStyle/>
          <a:p>
            <a:pPr marL="7701" algn="ctr">
              <a:spcBef>
                <a:spcPts val="370"/>
              </a:spcBef>
            </a:pPr>
            <a:r>
              <a:rPr lang="pt-BR" sz="3200" spc="-9" dirty="0">
                <a:latin typeface="Montserrat ExtraBold"/>
                <a:cs typeface="Montserrat ExtraBold"/>
              </a:rPr>
              <a:t>HORÁRIO 1º SEMESTRE</a:t>
            </a:r>
            <a:endParaRPr sz="3200" b="1" dirty="0">
              <a:latin typeface="Montserrat ExtraBold"/>
              <a:cs typeface="Montserrat ExtraBold"/>
            </a:endParaRPr>
          </a:p>
        </p:txBody>
      </p:sp>
      <p:pic>
        <p:nvPicPr>
          <p:cNvPr id="59" name="Imagem 58">
            <a:extLst>
              <a:ext uri="{FF2B5EF4-FFF2-40B4-BE49-F238E27FC236}">
                <a16:creationId xmlns:a16="http://schemas.microsoft.com/office/drawing/2014/main" id="{1B51F0E7-6BF0-E97B-67AD-CD08507F7F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49" t="1164"/>
          <a:stretch/>
        </p:blipFill>
        <p:spPr>
          <a:xfrm>
            <a:off x="457200" y="213118"/>
            <a:ext cx="5114820" cy="6238566"/>
          </a:xfrm>
          <a:prstGeom prst="rect">
            <a:avLst/>
          </a:prstGeom>
        </p:spPr>
      </p:pic>
      <p:sp>
        <p:nvSpPr>
          <p:cNvPr id="57" name="Seta: Para a Direita 56">
            <a:extLst>
              <a:ext uri="{FF2B5EF4-FFF2-40B4-BE49-F238E27FC236}">
                <a16:creationId xmlns:a16="http://schemas.microsoft.com/office/drawing/2014/main" id="{CDDCCC50-4C5A-F43A-CDFE-3A0867F16E39}"/>
              </a:ext>
            </a:extLst>
          </p:cNvPr>
          <p:cNvSpPr/>
          <p:nvPr/>
        </p:nvSpPr>
        <p:spPr>
          <a:xfrm rot="10800000">
            <a:off x="3962400" y="3039828"/>
            <a:ext cx="761987" cy="3810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707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F965D45-AE8F-BEFA-D017-52F1359D654D}"/>
              </a:ext>
            </a:extLst>
          </p:cNvPr>
          <p:cNvSpPr txBox="1"/>
          <p:nvPr/>
        </p:nvSpPr>
        <p:spPr>
          <a:xfrm>
            <a:off x="1600200" y="1555580"/>
            <a:ext cx="921365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pt-BR" sz="2800" dirty="0">
              <a:effectLst/>
              <a:latin typeface="Montserrat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Normas e Regras.  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FIAP - Ficha Individual de Avaliação Periódica</a:t>
            </a:r>
            <a:endParaRPr lang="en-US" sz="2800" dirty="0">
              <a:latin typeface="Montserrat Light" panose="00000400000000000000" pitchFamily="2" charset="0"/>
            </a:endParaRP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</p:txBody>
      </p:sp>
      <p:pic>
        <p:nvPicPr>
          <p:cNvPr id="4" name="Gráfico 3" descr="Martelo de juiz com preenchimento sólido">
            <a:hlinkClick r:id="rId3" action="ppaction://hlinkfile"/>
            <a:extLst>
              <a:ext uri="{FF2B5EF4-FFF2-40B4-BE49-F238E27FC236}">
                <a16:creationId xmlns:a16="http://schemas.microsoft.com/office/drawing/2014/main" id="{F2DC0946-B5C2-D97B-73E5-19C46C8E7B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16764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0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F965D45-AE8F-BEFA-D017-52F1359D654D}"/>
              </a:ext>
            </a:extLst>
          </p:cNvPr>
          <p:cNvSpPr txBox="1"/>
          <p:nvPr/>
        </p:nvSpPr>
        <p:spPr>
          <a:xfrm>
            <a:off x="1066800" y="838200"/>
            <a:ext cx="941685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Montserrat Light" panose="00000400000000000000" pitchFamily="2" charset="0"/>
              </a:rPr>
              <a:t>Avaliação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Atividade formativa.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Exercícios de fixação.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Cursos transversais.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Definir equipes de trabalho. 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Criar padrão de configuração.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 err="1">
                <a:latin typeface="Montserrat Light" panose="00000400000000000000" pitchFamily="2" charset="0"/>
              </a:rPr>
              <a:t>Classroom</a:t>
            </a:r>
            <a:r>
              <a:rPr lang="pt-BR" sz="2800" dirty="0">
                <a:latin typeface="Montserrat Light" panose="00000400000000000000" pitchFamily="2" charset="0"/>
              </a:rPr>
              <a:t> / material de apoio.</a:t>
            </a:r>
          </a:p>
        </p:txBody>
      </p:sp>
    </p:spTree>
    <p:extLst>
      <p:ext uri="{BB962C8B-B14F-4D97-AF65-F5344CB8AC3E}">
        <p14:creationId xmlns:p14="http://schemas.microsoft.com/office/powerpoint/2010/main" val="17163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F965D45-AE8F-BEFA-D017-52F1359D654D}"/>
              </a:ext>
            </a:extLst>
          </p:cNvPr>
          <p:cNvSpPr txBox="1"/>
          <p:nvPr/>
        </p:nvSpPr>
        <p:spPr>
          <a:xfrm>
            <a:off x="1025365" y="691845"/>
            <a:ext cx="921365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pt-BR" sz="2800" dirty="0">
              <a:effectLst/>
              <a:latin typeface="Montserrat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Faltas, atrasos no máx. 10 min (x5), reposição 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Comprometimento durantes as aulas.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Exercícios de fixação.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Atividades práticas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Plano de ensino   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Critérios de avaliação.  </a:t>
            </a:r>
          </a:p>
        </p:txBody>
      </p:sp>
      <p:pic>
        <p:nvPicPr>
          <p:cNvPr id="4" name="Gráfico 3" descr="Debate de ideias com preenchimento sólido">
            <a:hlinkClick r:id="rId4" action="ppaction://hlinkfile"/>
            <a:extLst>
              <a:ext uri="{FF2B5EF4-FFF2-40B4-BE49-F238E27FC236}">
                <a16:creationId xmlns:a16="http://schemas.microsoft.com/office/drawing/2014/main" id="{BFCF5ED2-4AB7-D4FF-E0A8-1558390610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486" y="5155557"/>
            <a:ext cx="914400" cy="914400"/>
          </a:xfrm>
          <a:prstGeom prst="rect">
            <a:avLst/>
          </a:prstGeom>
        </p:spPr>
      </p:pic>
      <p:pic>
        <p:nvPicPr>
          <p:cNvPr id="6" name="Gráfico 5" descr="Prancheta com visto com preenchimento sólido">
            <a:hlinkClick r:id="rId7" action="ppaction://hlinkfile"/>
            <a:extLst>
              <a:ext uri="{FF2B5EF4-FFF2-40B4-BE49-F238E27FC236}">
                <a16:creationId xmlns:a16="http://schemas.microsoft.com/office/drawing/2014/main" id="{7713DE44-4AE8-D6A0-4476-035906560E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87486" y="41225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F965D45-AE8F-BEFA-D017-52F1359D654D}"/>
              </a:ext>
            </a:extLst>
          </p:cNvPr>
          <p:cNvSpPr txBox="1"/>
          <p:nvPr/>
        </p:nvSpPr>
        <p:spPr>
          <a:xfrm>
            <a:off x="914400" y="762000"/>
            <a:ext cx="824281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Montserrat Light" panose="00000400000000000000" pitchFamily="2" charset="0"/>
              </a:rPr>
              <a:t>Faltas (cuidado com as faltas, pois elas reprovam)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Cuidados com os equipamentos.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Banheiro (um de cada vez).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solidFill>
                  <a:srgbClr val="C00000"/>
                </a:solidFill>
                <a:latin typeface="Montserrat Light" panose="00000400000000000000" pitchFamily="2" charset="0"/>
              </a:rPr>
              <a:t>Notebooks – Entrar no </a:t>
            </a:r>
            <a:r>
              <a:rPr lang="pt-BR" sz="2800" dirty="0" err="1">
                <a:solidFill>
                  <a:srgbClr val="C00000"/>
                </a:solidFill>
                <a:latin typeface="Montserrat Light" panose="00000400000000000000" pitchFamily="2" charset="0"/>
              </a:rPr>
              <a:t>Classroom</a:t>
            </a:r>
            <a:r>
              <a:rPr lang="pt-BR" sz="2800" dirty="0">
                <a:solidFill>
                  <a:srgbClr val="C00000"/>
                </a:solidFill>
                <a:latin typeface="Montserrat Light" panose="00000400000000000000" pitchFamily="2" charset="0"/>
              </a:rPr>
              <a:t> – Conta educacional -  Maturidade digital 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Eleger um representante de sala</a:t>
            </a:r>
          </a:p>
        </p:txBody>
      </p:sp>
    </p:spTree>
    <p:extLst>
      <p:ext uri="{BB962C8B-B14F-4D97-AF65-F5344CB8AC3E}">
        <p14:creationId xmlns:p14="http://schemas.microsoft.com/office/powerpoint/2010/main" val="301559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11320-3326-B193-080E-8D4883E3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64BD533-1D64-53D3-6D12-6582DDFCCF05}"/>
              </a:ext>
            </a:extLst>
          </p:cNvPr>
          <p:cNvSpPr txBox="1"/>
          <p:nvPr/>
        </p:nvSpPr>
        <p:spPr>
          <a:xfrm>
            <a:off x="1066800" y="510765"/>
            <a:ext cx="6477000" cy="583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800" b="1" dirty="0">
                <a:solidFill>
                  <a:srgbClr val="C00000"/>
                </a:solidFill>
                <a:latin typeface="Montserrat Light" panose="00000400000000000000" pitchFamily="2" charset="0"/>
              </a:rPr>
              <a:t>O computador não é do aluno</a:t>
            </a:r>
            <a:r>
              <a:rPr lang="pt-BR" sz="2800" dirty="0">
                <a:latin typeface="Montserrat Light" panose="00000400000000000000" pitchFamily="2" charset="0"/>
              </a:rPr>
              <a:t> e portanto não deve ter suas configurações alteradas e nem um software deve ser instalado sem a autorização do docente, e o aluno não deve salvar seus arquivos no computador. </a:t>
            </a:r>
          </a:p>
          <a:p>
            <a:pPr algn="just">
              <a:lnSpc>
                <a:spcPct val="150000"/>
              </a:lnSpc>
            </a:pPr>
            <a:r>
              <a:rPr lang="pt-BR" sz="2800" b="1" dirty="0">
                <a:solidFill>
                  <a:srgbClr val="FF0000"/>
                </a:solidFill>
                <a:latin typeface="Montserrat Light" panose="00000400000000000000" pitchFamily="2" charset="0"/>
              </a:rPr>
              <a:t>O computador é compartilhado por outros alunos.</a:t>
            </a:r>
          </a:p>
        </p:txBody>
      </p:sp>
      <p:pic>
        <p:nvPicPr>
          <p:cNvPr id="2050" name="Picture 2" descr="Desenho Do Computador Imagens – Download Grátis no Freepik">
            <a:extLst>
              <a:ext uri="{FF2B5EF4-FFF2-40B4-BE49-F238E27FC236}">
                <a16:creationId xmlns:a16="http://schemas.microsoft.com/office/drawing/2014/main" id="{FD544917-B1EB-1C2C-BBE1-27177E53F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364" y="1752600"/>
            <a:ext cx="4191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112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F965D45-AE8F-BEFA-D017-52F1359D654D}"/>
              </a:ext>
            </a:extLst>
          </p:cNvPr>
          <p:cNvSpPr txBox="1"/>
          <p:nvPr/>
        </p:nvSpPr>
        <p:spPr>
          <a:xfrm>
            <a:off x="1066800" y="1143000"/>
            <a:ext cx="82428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pt-BR" sz="2800" dirty="0">
              <a:effectLst/>
              <a:latin typeface="Montserrat Light" panose="000004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Atividades práticas e simuladas.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Avaliação individual dos membros da equipe.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Entrega de atestados</a:t>
            </a:r>
          </a:p>
          <a:p>
            <a:pPr algn="just"/>
            <a:r>
              <a:rPr lang="en-US" sz="2800" b="0" i="0" dirty="0">
                <a:effectLst/>
                <a:latin typeface="Montserrat Light" panose="00000400000000000000" pitchFamily="2" charset="0"/>
                <a:hlinkClick r:id="rId3" tooltip="URL original: https://forms.office.com/r/sLJdmyZuvz. Clique ou toque se você confiar neste link."/>
              </a:rPr>
              <a:t>https://forms.office.com/r/sLJdmyZuvz</a:t>
            </a:r>
            <a:endParaRPr lang="en-US" sz="2800" b="0" i="0" dirty="0">
              <a:effectLst/>
              <a:latin typeface="Montserrat Light" panose="00000400000000000000" pitchFamily="2" charset="0"/>
            </a:endParaRP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16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8845F-D87F-ACF0-80F1-E8A66E6AC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F425C7B-CCC6-FB35-3E0A-15193ADB95E9}"/>
              </a:ext>
            </a:extLst>
          </p:cNvPr>
          <p:cNvSpPr txBox="1"/>
          <p:nvPr/>
        </p:nvSpPr>
        <p:spPr>
          <a:xfrm>
            <a:off x="838200" y="1676400"/>
            <a:ext cx="1008610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sz="2400" dirty="0">
                <a:latin typeface="Montserrat Light" panose="00000400000000000000" pitchFamily="2" charset="0"/>
              </a:rPr>
              <a:t>1. Identificar as características e os princípios de funcionamento de um computador</a:t>
            </a:r>
          </a:p>
          <a:p>
            <a:pPr lvl="0"/>
            <a:r>
              <a:rPr lang="pt-BR" sz="2400" dirty="0">
                <a:latin typeface="Montserrat Light" panose="00000400000000000000" pitchFamily="2" charset="0"/>
              </a:rPr>
              <a:t>2. Empregar procedimentos seguros para utilizar computadores sem expor-se a riscos digitais</a:t>
            </a:r>
          </a:p>
          <a:p>
            <a:pPr lvl="0"/>
            <a:r>
              <a:rPr lang="pt-BR" sz="2400" dirty="0">
                <a:latin typeface="Montserrat Light" panose="00000400000000000000" pitchFamily="2" charset="0"/>
              </a:rPr>
              <a:t>3. Identificar os diferentes tipos de redes de computadores</a:t>
            </a:r>
          </a:p>
          <a:p>
            <a:pPr lvl="0"/>
            <a:r>
              <a:rPr lang="pt-BR" sz="2400" dirty="0">
                <a:latin typeface="Montserrat Light" panose="00000400000000000000" pitchFamily="2" charset="0"/>
              </a:rPr>
              <a:t>4. Realizar atividades colaborativas com grupos diversos por meio da computação em nuvem</a:t>
            </a:r>
          </a:p>
          <a:p>
            <a:pPr lvl="0"/>
            <a:r>
              <a:rPr lang="pt-BR" sz="2400" dirty="0">
                <a:latin typeface="Montserrat Light" panose="00000400000000000000" pitchFamily="2" charset="0"/>
              </a:rPr>
              <a:t>5. Elaborar documentos utilizando softwares específicos</a:t>
            </a:r>
          </a:p>
          <a:p>
            <a:pPr lvl="0"/>
            <a:r>
              <a:rPr lang="pt-BR" sz="2400" dirty="0">
                <a:latin typeface="Montserrat Light" panose="00000400000000000000" pitchFamily="2" charset="0"/>
              </a:rPr>
              <a:t>6. Aplicar funções em planilhas eletrônicas</a:t>
            </a:r>
          </a:p>
          <a:p>
            <a:pPr lvl="0"/>
            <a:r>
              <a:rPr lang="pt-BR" sz="2400" dirty="0">
                <a:latin typeface="Montserrat Light" panose="00000400000000000000" pitchFamily="2" charset="0"/>
              </a:rPr>
              <a:t>7. Interpretar dados estatísticos, apresentados em gráficos, planilhas e </a:t>
            </a:r>
            <a:r>
              <a:rPr lang="pt-BR" sz="2400" i="1" dirty="0">
                <a:latin typeface="Montserrat Light" panose="00000400000000000000" pitchFamily="2" charset="0"/>
              </a:rPr>
              <a:t>dashboards</a:t>
            </a:r>
            <a:endParaRPr lang="pt-BR" sz="2400" dirty="0">
              <a:latin typeface="Montserrat Light" panose="00000400000000000000" pitchFamily="2" charset="0"/>
            </a:endParaRPr>
          </a:p>
          <a:p>
            <a:pPr lvl="0"/>
            <a:r>
              <a:rPr lang="pt-BR" sz="2400" dirty="0">
                <a:latin typeface="Montserrat Light" panose="00000400000000000000" pitchFamily="2" charset="0"/>
              </a:rPr>
              <a:t>8. Elaborar apresentação por meio de recursos diversos</a:t>
            </a:r>
          </a:p>
          <a:p>
            <a:endParaRPr lang="en-US" sz="2800" dirty="0">
              <a:effectLst/>
              <a:latin typeface="Montserrat Light" panose="000004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50DA3CF-ABB9-10D8-F958-ED23C14CEDD3}"/>
              </a:ext>
            </a:extLst>
          </p:cNvPr>
          <p:cNvSpPr txBox="1"/>
          <p:nvPr/>
        </p:nvSpPr>
        <p:spPr>
          <a:xfrm>
            <a:off x="1066800" y="685800"/>
            <a:ext cx="7239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rgbClr val="000000"/>
                </a:solidFill>
                <a:latin typeface="Montserrat ExtraBold" panose="00000900000000000000" pitchFamily="2" charset="0"/>
                <a:ea typeface="MS Mincho" panose="02020609040205080304" pitchFamily="49" charset="-128"/>
                <a:cs typeface="Times New Roman" panose="02020603050405020304" pitchFamily="18" charset="0"/>
              </a:rPr>
              <a:t>Capacidades Básicas</a:t>
            </a:r>
            <a:endParaRPr lang="en-US" sz="3200" dirty="0"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3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59241-0FC5-13A2-DC35-59B08713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4BF4AF64-7513-CE0B-3F7D-0B7EE59B490A}"/>
              </a:ext>
            </a:extLst>
          </p:cNvPr>
          <p:cNvSpPr txBox="1"/>
          <p:nvPr/>
        </p:nvSpPr>
        <p:spPr>
          <a:xfrm>
            <a:off x="762000" y="762000"/>
            <a:ext cx="9372600" cy="5280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600"/>
              </a:spcAft>
            </a:pPr>
            <a:r>
              <a:rPr lang="pt-BR" sz="2800" b="1" dirty="0">
                <a:effectLst/>
                <a:latin typeface="Montserrat ExtraBold" panose="00000900000000000000" pitchFamily="2" charset="0"/>
                <a:ea typeface="MS Mincho" panose="02020609040205080304" pitchFamily="49" charset="-128"/>
                <a:cs typeface="Arial" panose="020B0604020202020204" pitchFamily="34" charset="0"/>
              </a:rPr>
              <a:t>CAPACIDADES SOCIOEMOCIONAIS</a:t>
            </a:r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r>
              <a:rPr lang="pt-BR" sz="2400" b="1" dirty="0">
                <a:latin typeface="Montserrat ExtraBold" panose="00000900000000000000" pitchFamily="2" charset="0"/>
              </a:rPr>
              <a:t>Autogestão</a:t>
            </a:r>
            <a:br>
              <a:rPr lang="pt-BR" sz="2400" b="1" dirty="0"/>
            </a:br>
            <a:r>
              <a:rPr lang="pt-BR" sz="2400" dirty="0">
                <a:latin typeface="Montserrat Light" panose="00000400000000000000" pitchFamily="2" charset="0"/>
              </a:rPr>
              <a:t>1. Demonstrar capacidade de organização</a:t>
            </a:r>
            <a:br>
              <a:rPr lang="pt-BR" sz="2400" dirty="0">
                <a:latin typeface="Montserrat Light" panose="00000400000000000000" pitchFamily="2" charset="0"/>
              </a:rPr>
            </a:br>
            <a:r>
              <a:rPr lang="pt-BR" sz="2400" dirty="0">
                <a:latin typeface="Montserrat Light" panose="00000400000000000000" pitchFamily="2" charset="0"/>
              </a:rPr>
              <a:t>2. Demonstrar zelo pelos equipamentos</a:t>
            </a:r>
          </a:p>
          <a:p>
            <a:endParaRPr lang="pt-BR" sz="2400" dirty="0"/>
          </a:p>
          <a:p>
            <a:r>
              <a:rPr lang="pt-BR" sz="2400" b="1" dirty="0">
                <a:latin typeface="Montserrat ExtraBold" panose="00000900000000000000" pitchFamily="2" charset="0"/>
              </a:rPr>
              <a:t>Trabalho em equipe</a:t>
            </a:r>
            <a:br>
              <a:rPr lang="pt-BR" sz="2400" b="1" dirty="0"/>
            </a:br>
            <a:r>
              <a:rPr lang="pt-BR" sz="2400" dirty="0">
                <a:latin typeface="Montserrat Light" panose="00000400000000000000" pitchFamily="2" charset="0"/>
              </a:rPr>
              <a:t>3. Trabalhar de forma colaborativa</a:t>
            </a:r>
          </a:p>
          <a:p>
            <a:br>
              <a:rPr lang="pt-BR" sz="2400" dirty="0"/>
            </a:br>
            <a:r>
              <a:rPr lang="pt-BR" sz="2400" b="1" dirty="0">
                <a:latin typeface="Montserrat ExtraBold" panose="00000900000000000000" pitchFamily="2" charset="0"/>
              </a:rPr>
              <a:t>Pensamento analítico</a:t>
            </a:r>
            <a:br>
              <a:rPr lang="pt-BR" sz="2400" b="1" dirty="0"/>
            </a:br>
            <a:r>
              <a:rPr lang="pt-BR" sz="2400" dirty="0">
                <a:latin typeface="Montserrat Light" panose="00000400000000000000" pitchFamily="2" charset="0"/>
              </a:rPr>
              <a:t>4. Demonstrar raciocínio lógico</a:t>
            </a:r>
          </a:p>
          <a:p>
            <a:pPr lvl="0">
              <a:lnSpc>
                <a:spcPct val="115000"/>
              </a:lnSpc>
              <a:spcAft>
                <a:spcPts val="600"/>
              </a:spcAft>
            </a:pPr>
            <a:endParaRPr lang="pt-BR" sz="2800" dirty="0">
              <a:effectLst/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020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42C86-C833-3133-90AA-7405F795F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B857FDD6-DD3B-A4EE-BC07-68D27037D8C1}"/>
              </a:ext>
            </a:extLst>
          </p:cNvPr>
          <p:cNvSpPr txBox="1"/>
          <p:nvPr/>
        </p:nvSpPr>
        <p:spPr>
          <a:xfrm>
            <a:off x="685800" y="762000"/>
            <a:ext cx="9372600" cy="5229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600"/>
              </a:spcAft>
            </a:pPr>
            <a:r>
              <a:rPr lang="pt-BR" sz="2800" b="1" dirty="0">
                <a:latin typeface="Montserrat ExtraBold" panose="00000900000000000000" pitchFamily="2" charset="0"/>
                <a:ea typeface="MS Mincho" panose="02020609040205080304" pitchFamily="49" charset="-128"/>
                <a:cs typeface="Arial" panose="020B0604020202020204" pitchFamily="34" charset="0"/>
              </a:rPr>
              <a:t>CAPACIDADES SÓCIO EMOCIONAIS</a:t>
            </a:r>
            <a:endParaRPr lang="pt-BR" sz="2800" b="1" dirty="0">
              <a:effectLst/>
              <a:latin typeface="Montserrat ExtraBold" panose="00000900000000000000" pitchFamily="2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800" b="1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Socioemocional</a:t>
            </a:r>
            <a:r>
              <a:rPr lang="pt-BR" sz="2800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é um termo que se refere à capacidade de uma pessoa entender e lidar com as suas emoções, bem como as dos outros. </a:t>
            </a:r>
          </a:p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800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Essas competências se manifestam no modo de pensar, sentir e agir, e são importantes para estabelecer objetivos, tomar decisões e enfrentar situações adversas. </a:t>
            </a:r>
          </a:p>
        </p:txBody>
      </p:sp>
    </p:spTree>
    <p:extLst>
      <p:ext uri="{BB962C8B-B14F-4D97-AF65-F5344CB8AC3E}">
        <p14:creationId xmlns:p14="http://schemas.microsoft.com/office/powerpoint/2010/main" val="2797368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75C32-5699-CFB0-4A9C-95953451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18B44A8-EB84-F973-23F3-764FB9210B33}"/>
              </a:ext>
            </a:extLst>
          </p:cNvPr>
          <p:cNvSpPr txBox="1"/>
          <p:nvPr/>
        </p:nvSpPr>
        <p:spPr>
          <a:xfrm>
            <a:off x="685800" y="762000"/>
            <a:ext cx="9372600" cy="439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600"/>
              </a:spcAft>
            </a:pPr>
            <a:r>
              <a:rPr lang="pt-BR" sz="2800" b="1" dirty="0">
                <a:latin typeface="Montserrat ExtraBold" panose="00000900000000000000" pitchFamily="2" charset="0"/>
                <a:ea typeface="MS Mincho" panose="02020609040205080304" pitchFamily="49" charset="-128"/>
                <a:cs typeface="Arial" panose="020B0604020202020204" pitchFamily="34" charset="0"/>
              </a:rPr>
              <a:t>CAPACIDADES SÓCIO EMOCIONAIS</a:t>
            </a:r>
            <a:endParaRPr lang="pt-BR" sz="2800" b="1" dirty="0">
              <a:effectLst/>
              <a:latin typeface="Montserrat ExtraBold" panose="00000900000000000000" pitchFamily="2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800" b="1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Capacidades socioemocionais </a:t>
            </a:r>
            <a:r>
              <a:rPr lang="pt-BR" sz="2800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são um conjunto de habilidades, atitudes e comportamentos que influenciam a maneira como interagimos com nós mesmos, com os outros e com o mundo ao nosso redor. </a:t>
            </a:r>
          </a:p>
        </p:txBody>
      </p:sp>
    </p:spTree>
    <p:extLst>
      <p:ext uri="{BB962C8B-B14F-4D97-AF65-F5344CB8AC3E}">
        <p14:creationId xmlns:p14="http://schemas.microsoft.com/office/powerpoint/2010/main" val="1023310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78945-6021-27D5-3309-AAAD5C6F9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C31785A5-DD31-12D4-08DD-993EA12038A0}"/>
              </a:ext>
            </a:extLst>
          </p:cNvPr>
          <p:cNvSpPr txBox="1"/>
          <p:nvPr/>
        </p:nvSpPr>
        <p:spPr>
          <a:xfrm>
            <a:off x="685800" y="762000"/>
            <a:ext cx="9372600" cy="4933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600"/>
              </a:spcAft>
            </a:pPr>
            <a:r>
              <a:rPr lang="pt-BR" sz="2800" b="1" dirty="0">
                <a:latin typeface="Montserrat ExtraBold" panose="00000900000000000000" pitchFamily="2" charset="0"/>
                <a:ea typeface="MS Mincho" panose="02020609040205080304" pitchFamily="49" charset="-128"/>
                <a:cs typeface="Arial" panose="020B0604020202020204" pitchFamily="34" charset="0"/>
              </a:rPr>
              <a:t>CAPACIDADES SÓCIO EMOCIONAIS</a:t>
            </a:r>
            <a:endParaRPr lang="pt-BR" sz="2800" b="1" dirty="0">
              <a:effectLst/>
              <a:latin typeface="Montserrat ExtraBold" panose="00000900000000000000" pitchFamily="2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800" b="1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Elas afetam nossa capacidade de:</a:t>
            </a:r>
          </a:p>
          <a:p>
            <a:endParaRPr lang="pt-BR" sz="2800" b="1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800" b="1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800" b="1" dirty="0">
                <a:solidFill>
                  <a:srgbClr val="C00000"/>
                </a:solidFill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Nos autoconhecer e gerenciar nossas emoções: </a:t>
            </a:r>
            <a:r>
              <a:rPr lang="pt-BR" sz="2800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Isso inclui identificar e regular nossos sentimentos, lidar com o estresse, manter a motivação e cultivar o otimismo. (Autogestão)</a:t>
            </a:r>
          </a:p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238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46D44-78D2-D73A-37A5-BFCFEA89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4A706EE-5CB9-4F1E-86CB-58442A22D179}"/>
              </a:ext>
            </a:extLst>
          </p:cNvPr>
          <p:cNvSpPr txBox="1"/>
          <p:nvPr/>
        </p:nvSpPr>
        <p:spPr>
          <a:xfrm>
            <a:off x="685800" y="762000"/>
            <a:ext cx="9372600" cy="4933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600"/>
              </a:spcAft>
            </a:pPr>
            <a:r>
              <a:rPr lang="pt-BR" sz="2800" b="1" dirty="0">
                <a:latin typeface="Montserrat ExtraBold" panose="00000900000000000000" pitchFamily="2" charset="0"/>
                <a:ea typeface="MS Mincho" panose="02020609040205080304" pitchFamily="49" charset="-128"/>
                <a:cs typeface="Arial" panose="020B0604020202020204" pitchFamily="34" charset="0"/>
              </a:rPr>
              <a:t>CAPACIDADES SÓCIO EMOCIONAIS</a:t>
            </a:r>
            <a:endParaRPr lang="pt-BR" sz="2800" b="1" dirty="0">
              <a:effectLst/>
              <a:latin typeface="Montserrat ExtraBold" panose="00000900000000000000" pitchFamily="2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800" b="1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Elas afetam nossa capacidade de:</a:t>
            </a:r>
          </a:p>
          <a:p>
            <a:endParaRPr lang="pt-BR" sz="2800" b="1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800" b="1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800" b="1" dirty="0">
                <a:solidFill>
                  <a:srgbClr val="C00000"/>
                </a:solidFill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Construir e manter relacionamentos positivos: </a:t>
            </a:r>
            <a:r>
              <a:rPr lang="pt-BR" sz="2800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Isso envolve habilidades como empatia, comunicação assertiva, cooperação e resolução de conflitos. (Relacionamento interpessoal)</a:t>
            </a:r>
          </a:p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14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E4F83-26FF-B61E-14D1-8185B4EC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B92163C9-C533-B376-796C-6CF0C5A52228}"/>
              </a:ext>
            </a:extLst>
          </p:cNvPr>
          <p:cNvSpPr txBox="1"/>
          <p:nvPr/>
        </p:nvSpPr>
        <p:spPr>
          <a:xfrm>
            <a:off x="685800" y="762000"/>
            <a:ext cx="9372600" cy="4933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600"/>
              </a:spcAft>
            </a:pPr>
            <a:r>
              <a:rPr lang="pt-BR" sz="2800" b="1" dirty="0">
                <a:latin typeface="Montserrat ExtraBold" panose="00000900000000000000" pitchFamily="2" charset="0"/>
                <a:ea typeface="MS Mincho" panose="02020609040205080304" pitchFamily="49" charset="-128"/>
                <a:cs typeface="Arial" panose="020B0604020202020204" pitchFamily="34" charset="0"/>
              </a:rPr>
              <a:t>CAPACIDADES SÓCIO EMOCIONAIS</a:t>
            </a:r>
            <a:endParaRPr lang="pt-BR" sz="2800" b="1" dirty="0">
              <a:effectLst/>
              <a:latin typeface="Montserrat ExtraBold" panose="00000900000000000000" pitchFamily="2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800" b="1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Elas afetam nossa capacidade de:</a:t>
            </a:r>
          </a:p>
          <a:p>
            <a:endParaRPr lang="pt-BR" sz="2800" b="1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800" b="1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800" b="1" dirty="0">
                <a:solidFill>
                  <a:srgbClr val="C00000"/>
                </a:solidFill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Tomar decisões responsáveis e éticas: </a:t>
            </a:r>
            <a:r>
              <a:rPr lang="pt-BR" sz="2800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 de analisar situações, considerar diferentes perspectivas e fazer escolhas alinhadas com nossos valores e princípios. (Tomada de Decisão)</a:t>
            </a:r>
          </a:p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83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2C727A-82DC-D1F6-4826-F40936DE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B842D872-C5D5-3474-57C1-50AA974F11B8}"/>
              </a:ext>
            </a:extLst>
          </p:cNvPr>
          <p:cNvSpPr txBox="1"/>
          <p:nvPr/>
        </p:nvSpPr>
        <p:spPr>
          <a:xfrm>
            <a:off x="685800" y="762000"/>
            <a:ext cx="9372600" cy="4636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600"/>
              </a:spcAft>
            </a:pPr>
            <a:r>
              <a:rPr lang="pt-BR" sz="2800" b="1" dirty="0">
                <a:latin typeface="Montserrat ExtraBold" panose="00000900000000000000" pitchFamily="2" charset="0"/>
                <a:ea typeface="MS Mincho" panose="02020609040205080304" pitchFamily="49" charset="-128"/>
                <a:cs typeface="Arial" panose="020B0604020202020204" pitchFamily="34" charset="0"/>
              </a:rPr>
              <a:t>MOMENTO DE REFLEXÃO</a:t>
            </a:r>
            <a:endParaRPr lang="pt-BR" sz="2800" b="1" dirty="0">
              <a:effectLst/>
              <a:latin typeface="Montserrat ExtraBold" panose="00000900000000000000" pitchFamily="2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800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800" b="1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Que tipo de pessoa você gosta que esteja a seu lado?</a:t>
            </a:r>
          </a:p>
          <a:p>
            <a:endParaRPr lang="pt-BR" sz="2800" b="1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800" b="1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800" b="1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 que te motiva a ser amigo de alguém?</a:t>
            </a:r>
          </a:p>
          <a:p>
            <a:endParaRPr lang="pt-BR" sz="2800" b="1" dirty="0">
              <a:latin typeface="Montserrat Light" panose="000004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800" b="1" dirty="0">
                <a:latin typeface="Montserrat Light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Que tipo de pessoa você admira, quais são as qualidades admiradas por você?</a:t>
            </a:r>
          </a:p>
        </p:txBody>
      </p:sp>
    </p:spTree>
    <p:extLst>
      <p:ext uri="{BB962C8B-B14F-4D97-AF65-F5344CB8AC3E}">
        <p14:creationId xmlns:p14="http://schemas.microsoft.com/office/powerpoint/2010/main" val="990249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91DE80-7860-E242-C0D2-2A5C5E3A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FDDD271-1D21-165E-5F81-A5073E0A47B3}"/>
              </a:ext>
            </a:extLst>
          </p:cNvPr>
          <p:cNvSpPr txBox="1"/>
          <p:nvPr/>
        </p:nvSpPr>
        <p:spPr>
          <a:xfrm>
            <a:off x="1981200" y="3044279"/>
            <a:ext cx="77187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latin typeface="Montserrat ExtraBold" panose="00000900000000000000" pitchFamily="2" charset="0"/>
              </a:rPr>
              <a:t>Obrigado pela atenção !!!</a:t>
            </a:r>
            <a:endParaRPr lang="en-US" sz="4400" dirty="0"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19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" y="0"/>
            <a:ext cx="12191144" cy="68576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04637" y="3097065"/>
            <a:ext cx="4955005" cy="63615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7701">
              <a:lnSpc>
                <a:spcPts val="4857"/>
              </a:lnSpc>
            </a:pPr>
            <a:r>
              <a:rPr lang="pt-BR" sz="4093" spc="-15" dirty="0" err="1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sumare</a:t>
            </a:r>
            <a:r>
              <a:rPr sz="4093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4093" spc="-61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4093" spc="3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4093" dirty="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8" y="2519035"/>
            <a:ext cx="12191144" cy="4338523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092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4036</TotalTime>
  <Words>875</Words>
  <Application>Microsoft Office PowerPoint</Application>
  <PresentationFormat>Ecrã Panorâmico</PresentationFormat>
  <Paragraphs>192</Paragraphs>
  <Slides>28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28</vt:i4>
      </vt:variant>
    </vt:vector>
  </HeadingPairs>
  <TitlesOfParts>
    <vt:vector size="37" baseType="lpstr">
      <vt:lpstr>Arial</vt:lpstr>
      <vt:lpstr>Arial MT</vt:lpstr>
      <vt:lpstr>Calibri</vt:lpstr>
      <vt:lpstr>Montserrat</vt:lpstr>
      <vt:lpstr>Montserrat ExtraBold</vt:lpstr>
      <vt:lpstr>Montserrat Light</vt:lpstr>
      <vt:lpstr>Montserrat Medium</vt:lpstr>
      <vt:lpstr>Symbol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HORÁRIO 1º SEMESTRE 13h às 17h – 14/03 a 11/08</vt:lpstr>
      <vt:lpstr>HORÁRIO 1º SEMESTRE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Dora</dc:creator>
  <cp:lastModifiedBy>João Flavio Diniz</cp:lastModifiedBy>
  <cp:revision>4</cp:revision>
  <dcterms:created xsi:type="dcterms:W3CDTF">2023-01-13T23:18:52Z</dcterms:created>
  <dcterms:modified xsi:type="dcterms:W3CDTF">2025-04-14T02:04:22Z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2016-11-05T00:00:00Z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2023-01-13T00:00:00Z</vt:filetime>
  </property>
</Properties>
</file>