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bookmarkIdSeed="2">
  <p:sldMasterIdLst>
    <p:sldMasterId id="2147483648" r:id="rId4"/>
  </p:sldMasterIdLst>
  <p:notesMasterIdLst>
    <p:notesMasterId r:id="rId38"/>
  </p:notesMasterIdLst>
  <p:sldIdLst>
    <p:sldId id="256" r:id="rId5"/>
    <p:sldId id="615" r:id="rId6"/>
    <p:sldId id="691" r:id="rId7"/>
    <p:sldId id="701" r:id="rId8"/>
    <p:sldId id="703" r:id="rId9"/>
    <p:sldId id="704" r:id="rId10"/>
    <p:sldId id="705" r:id="rId11"/>
    <p:sldId id="706" r:id="rId12"/>
    <p:sldId id="694" r:id="rId13"/>
    <p:sldId id="697" r:id="rId14"/>
    <p:sldId id="698" r:id="rId15"/>
    <p:sldId id="699" r:id="rId16"/>
    <p:sldId id="695" r:id="rId17"/>
    <p:sldId id="707" r:id="rId18"/>
    <p:sldId id="690" r:id="rId19"/>
    <p:sldId id="709" r:id="rId20"/>
    <p:sldId id="710" r:id="rId21"/>
    <p:sldId id="711" r:id="rId22"/>
    <p:sldId id="712" r:id="rId23"/>
    <p:sldId id="713" r:id="rId24"/>
    <p:sldId id="714" r:id="rId25"/>
    <p:sldId id="715" r:id="rId26"/>
    <p:sldId id="716" r:id="rId27"/>
    <p:sldId id="708" r:id="rId28"/>
    <p:sldId id="717" r:id="rId29"/>
    <p:sldId id="719" r:id="rId30"/>
    <p:sldId id="718" r:id="rId31"/>
    <p:sldId id="720" r:id="rId32"/>
    <p:sldId id="721" r:id="rId33"/>
    <p:sldId id="722" r:id="rId34"/>
    <p:sldId id="700" r:id="rId35"/>
    <p:sldId id="702" r:id="rId36"/>
    <p:sldId id="277" r:id="rId37"/>
  </p:sldIdLst>
  <p:sldSz cx="20104100" cy="11309350"/>
  <p:notesSz cx="20104100" cy="11309350"/>
  <p:embeddedFontLst>
    <p:embeddedFont>
      <p:font typeface="Montserrat" panose="00000500000000000000" pitchFamily="2" charset="0"/>
      <p:regular r:id="rId39"/>
      <p:bold r:id="rId40"/>
      <p:italic r:id="rId41"/>
      <p:boldItalic r:id="rId42"/>
    </p:embeddedFont>
    <p:embeddedFont>
      <p:font typeface="Montserrat ExtraBold" panose="00000900000000000000" pitchFamily="2" charset="0"/>
      <p:bold r:id="rId43"/>
      <p:boldItalic r:id="rId44"/>
    </p:embeddedFont>
    <p:embeddedFont>
      <p:font typeface="Montserrat Light" panose="00000400000000000000" pitchFamily="2" charset="0"/>
      <p:regular r:id="rId45"/>
      <p:italic r:id="rId4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E4F70D8-87C1-484F-AF52-0E0C8CB06DBC}">
          <p14:sldIdLst>
            <p14:sldId id="256"/>
            <p14:sldId id="615"/>
            <p14:sldId id="691"/>
            <p14:sldId id="701"/>
            <p14:sldId id="703"/>
            <p14:sldId id="704"/>
            <p14:sldId id="705"/>
            <p14:sldId id="706"/>
            <p14:sldId id="694"/>
            <p14:sldId id="697"/>
            <p14:sldId id="698"/>
            <p14:sldId id="699"/>
            <p14:sldId id="695"/>
            <p14:sldId id="707"/>
            <p14:sldId id="690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08"/>
            <p14:sldId id="717"/>
            <p14:sldId id="719"/>
            <p14:sldId id="718"/>
            <p14:sldId id="720"/>
            <p14:sldId id="721"/>
            <p14:sldId id="722"/>
            <p14:sldId id="700"/>
            <p14:sldId id="702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E3F"/>
    <a:srgbClr val="204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7905DD-4173-4FF3-84D0-293C3E39D039}" v="224" dt="2025-04-29T12:28:00.8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60"/>
  </p:normalViewPr>
  <p:slideViewPr>
    <p:cSldViewPr>
      <p:cViewPr varScale="1">
        <p:scale>
          <a:sx n="43" d="100"/>
          <a:sy n="43" d="100"/>
        </p:scale>
        <p:origin x="24" y="-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Flavio Diniz" userId="dedd31532088e5ff" providerId="LiveId" clId="{ED7905DD-4173-4FF3-84D0-293C3E39D039}"/>
    <pc:docChg chg="undo custSel addSld delSld modSld sldOrd modSection">
      <pc:chgData name="João Flavio Diniz" userId="dedd31532088e5ff" providerId="LiveId" clId="{ED7905DD-4173-4FF3-84D0-293C3E39D039}" dt="2025-04-29T12:28:00.877" v="1531" actId="1076"/>
      <pc:docMkLst>
        <pc:docMk/>
      </pc:docMkLst>
      <pc:sldChg chg="addSp delSp modSp mod ord">
        <pc:chgData name="João Flavio Diniz" userId="dedd31532088e5ff" providerId="LiveId" clId="{ED7905DD-4173-4FF3-84D0-293C3E39D039}" dt="2025-04-20T20:19:38.059" v="1056" actId="20577"/>
        <pc:sldMkLst>
          <pc:docMk/>
          <pc:sldMk cId="673383442" sldId="690"/>
        </pc:sldMkLst>
        <pc:spChg chg="add mod">
          <ac:chgData name="João Flavio Diniz" userId="dedd31532088e5ff" providerId="LiveId" clId="{ED7905DD-4173-4FF3-84D0-293C3E39D039}" dt="2025-04-20T20:19:38.059" v="1056" actId="20577"/>
          <ac:spMkLst>
            <pc:docMk/>
            <pc:sldMk cId="673383442" sldId="690"/>
            <ac:spMk id="4" creationId="{FA8FC6C0-F334-97E9-1C0F-07F83C185B9F}"/>
          </ac:spMkLst>
        </pc:spChg>
        <pc:spChg chg="mod">
          <ac:chgData name="João Flavio Diniz" userId="dedd31532088e5ff" providerId="LiveId" clId="{ED7905DD-4173-4FF3-84D0-293C3E39D039}" dt="2025-04-20T20:17:54.406" v="1019" actId="6549"/>
          <ac:spMkLst>
            <pc:docMk/>
            <pc:sldMk cId="673383442" sldId="690"/>
            <ac:spMk id="5" creationId="{21159349-3487-CEB4-666C-6154F19EC2BF}"/>
          </ac:spMkLst>
        </pc:spChg>
      </pc:sldChg>
      <pc:sldChg chg="addSp modSp mod">
        <pc:chgData name="João Flavio Diniz" userId="dedd31532088e5ff" providerId="LiveId" clId="{ED7905DD-4173-4FF3-84D0-293C3E39D039}" dt="2025-04-20T15:57:19.654" v="137" actId="1076"/>
        <pc:sldMkLst>
          <pc:docMk/>
          <pc:sldMk cId="3561192397" sldId="691"/>
        </pc:sldMkLst>
        <pc:spChg chg="mod">
          <ac:chgData name="João Flavio Diniz" userId="dedd31532088e5ff" providerId="LiveId" clId="{ED7905DD-4173-4FF3-84D0-293C3E39D039}" dt="2025-04-20T15:57:19.654" v="137" actId="1076"/>
          <ac:spMkLst>
            <pc:docMk/>
            <pc:sldMk cId="3561192397" sldId="691"/>
            <ac:spMk id="4" creationId="{9906FFA9-AE42-D3FE-73B0-1963E349B3B7}"/>
          </ac:spMkLst>
        </pc:spChg>
        <pc:picChg chg="add mod">
          <ac:chgData name="João Flavio Diniz" userId="dedd31532088e5ff" providerId="LiveId" clId="{ED7905DD-4173-4FF3-84D0-293C3E39D039}" dt="2025-04-20T15:57:04.929" v="134" actId="1076"/>
          <ac:picMkLst>
            <pc:docMk/>
            <pc:sldMk cId="3561192397" sldId="691"/>
            <ac:picMk id="4096" creationId="{195F0632-FBE8-B36C-1D79-495C3AF757E3}"/>
          </ac:picMkLst>
        </pc:picChg>
      </pc:sldChg>
      <pc:sldChg chg="addSp delSp modSp">
        <pc:chgData name="João Flavio Diniz" userId="dedd31532088e5ff" providerId="LiveId" clId="{ED7905DD-4173-4FF3-84D0-293C3E39D039}" dt="2025-04-29T12:28:00.877" v="1531" actId="1076"/>
        <pc:sldMkLst>
          <pc:docMk/>
          <pc:sldMk cId="4164869254" sldId="695"/>
        </pc:sldMkLst>
        <pc:spChg chg="mod">
          <ac:chgData name="João Flavio Diniz" userId="dedd31532088e5ff" providerId="LiveId" clId="{ED7905DD-4173-4FF3-84D0-293C3E39D039}" dt="2025-04-29T12:28:00.877" v="1531" actId="1076"/>
          <ac:spMkLst>
            <pc:docMk/>
            <pc:sldMk cId="4164869254" sldId="695"/>
            <ac:spMk id="4" creationId="{5883874C-70A2-247A-CA71-BC30BDE03694}"/>
          </ac:spMkLst>
        </pc:spChg>
        <pc:picChg chg="add del mod">
          <ac:chgData name="João Flavio Diniz" userId="dedd31532088e5ff" providerId="LiveId" clId="{ED7905DD-4173-4FF3-84D0-293C3E39D039}" dt="2025-04-29T12:27:40.721" v="1521" actId="478"/>
          <ac:picMkLst>
            <pc:docMk/>
            <pc:sldMk cId="4164869254" sldId="695"/>
            <ac:picMk id="4098" creationId="{94136921-E81C-1F44-811C-97F83068202F}"/>
          </ac:picMkLst>
        </pc:picChg>
        <pc:picChg chg="add mod">
          <ac:chgData name="João Flavio Diniz" userId="dedd31532088e5ff" providerId="LiveId" clId="{ED7905DD-4173-4FF3-84D0-293C3E39D039}" dt="2025-04-29T12:27:54.042" v="1529" actId="1076"/>
          <ac:picMkLst>
            <pc:docMk/>
            <pc:sldMk cId="4164869254" sldId="695"/>
            <ac:picMk id="4100" creationId="{9BD412A6-6433-B55B-1D2F-A1EE8DC09D6D}"/>
          </ac:picMkLst>
        </pc:picChg>
      </pc:sldChg>
      <pc:sldChg chg="addSp delSp add del mod ord">
        <pc:chgData name="João Flavio Diniz" userId="dedd31532088e5ff" providerId="LiveId" clId="{ED7905DD-4173-4FF3-84D0-293C3E39D039}" dt="2025-04-20T20:12:53.961" v="931" actId="47"/>
        <pc:sldMkLst>
          <pc:docMk/>
          <pc:sldMk cId="1415369293" sldId="696"/>
        </pc:sldMkLst>
      </pc:sldChg>
      <pc:sldChg chg="addSp delSp modSp mod ord">
        <pc:chgData name="João Flavio Diniz" userId="dedd31532088e5ff" providerId="LiveId" clId="{ED7905DD-4173-4FF3-84D0-293C3E39D039}" dt="2025-04-20T20:59:58.578" v="1389" actId="478"/>
        <pc:sldMkLst>
          <pc:docMk/>
          <pc:sldMk cId="2990221810" sldId="700"/>
        </pc:sldMkLst>
        <pc:spChg chg="add mod">
          <ac:chgData name="João Flavio Diniz" userId="dedd31532088e5ff" providerId="LiveId" clId="{ED7905DD-4173-4FF3-84D0-293C3E39D039}" dt="2025-04-20T20:59:52.864" v="1388" actId="1076"/>
          <ac:spMkLst>
            <pc:docMk/>
            <pc:sldMk cId="2990221810" sldId="700"/>
            <ac:spMk id="7" creationId="{EE78D9B3-0879-73E3-026F-97677576D5DF}"/>
          </ac:spMkLst>
        </pc:spChg>
        <pc:picChg chg="mod">
          <ac:chgData name="João Flavio Diniz" userId="dedd31532088e5ff" providerId="LiveId" clId="{ED7905DD-4173-4FF3-84D0-293C3E39D039}" dt="2025-04-20T20:54:44.046" v="1354" actId="1076"/>
          <ac:picMkLst>
            <pc:docMk/>
            <pc:sldMk cId="2990221810" sldId="700"/>
            <ac:picMk id="4" creationId="{1016E9B6-5419-8F1F-85FA-1834DF986780}"/>
          </ac:picMkLst>
        </pc:picChg>
      </pc:sldChg>
      <pc:sldChg chg="modSp add mod">
        <pc:chgData name="João Flavio Diniz" userId="dedd31532088e5ff" providerId="LiveId" clId="{ED7905DD-4173-4FF3-84D0-293C3E39D039}" dt="2025-04-20T16:01:19.471" v="150" actId="1076"/>
        <pc:sldMkLst>
          <pc:docMk/>
          <pc:sldMk cId="1203888955" sldId="701"/>
        </pc:sldMkLst>
        <pc:spChg chg="mod">
          <ac:chgData name="João Flavio Diniz" userId="dedd31532088e5ff" providerId="LiveId" clId="{ED7905DD-4173-4FF3-84D0-293C3E39D039}" dt="2025-04-20T16:01:19.471" v="150" actId="1076"/>
          <ac:spMkLst>
            <pc:docMk/>
            <pc:sldMk cId="1203888955" sldId="701"/>
            <ac:spMk id="4" creationId="{4C8743A9-D2D6-531A-C45C-8A950BDDDCFA}"/>
          </ac:spMkLst>
        </pc:spChg>
      </pc:sldChg>
      <pc:sldChg chg="modSp add mod ord">
        <pc:chgData name="João Flavio Diniz" userId="dedd31532088e5ff" providerId="LiveId" clId="{ED7905DD-4173-4FF3-84D0-293C3E39D039}" dt="2025-04-20T20:07:59.861" v="796"/>
        <pc:sldMkLst>
          <pc:docMk/>
          <pc:sldMk cId="2340531385" sldId="702"/>
        </pc:sldMkLst>
        <pc:spChg chg="mod">
          <ac:chgData name="João Flavio Diniz" userId="dedd31532088e5ff" providerId="LiveId" clId="{ED7905DD-4173-4FF3-84D0-293C3E39D039}" dt="2025-04-20T20:07:59.861" v="796"/>
          <ac:spMkLst>
            <pc:docMk/>
            <pc:sldMk cId="2340531385" sldId="702"/>
            <ac:spMk id="5" creationId="{18D45364-EAE6-97D1-A58D-40CA6ECF5B9B}"/>
          </ac:spMkLst>
        </pc:spChg>
        <pc:spChg chg="mod">
          <ac:chgData name="João Flavio Diniz" userId="dedd31532088e5ff" providerId="LiveId" clId="{ED7905DD-4173-4FF3-84D0-293C3E39D039}" dt="2025-04-20T15:49:24.027" v="43" actId="20577"/>
          <ac:spMkLst>
            <pc:docMk/>
            <pc:sldMk cId="2340531385" sldId="702"/>
            <ac:spMk id="4098" creationId="{72FCB6F6-B1F6-CBF5-F29B-78F69A9FC86F}"/>
          </ac:spMkLst>
        </pc:spChg>
      </pc:sldChg>
      <pc:sldChg chg="addSp delSp modSp add mod">
        <pc:chgData name="João Flavio Diniz" userId="dedd31532088e5ff" providerId="LiveId" clId="{ED7905DD-4173-4FF3-84D0-293C3E39D039}" dt="2025-04-20T21:31:54.850" v="1470" actId="113"/>
        <pc:sldMkLst>
          <pc:docMk/>
          <pc:sldMk cId="1055317203" sldId="703"/>
        </pc:sldMkLst>
        <pc:spChg chg="mod">
          <ac:chgData name="João Flavio Diniz" userId="dedd31532088e5ff" providerId="LiveId" clId="{ED7905DD-4173-4FF3-84D0-293C3E39D039}" dt="2025-04-20T21:31:54.850" v="1470" actId="113"/>
          <ac:spMkLst>
            <pc:docMk/>
            <pc:sldMk cId="1055317203" sldId="703"/>
            <ac:spMk id="4" creationId="{FC4B9B68-38AF-7600-4C14-2CD8EC1E8FDD}"/>
          </ac:spMkLst>
        </pc:spChg>
        <pc:spChg chg="add mod">
          <ac:chgData name="João Flavio Diniz" userId="dedd31532088e5ff" providerId="LiveId" clId="{ED7905DD-4173-4FF3-84D0-293C3E39D039}" dt="2025-04-20T16:04:37.294" v="244" actId="1076"/>
          <ac:spMkLst>
            <pc:docMk/>
            <pc:sldMk cId="1055317203" sldId="703"/>
            <ac:spMk id="4097" creationId="{5CF7510D-2DE5-CF7B-E466-738CCEDC3A32}"/>
          </ac:spMkLst>
        </pc:spChg>
      </pc:sldChg>
      <pc:sldChg chg="modSp add mod">
        <pc:chgData name="João Flavio Diniz" userId="dedd31532088e5ff" providerId="LiveId" clId="{ED7905DD-4173-4FF3-84D0-293C3E39D039}" dt="2025-04-20T19:44:50.599" v="335" actId="113"/>
        <pc:sldMkLst>
          <pc:docMk/>
          <pc:sldMk cId="908003041" sldId="704"/>
        </pc:sldMkLst>
        <pc:spChg chg="mod">
          <ac:chgData name="João Flavio Diniz" userId="dedd31532088e5ff" providerId="LiveId" clId="{ED7905DD-4173-4FF3-84D0-293C3E39D039}" dt="2025-04-20T19:44:50.599" v="335" actId="113"/>
          <ac:spMkLst>
            <pc:docMk/>
            <pc:sldMk cId="908003041" sldId="704"/>
            <ac:spMk id="4" creationId="{F6A1217B-ACE3-5367-F13E-000EC0B41CBA}"/>
          </ac:spMkLst>
        </pc:spChg>
        <pc:spChg chg="mod">
          <ac:chgData name="João Flavio Diniz" userId="dedd31532088e5ff" providerId="LiveId" clId="{ED7905DD-4173-4FF3-84D0-293C3E39D039}" dt="2025-04-20T19:41:58.275" v="311" actId="1076"/>
          <ac:spMkLst>
            <pc:docMk/>
            <pc:sldMk cId="908003041" sldId="704"/>
            <ac:spMk id="4097" creationId="{08128CC5-3E87-3D88-D581-C9A9C90611CF}"/>
          </ac:spMkLst>
        </pc:spChg>
      </pc:sldChg>
      <pc:sldChg chg="modSp add mod">
        <pc:chgData name="João Flavio Diniz" userId="dedd31532088e5ff" providerId="LiveId" clId="{ED7905DD-4173-4FF3-84D0-293C3E39D039}" dt="2025-04-20T19:47:23.181" v="425" actId="1076"/>
        <pc:sldMkLst>
          <pc:docMk/>
          <pc:sldMk cId="4272366254" sldId="705"/>
        </pc:sldMkLst>
        <pc:spChg chg="mod">
          <ac:chgData name="João Flavio Diniz" userId="dedd31532088e5ff" providerId="LiveId" clId="{ED7905DD-4173-4FF3-84D0-293C3E39D039}" dt="2025-04-20T19:47:23.181" v="425" actId="1076"/>
          <ac:spMkLst>
            <pc:docMk/>
            <pc:sldMk cId="4272366254" sldId="705"/>
            <ac:spMk id="4" creationId="{042F01B4-B355-C5B7-CDFB-BB411D29EBA7}"/>
          </ac:spMkLst>
        </pc:spChg>
      </pc:sldChg>
      <pc:sldChg chg="modSp add mod">
        <pc:chgData name="João Flavio Diniz" userId="dedd31532088e5ff" providerId="LiveId" clId="{ED7905DD-4173-4FF3-84D0-293C3E39D039}" dt="2025-04-20T19:52:49.365" v="793" actId="20577"/>
        <pc:sldMkLst>
          <pc:docMk/>
          <pc:sldMk cId="4018382893" sldId="706"/>
        </pc:sldMkLst>
        <pc:spChg chg="mod">
          <ac:chgData name="João Flavio Diniz" userId="dedd31532088e5ff" providerId="LiveId" clId="{ED7905DD-4173-4FF3-84D0-293C3E39D039}" dt="2025-04-20T19:52:49.365" v="793" actId="20577"/>
          <ac:spMkLst>
            <pc:docMk/>
            <pc:sldMk cId="4018382893" sldId="706"/>
            <ac:spMk id="4" creationId="{EDF75CFB-0DBD-8F42-DC21-DA12EE2A3BF7}"/>
          </ac:spMkLst>
        </pc:spChg>
      </pc:sldChg>
      <pc:sldChg chg="addSp modSp add mod">
        <pc:chgData name="João Flavio Diniz" userId="dedd31532088e5ff" providerId="LiveId" clId="{ED7905DD-4173-4FF3-84D0-293C3E39D039}" dt="2025-04-20T20:12:19.360" v="922" actId="1076"/>
        <pc:sldMkLst>
          <pc:docMk/>
          <pc:sldMk cId="1494704399" sldId="707"/>
        </pc:sldMkLst>
        <pc:spChg chg="mod">
          <ac:chgData name="João Flavio Diniz" userId="dedd31532088e5ff" providerId="LiveId" clId="{ED7905DD-4173-4FF3-84D0-293C3E39D039}" dt="2025-04-20T20:11:47.662" v="888" actId="20577"/>
          <ac:spMkLst>
            <pc:docMk/>
            <pc:sldMk cId="1494704399" sldId="707"/>
            <ac:spMk id="5" creationId="{8FD63001-983F-F179-F2F2-AAE3658B17E4}"/>
          </ac:spMkLst>
        </pc:spChg>
        <pc:spChg chg="mod">
          <ac:chgData name="João Flavio Diniz" userId="dedd31532088e5ff" providerId="LiveId" clId="{ED7905DD-4173-4FF3-84D0-293C3E39D039}" dt="2025-04-20T20:12:19.360" v="922" actId="1076"/>
          <ac:spMkLst>
            <pc:docMk/>
            <pc:sldMk cId="1494704399" sldId="707"/>
            <ac:spMk id="4098" creationId="{5D476FF7-4830-4D4F-6C9F-025CF94EF317}"/>
          </ac:spMkLst>
        </pc:spChg>
        <pc:picChg chg="add mod">
          <ac:chgData name="João Flavio Diniz" userId="dedd31532088e5ff" providerId="LiveId" clId="{ED7905DD-4173-4FF3-84D0-293C3E39D039}" dt="2025-04-20T20:11:39.800" v="884" actId="1076"/>
          <ac:picMkLst>
            <pc:docMk/>
            <pc:sldMk cId="1494704399" sldId="707"/>
            <ac:picMk id="3076" creationId="{1D70511E-B03E-FAD9-C0E7-3E1418D8D792}"/>
          </ac:picMkLst>
        </pc:picChg>
      </pc:sldChg>
      <pc:sldChg chg="addSp delSp modSp add mod">
        <pc:chgData name="João Flavio Diniz" userId="dedd31532088e5ff" providerId="LiveId" clId="{ED7905DD-4173-4FF3-84D0-293C3E39D039}" dt="2025-04-20T20:49:18.845" v="1332" actId="1076"/>
        <pc:sldMkLst>
          <pc:docMk/>
          <pc:sldMk cId="475174860" sldId="708"/>
        </pc:sldMkLst>
        <pc:spChg chg="mod">
          <ac:chgData name="João Flavio Diniz" userId="dedd31532088e5ff" providerId="LiveId" clId="{ED7905DD-4173-4FF3-84D0-293C3E39D039}" dt="2025-04-20T20:49:11.210" v="1329" actId="14100"/>
          <ac:spMkLst>
            <pc:docMk/>
            <pc:sldMk cId="475174860" sldId="708"/>
            <ac:spMk id="5" creationId="{CB0D36B3-0A3B-7BB0-2659-D40D6BAAF648}"/>
          </ac:spMkLst>
        </pc:spChg>
        <pc:spChg chg="mod">
          <ac:chgData name="João Flavio Diniz" userId="dedd31532088e5ff" providerId="LiveId" clId="{ED7905DD-4173-4FF3-84D0-293C3E39D039}" dt="2025-04-20T20:48:11.976" v="1323" actId="1076"/>
          <ac:spMkLst>
            <pc:docMk/>
            <pc:sldMk cId="475174860" sldId="708"/>
            <ac:spMk id="4098" creationId="{BA742412-EA37-6513-BD98-C2729B853258}"/>
          </ac:spMkLst>
        </pc:spChg>
        <pc:picChg chg="add mod">
          <ac:chgData name="João Flavio Diniz" userId="dedd31532088e5ff" providerId="LiveId" clId="{ED7905DD-4173-4FF3-84D0-293C3E39D039}" dt="2025-04-20T20:49:18.845" v="1332" actId="1076"/>
          <ac:picMkLst>
            <pc:docMk/>
            <pc:sldMk cId="475174860" sldId="708"/>
            <ac:picMk id="7" creationId="{FA42625F-EB79-AAC3-4825-F825A2A9CDE4}"/>
          </ac:picMkLst>
        </pc:picChg>
      </pc:sldChg>
      <pc:sldChg chg="modSp add mod">
        <pc:chgData name="João Flavio Diniz" userId="dedd31532088e5ff" providerId="LiveId" clId="{ED7905DD-4173-4FF3-84D0-293C3E39D039}" dt="2025-04-20T20:20:41.706" v="1086" actId="20577"/>
        <pc:sldMkLst>
          <pc:docMk/>
          <pc:sldMk cId="1138632017" sldId="709"/>
        </pc:sldMkLst>
        <pc:spChg chg="mod">
          <ac:chgData name="João Flavio Diniz" userId="dedd31532088e5ff" providerId="LiveId" clId="{ED7905DD-4173-4FF3-84D0-293C3E39D039}" dt="2025-04-20T20:19:53.566" v="1073" actId="20577"/>
          <ac:spMkLst>
            <pc:docMk/>
            <pc:sldMk cId="1138632017" sldId="709"/>
            <ac:spMk id="4" creationId="{64276B37-F74C-417E-4B0F-D8CFBF4B2376}"/>
          </ac:spMkLst>
        </pc:spChg>
        <pc:spChg chg="mod">
          <ac:chgData name="João Flavio Diniz" userId="dedd31532088e5ff" providerId="LiveId" clId="{ED7905DD-4173-4FF3-84D0-293C3E39D039}" dt="2025-04-20T20:20:41.706" v="1086" actId="20577"/>
          <ac:spMkLst>
            <pc:docMk/>
            <pc:sldMk cId="1138632017" sldId="709"/>
            <ac:spMk id="5" creationId="{7884290A-46D1-B288-7F06-F328322795D8}"/>
          </ac:spMkLst>
        </pc:spChg>
      </pc:sldChg>
      <pc:sldChg chg="addSp modSp add mod">
        <pc:chgData name="João Flavio Diniz" userId="dedd31532088e5ff" providerId="LiveId" clId="{ED7905DD-4173-4FF3-84D0-293C3E39D039}" dt="2025-04-20T20:26:04.321" v="1143" actId="1076"/>
        <pc:sldMkLst>
          <pc:docMk/>
          <pc:sldMk cId="1629508440" sldId="710"/>
        </pc:sldMkLst>
        <pc:spChg chg="mod">
          <ac:chgData name="João Flavio Diniz" userId="dedd31532088e5ff" providerId="LiveId" clId="{ED7905DD-4173-4FF3-84D0-293C3E39D039}" dt="2025-04-20T20:21:55.586" v="1122"/>
          <ac:spMkLst>
            <pc:docMk/>
            <pc:sldMk cId="1629508440" sldId="710"/>
            <ac:spMk id="4" creationId="{FA8D4F8C-C55E-EBB2-2584-D3614DB0F294}"/>
          </ac:spMkLst>
        </pc:spChg>
        <pc:spChg chg="mod">
          <ac:chgData name="João Flavio Diniz" userId="dedd31532088e5ff" providerId="LiveId" clId="{ED7905DD-4173-4FF3-84D0-293C3E39D039}" dt="2025-04-20T20:23:14.320" v="1136" actId="1076"/>
          <ac:spMkLst>
            <pc:docMk/>
            <pc:sldMk cId="1629508440" sldId="710"/>
            <ac:spMk id="5" creationId="{EB8D7781-F735-713C-583A-FE55384FC491}"/>
          </ac:spMkLst>
        </pc:spChg>
        <pc:picChg chg="add mod">
          <ac:chgData name="João Flavio Diniz" userId="dedd31532088e5ff" providerId="LiveId" clId="{ED7905DD-4173-4FF3-84D0-293C3E39D039}" dt="2025-04-20T20:26:04.321" v="1143" actId="1076"/>
          <ac:picMkLst>
            <pc:docMk/>
            <pc:sldMk cId="1629508440" sldId="710"/>
            <ac:picMk id="4096" creationId="{6FF0E0BF-70B1-ABA5-5BAC-7135528562A3}"/>
          </ac:picMkLst>
        </pc:picChg>
      </pc:sldChg>
      <pc:sldChg chg="addSp delSp modSp add mod">
        <pc:chgData name="João Flavio Diniz" userId="dedd31532088e5ff" providerId="LiveId" clId="{ED7905DD-4173-4FF3-84D0-293C3E39D039}" dt="2025-04-20T20:28:55.593" v="1164" actId="1076"/>
        <pc:sldMkLst>
          <pc:docMk/>
          <pc:sldMk cId="216942961" sldId="711"/>
        </pc:sldMkLst>
        <pc:spChg chg="mod">
          <ac:chgData name="João Flavio Diniz" userId="dedd31532088e5ff" providerId="LiveId" clId="{ED7905DD-4173-4FF3-84D0-293C3E39D039}" dt="2025-04-20T20:28:55.593" v="1164" actId="1076"/>
          <ac:spMkLst>
            <pc:docMk/>
            <pc:sldMk cId="216942961" sldId="711"/>
            <ac:spMk id="5" creationId="{C94D0102-AD57-60D9-1DFC-C656D1EE6467}"/>
          </ac:spMkLst>
        </pc:spChg>
        <pc:picChg chg="add mod">
          <ac:chgData name="João Flavio Diniz" userId="dedd31532088e5ff" providerId="LiveId" clId="{ED7905DD-4173-4FF3-84D0-293C3E39D039}" dt="2025-04-20T20:28:44.528" v="1160" actId="1076"/>
          <ac:picMkLst>
            <pc:docMk/>
            <pc:sldMk cId="216942961" sldId="711"/>
            <ac:picMk id="3076" creationId="{032C2B6F-C3FB-8C6D-8283-A922734A6C34}"/>
          </ac:picMkLst>
        </pc:picChg>
      </pc:sldChg>
      <pc:sldChg chg="addSp modSp add mod">
        <pc:chgData name="João Flavio Diniz" userId="dedd31532088e5ff" providerId="LiveId" clId="{ED7905DD-4173-4FF3-84D0-293C3E39D039}" dt="2025-04-20T20:30:41.055" v="1177" actId="1076"/>
        <pc:sldMkLst>
          <pc:docMk/>
          <pc:sldMk cId="3515726837" sldId="712"/>
        </pc:sldMkLst>
        <pc:spChg chg="mod">
          <ac:chgData name="João Flavio Diniz" userId="dedd31532088e5ff" providerId="LiveId" clId="{ED7905DD-4173-4FF3-84D0-293C3E39D039}" dt="2025-04-20T20:30:26.882" v="1172" actId="14100"/>
          <ac:spMkLst>
            <pc:docMk/>
            <pc:sldMk cId="3515726837" sldId="712"/>
            <ac:spMk id="5" creationId="{3A153AE4-9E37-235F-88B6-0B28B5C36A3F}"/>
          </ac:spMkLst>
        </pc:spChg>
        <pc:picChg chg="add mod">
          <ac:chgData name="João Flavio Diniz" userId="dedd31532088e5ff" providerId="LiveId" clId="{ED7905DD-4173-4FF3-84D0-293C3E39D039}" dt="2025-04-20T20:30:41.055" v="1177" actId="1076"/>
          <ac:picMkLst>
            <pc:docMk/>
            <pc:sldMk cId="3515726837" sldId="712"/>
            <ac:picMk id="6" creationId="{D2FED95A-66FA-4DBA-0426-4F72BB3C2D16}"/>
          </ac:picMkLst>
        </pc:picChg>
      </pc:sldChg>
      <pc:sldChg chg="addSp delSp modSp add mod">
        <pc:chgData name="João Flavio Diniz" userId="dedd31532088e5ff" providerId="LiveId" clId="{ED7905DD-4173-4FF3-84D0-293C3E39D039}" dt="2025-04-20T20:35:32.744" v="1212" actId="1076"/>
        <pc:sldMkLst>
          <pc:docMk/>
          <pc:sldMk cId="2348673692" sldId="713"/>
        </pc:sldMkLst>
        <pc:spChg chg="mod">
          <ac:chgData name="João Flavio Diniz" userId="dedd31532088e5ff" providerId="LiveId" clId="{ED7905DD-4173-4FF3-84D0-293C3E39D039}" dt="2025-04-20T20:35:26.552" v="1209" actId="1076"/>
          <ac:spMkLst>
            <pc:docMk/>
            <pc:sldMk cId="2348673692" sldId="713"/>
            <ac:spMk id="5" creationId="{32521919-E50B-F77E-F981-77E3D6A7D304}"/>
          </ac:spMkLst>
        </pc:spChg>
        <pc:picChg chg="add mod">
          <ac:chgData name="João Flavio Diniz" userId="dedd31532088e5ff" providerId="LiveId" clId="{ED7905DD-4173-4FF3-84D0-293C3E39D039}" dt="2025-04-20T20:35:32.744" v="1212" actId="1076"/>
          <ac:picMkLst>
            <pc:docMk/>
            <pc:sldMk cId="2348673692" sldId="713"/>
            <ac:picMk id="4098" creationId="{48A26DF6-CED6-14F5-F13B-980C9B7F307E}"/>
          </ac:picMkLst>
        </pc:picChg>
      </pc:sldChg>
      <pc:sldChg chg="addSp delSp modSp add mod">
        <pc:chgData name="João Flavio Diniz" userId="dedd31532088e5ff" providerId="LiveId" clId="{ED7905DD-4173-4FF3-84D0-293C3E39D039}" dt="2025-04-29T12:22:12.699" v="1492" actId="1076"/>
        <pc:sldMkLst>
          <pc:docMk/>
          <pc:sldMk cId="1356278449" sldId="714"/>
        </pc:sldMkLst>
        <pc:spChg chg="mod">
          <ac:chgData name="João Flavio Diniz" userId="dedd31532088e5ff" providerId="LiveId" clId="{ED7905DD-4173-4FF3-84D0-293C3E39D039}" dt="2025-04-20T20:37:04.084" v="1240" actId="20577"/>
          <ac:spMkLst>
            <pc:docMk/>
            <pc:sldMk cId="1356278449" sldId="714"/>
            <ac:spMk id="5" creationId="{68C46F06-C2B8-3A85-51F7-C099DCC91A82}"/>
          </ac:spMkLst>
        </pc:spChg>
        <pc:picChg chg="add del mod">
          <ac:chgData name="João Flavio Diniz" userId="dedd31532088e5ff" providerId="LiveId" clId="{ED7905DD-4173-4FF3-84D0-293C3E39D039}" dt="2025-04-29T12:22:04.874" v="1489" actId="1076"/>
          <ac:picMkLst>
            <pc:docMk/>
            <pc:sldMk cId="1356278449" sldId="714"/>
            <ac:picMk id="1026" creationId="{5D2E7BE0-1455-8477-B096-007D5EAEAA57}"/>
          </ac:picMkLst>
        </pc:picChg>
        <pc:picChg chg="add mod">
          <ac:chgData name="João Flavio Diniz" userId="dedd31532088e5ff" providerId="LiveId" clId="{ED7905DD-4173-4FF3-84D0-293C3E39D039}" dt="2025-04-29T12:22:08.695" v="1491" actId="1076"/>
          <ac:picMkLst>
            <pc:docMk/>
            <pc:sldMk cId="1356278449" sldId="714"/>
            <ac:picMk id="1028" creationId="{90630890-B5D9-9A46-F376-BEC2B47CF7D3}"/>
          </ac:picMkLst>
        </pc:picChg>
        <pc:picChg chg="add mod">
          <ac:chgData name="João Flavio Diniz" userId="dedd31532088e5ff" providerId="LiveId" clId="{ED7905DD-4173-4FF3-84D0-293C3E39D039}" dt="2025-04-29T12:22:06.250" v="1490" actId="1076"/>
          <ac:picMkLst>
            <pc:docMk/>
            <pc:sldMk cId="1356278449" sldId="714"/>
            <ac:picMk id="1030" creationId="{3EE21734-BE85-A7C0-01B4-23164943CEA3}"/>
          </ac:picMkLst>
        </pc:picChg>
        <pc:picChg chg="add mod">
          <ac:chgData name="João Flavio Diniz" userId="dedd31532088e5ff" providerId="LiveId" clId="{ED7905DD-4173-4FF3-84D0-293C3E39D039}" dt="2025-04-29T12:22:12.699" v="1492" actId="1076"/>
          <ac:picMkLst>
            <pc:docMk/>
            <pc:sldMk cId="1356278449" sldId="714"/>
            <ac:picMk id="1032" creationId="{18786071-71D6-859B-4772-E8400D7612DD}"/>
          </ac:picMkLst>
        </pc:picChg>
      </pc:sldChg>
      <pc:sldChg chg="addSp modSp add mod">
        <pc:chgData name="João Flavio Diniz" userId="dedd31532088e5ff" providerId="LiveId" clId="{ED7905DD-4173-4FF3-84D0-293C3E39D039}" dt="2025-04-29T12:23:26.554" v="1501" actId="1076"/>
        <pc:sldMkLst>
          <pc:docMk/>
          <pc:sldMk cId="3555269716" sldId="715"/>
        </pc:sldMkLst>
        <pc:spChg chg="mod">
          <ac:chgData name="João Flavio Diniz" userId="dedd31532088e5ff" providerId="LiveId" clId="{ED7905DD-4173-4FF3-84D0-293C3E39D039}" dt="2025-04-20T20:37:39.333" v="1265" actId="20577"/>
          <ac:spMkLst>
            <pc:docMk/>
            <pc:sldMk cId="3555269716" sldId="715"/>
            <ac:spMk id="4" creationId="{7F2B511F-D610-BC94-83E9-D939736433CB}"/>
          </ac:spMkLst>
        </pc:spChg>
        <pc:spChg chg="mod">
          <ac:chgData name="João Flavio Diniz" userId="dedd31532088e5ff" providerId="LiveId" clId="{ED7905DD-4173-4FF3-84D0-293C3E39D039}" dt="2025-04-29T12:23:19.170" v="1497" actId="1076"/>
          <ac:spMkLst>
            <pc:docMk/>
            <pc:sldMk cId="3555269716" sldId="715"/>
            <ac:spMk id="5" creationId="{C7713448-6A2C-C598-13C8-375618D1E2A2}"/>
          </ac:spMkLst>
        </pc:spChg>
        <pc:picChg chg="add mod">
          <ac:chgData name="João Flavio Diniz" userId="dedd31532088e5ff" providerId="LiveId" clId="{ED7905DD-4173-4FF3-84D0-293C3E39D039}" dt="2025-04-29T12:22:46.620" v="1494" actId="1076"/>
          <ac:picMkLst>
            <pc:docMk/>
            <pc:sldMk cId="3555269716" sldId="715"/>
            <ac:picMk id="2050" creationId="{50E0C1DA-0543-22F6-760C-E1F2BEA2083B}"/>
          </ac:picMkLst>
        </pc:picChg>
        <pc:picChg chg="add mod">
          <ac:chgData name="João Flavio Diniz" userId="dedd31532088e5ff" providerId="LiveId" clId="{ED7905DD-4173-4FF3-84D0-293C3E39D039}" dt="2025-04-29T12:23:26.554" v="1501" actId="1076"/>
          <ac:picMkLst>
            <pc:docMk/>
            <pc:sldMk cId="3555269716" sldId="715"/>
            <ac:picMk id="2052" creationId="{1CE9C2B6-1217-CA0B-437C-0903C7DE9161}"/>
          </ac:picMkLst>
        </pc:picChg>
      </pc:sldChg>
      <pc:sldChg chg="addSp modSp add mod">
        <pc:chgData name="João Flavio Diniz" userId="dedd31532088e5ff" providerId="LiveId" clId="{ED7905DD-4173-4FF3-84D0-293C3E39D039}" dt="2025-04-29T12:26:17.700" v="1516" actId="1076"/>
        <pc:sldMkLst>
          <pc:docMk/>
          <pc:sldMk cId="237238364" sldId="716"/>
        </pc:sldMkLst>
        <pc:spChg chg="mod">
          <ac:chgData name="João Flavio Diniz" userId="dedd31532088e5ff" providerId="LiveId" clId="{ED7905DD-4173-4FF3-84D0-293C3E39D039}" dt="2025-04-20T20:41:38.405" v="1304" actId="404"/>
          <ac:spMkLst>
            <pc:docMk/>
            <pc:sldMk cId="237238364" sldId="716"/>
            <ac:spMk id="5" creationId="{E112614C-5E4C-13FA-324C-44411D7CEF47}"/>
          </ac:spMkLst>
        </pc:spChg>
        <pc:picChg chg="add mod">
          <ac:chgData name="João Flavio Diniz" userId="dedd31532088e5ff" providerId="LiveId" clId="{ED7905DD-4173-4FF3-84D0-293C3E39D039}" dt="2025-04-29T12:26:11.202" v="1512" actId="1076"/>
          <ac:picMkLst>
            <pc:docMk/>
            <pc:sldMk cId="237238364" sldId="716"/>
            <ac:picMk id="3074" creationId="{304B1FCF-0F00-D5C1-A42F-9169CB0D5D42}"/>
          </ac:picMkLst>
        </pc:picChg>
        <pc:picChg chg="add mod">
          <ac:chgData name="João Flavio Diniz" userId="dedd31532088e5ff" providerId="LiveId" clId="{ED7905DD-4173-4FF3-84D0-293C3E39D039}" dt="2025-04-29T12:26:12.587" v="1513" actId="1076"/>
          <ac:picMkLst>
            <pc:docMk/>
            <pc:sldMk cId="237238364" sldId="716"/>
            <ac:picMk id="3076" creationId="{6E1982BA-9B52-FA6B-57B2-67F6B1392B41}"/>
          </ac:picMkLst>
        </pc:picChg>
        <pc:picChg chg="add mod">
          <ac:chgData name="João Flavio Diniz" userId="dedd31532088e5ff" providerId="LiveId" clId="{ED7905DD-4173-4FF3-84D0-293C3E39D039}" dt="2025-04-29T12:26:17.700" v="1516" actId="1076"/>
          <ac:picMkLst>
            <pc:docMk/>
            <pc:sldMk cId="237238364" sldId="716"/>
            <ac:picMk id="3078" creationId="{41C65A15-2EDC-4D76-8A39-FF51EDCB0021}"/>
          </ac:picMkLst>
        </pc:picChg>
        <pc:picChg chg="add mod">
          <ac:chgData name="João Flavio Diniz" userId="dedd31532088e5ff" providerId="LiveId" clId="{ED7905DD-4173-4FF3-84D0-293C3E39D039}" dt="2025-04-29T12:26:16.140" v="1515" actId="1076"/>
          <ac:picMkLst>
            <pc:docMk/>
            <pc:sldMk cId="237238364" sldId="716"/>
            <ac:picMk id="3080" creationId="{1CF65E7D-7230-1D12-3373-80EE9658244D}"/>
          </ac:picMkLst>
        </pc:picChg>
      </pc:sldChg>
      <pc:sldChg chg="addSp modSp add mod">
        <pc:chgData name="João Flavio Diniz" userId="dedd31532088e5ff" providerId="LiveId" clId="{ED7905DD-4173-4FF3-84D0-293C3E39D039}" dt="2025-04-20T20:59:16.014" v="1382" actId="1076"/>
        <pc:sldMkLst>
          <pc:docMk/>
          <pc:sldMk cId="1793774911" sldId="717"/>
        </pc:sldMkLst>
        <pc:spChg chg="mod">
          <ac:chgData name="João Flavio Diniz" userId="dedd31532088e5ff" providerId="LiveId" clId="{ED7905DD-4173-4FF3-84D0-293C3E39D039}" dt="2025-04-20T20:59:06.536" v="1378" actId="1076"/>
          <ac:spMkLst>
            <pc:docMk/>
            <pc:sldMk cId="1793774911" sldId="717"/>
            <ac:spMk id="5" creationId="{63CA360D-5B69-DCCA-44F0-23FFB402CF5D}"/>
          </ac:spMkLst>
        </pc:spChg>
        <pc:picChg chg="add mod">
          <ac:chgData name="João Flavio Diniz" userId="dedd31532088e5ff" providerId="LiveId" clId="{ED7905DD-4173-4FF3-84D0-293C3E39D039}" dt="2025-04-20T20:59:16.014" v="1382" actId="1076"/>
          <ac:picMkLst>
            <pc:docMk/>
            <pc:sldMk cId="1793774911" sldId="717"/>
            <ac:picMk id="6146" creationId="{5A9C7675-A009-7790-06E1-63EDBE2420A9}"/>
          </ac:picMkLst>
        </pc:picChg>
      </pc:sldChg>
      <pc:sldChg chg="modSp add mod">
        <pc:chgData name="João Flavio Diniz" userId="dedd31532088e5ff" providerId="LiveId" clId="{ED7905DD-4173-4FF3-84D0-293C3E39D039}" dt="2025-04-20T21:04:13.726" v="1409" actId="1076"/>
        <pc:sldMkLst>
          <pc:docMk/>
          <pc:sldMk cId="1348572280" sldId="718"/>
        </pc:sldMkLst>
        <pc:spChg chg="mod">
          <ac:chgData name="João Flavio Diniz" userId="dedd31532088e5ff" providerId="LiveId" clId="{ED7905DD-4173-4FF3-84D0-293C3E39D039}" dt="2025-04-20T21:04:13.726" v="1409" actId="1076"/>
          <ac:spMkLst>
            <pc:docMk/>
            <pc:sldMk cId="1348572280" sldId="718"/>
            <ac:spMk id="5" creationId="{A7CF0708-BA20-0500-371B-E0B9AB81139C}"/>
          </ac:spMkLst>
        </pc:spChg>
      </pc:sldChg>
      <pc:sldChg chg="add ord">
        <pc:chgData name="João Flavio Diniz" userId="dedd31532088e5ff" providerId="LiveId" clId="{ED7905DD-4173-4FF3-84D0-293C3E39D039}" dt="2025-04-20T21:04:22.764" v="1411"/>
        <pc:sldMkLst>
          <pc:docMk/>
          <pc:sldMk cId="3302096620" sldId="719"/>
        </pc:sldMkLst>
      </pc:sldChg>
      <pc:sldChg chg="modSp add mod">
        <pc:chgData name="João Flavio Diniz" userId="dedd31532088e5ff" providerId="LiveId" clId="{ED7905DD-4173-4FF3-84D0-293C3E39D039}" dt="2025-04-20T21:05:01.761" v="1420" actId="1076"/>
        <pc:sldMkLst>
          <pc:docMk/>
          <pc:sldMk cId="246193936" sldId="720"/>
        </pc:sldMkLst>
        <pc:spChg chg="mod">
          <ac:chgData name="João Flavio Diniz" userId="dedd31532088e5ff" providerId="LiveId" clId="{ED7905DD-4173-4FF3-84D0-293C3E39D039}" dt="2025-04-20T21:05:01.761" v="1420" actId="1076"/>
          <ac:spMkLst>
            <pc:docMk/>
            <pc:sldMk cId="246193936" sldId="720"/>
            <ac:spMk id="5" creationId="{350C251C-D4D5-D7AE-8E32-A68A294A9593}"/>
          </ac:spMkLst>
        </pc:spChg>
      </pc:sldChg>
      <pc:sldChg chg="addSp modSp add mod">
        <pc:chgData name="João Flavio Diniz" userId="dedd31532088e5ff" providerId="LiveId" clId="{ED7905DD-4173-4FF3-84D0-293C3E39D039}" dt="2025-04-20T21:09:13.966" v="1468" actId="1076"/>
        <pc:sldMkLst>
          <pc:docMk/>
          <pc:sldMk cId="2607966005" sldId="721"/>
        </pc:sldMkLst>
        <pc:spChg chg="mod">
          <ac:chgData name="João Flavio Diniz" userId="dedd31532088e5ff" providerId="LiveId" clId="{ED7905DD-4173-4FF3-84D0-293C3E39D039}" dt="2025-04-20T21:09:13.966" v="1468" actId="1076"/>
          <ac:spMkLst>
            <pc:docMk/>
            <pc:sldMk cId="2607966005" sldId="721"/>
            <ac:spMk id="5" creationId="{6E86C166-5B2B-64AF-CBFD-68EADBF1F0A2}"/>
          </ac:spMkLst>
        </pc:spChg>
        <pc:picChg chg="add mod">
          <ac:chgData name="João Flavio Diniz" userId="dedd31532088e5ff" providerId="LiveId" clId="{ED7905DD-4173-4FF3-84D0-293C3E39D039}" dt="2025-04-20T21:09:09.564" v="1466" actId="1076"/>
          <ac:picMkLst>
            <pc:docMk/>
            <pc:sldMk cId="2607966005" sldId="721"/>
            <ac:picMk id="8194" creationId="{06AA3DC6-3752-C231-770D-FE0E933D1763}"/>
          </ac:picMkLst>
        </pc:picChg>
      </pc:sldChg>
      <pc:sldChg chg="addSp delSp modSp add mod">
        <pc:chgData name="João Flavio Diniz" userId="dedd31532088e5ff" providerId="LiveId" clId="{ED7905DD-4173-4FF3-84D0-293C3E39D039}" dt="2025-04-20T21:08:26.547" v="1460" actId="167"/>
        <pc:sldMkLst>
          <pc:docMk/>
          <pc:sldMk cId="2776242764" sldId="722"/>
        </pc:sldMkLst>
        <pc:spChg chg="mod">
          <ac:chgData name="João Flavio Diniz" userId="dedd31532088e5ff" providerId="LiveId" clId="{ED7905DD-4173-4FF3-84D0-293C3E39D039}" dt="2025-04-20T21:08:18.344" v="1456" actId="14100"/>
          <ac:spMkLst>
            <pc:docMk/>
            <pc:sldMk cId="2776242764" sldId="722"/>
            <ac:spMk id="5" creationId="{0F031534-EA7E-21D9-D566-E41714AB7F1C}"/>
          </ac:spMkLst>
        </pc:spChg>
        <pc:picChg chg="add mod">
          <ac:chgData name="João Flavio Diniz" userId="dedd31532088e5ff" providerId="LiveId" clId="{ED7905DD-4173-4FF3-84D0-293C3E39D039}" dt="2025-04-20T21:08:26.547" v="1460" actId="167"/>
          <ac:picMkLst>
            <pc:docMk/>
            <pc:sldMk cId="2776242764" sldId="722"/>
            <ac:picMk id="7170" creationId="{588CE871-1606-4275-18D9-44BE3D64FB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27096-EACA-43C0-B7CC-D127669E6603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AD6A2-5BAB-487C-B7A4-B8FC25E60C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297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069F09-2A9A-4C2C-AED9-01637236E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005205" y="10517696"/>
            <a:ext cx="4623943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B245F1-6BA8-4D96-8399-BA42C1CB08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835394" y="10517696"/>
            <a:ext cx="6433312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6CD214-4633-4E1A-AFBE-D7EF99F5B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4474953" y="10517696"/>
            <a:ext cx="4623943" cy="276999"/>
          </a:xfrm>
          <a:ln/>
        </p:spPr>
        <p:txBody>
          <a:bodyPr/>
          <a:lstStyle>
            <a:lvl1pPr>
              <a:defRPr/>
            </a:lvl1pPr>
          </a:lstStyle>
          <a:p>
            <a:fld id="{BC4E210C-2BE8-429E-87C2-7DA18DCE035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3547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ke.tech/blog/hardware-de-entrada-e-saida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drenaline.com.br/artigos/o-que-e-bios/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pa mental Hardware x software - Informática">
            <a:extLst>
              <a:ext uri="{FF2B5EF4-FFF2-40B4-BE49-F238E27FC236}">
                <a16:creationId xmlns:a16="http://schemas.microsoft.com/office/drawing/2014/main" id="{1ABA6015-C023-7200-246D-9EAC89C53F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08" b="12915"/>
          <a:stretch/>
        </p:blipFill>
        <p:spPr bwMode="auto">
          <a:xfrm>
            <a:off x="0" y="79232"/>
            <a:ext cx="20023749" cy="1081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1027">
            <a:extLst>
              <a:ext uri="{FF2B5EF4-FFF2-40B4-BE49-F238E27FC236}">
                <a16:creationId xmlns:a16="http://schemas.microsoft.com/office/drawing/2014/main" id="{E1596CE5-E787-4D67-9C3F-E6581A3BF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1BC4DBF7-35E8-4996-80B1-C44CBDD5C415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A3086669-A515-48BD-A9B2-BEB118786494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8B34F764-C73D-4B3F-933C-9D834C8AF1F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68D84FF0-936D-4227-8775-A73D5E03AC2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A21911F4-2594-47C9-93C6-8F44DE5459A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49B7C1D-9AC9-4DDD-844D-BB7BAFF050B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3BDBAECB-E2A9-444A-ADF7-C1E6771434AC}"/>
              </a:ext>
            </a:extLst>
          </p:cNvPr>
          <p:cNvGrpSpPr/>
          <p:nvPr/>
        </p:nvGrpSpPr>
        <p:grpSpPr>
          <a:xfrm>
            <a:off x="15816968" y="9650982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2B6FB66-6FB0-484D-874F-388D8AFD4A3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9BF1F7D0-93AF-4D22-853F-61CE8489A58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8F83964-9FFF-4725-89E8-158C24B96DF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36B01510-1420-4FE2-9BB3-0DB8532202B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C0EAB42-F2F7-4FBA-8B7A-A471351859D9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E1B18BF1-66BD-4EB8-9E1F-28A08AA899C7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96001BDC-5C8A-4DE3-9196-C0373BFFA200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B21B8C5C-4D31-45C1-A027-C243F924D44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96B0FEE2-52B7-47F3-8D9C-25F794E66AD6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D4C0FFEF-E481-4D95-A0C8-6AA95C5D23C9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6F0BEB93-1635-4A91-BCB1-A7FDE24CCBFD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DFADA81B-5B5B-4F31-AEF5-353BA26BF843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3C4E7C6-4A71-4ABB-BA5F-232579E6C5D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74FAC504-671E-4FC2-BD99-DCD4E5A19A03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E9896505-3490-48C5-82B9-3D835D2C6F1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78617C2C-4116-4B2C-9B4F-72579B12688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00D38C9A-50EF-4276-9A1F-FE1910A6DBF6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773B4AC-C0BB-4B3D-9856-57BCCB2D308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FDD0C597-6680-4FA8-B676-9E2FBEFB9A6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807C9DDE-0985-4BF2-8894-32BFFDB4808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859FBC93-AF34-491B-89D9-B4B1E6BAA7E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987843B2-5027-405C-816D-1068F0908155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0F7FF0F8-8741-4050-99A3-D9BC2CDC594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94B3EC59-54D7-4DE2-AE82-626AE1B99C4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B9854A0-6B68-4416-8E42-A6D44939D8E5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2E5DCB75-88C6-458C-B7DD-60114690DAD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2D63B1E2-4487-4EC1-8CD5-016487119451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38DB338F-44CA-472C-AEA6-373084316BB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8614E041-1A02-4359-AFBE-8AD001B414E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73F3F8B3-7399-467F-AC95-382DA201F158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9C649112-1E0F-4B79-BF12-40D392296043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42FB58EC-DEB5-4774-80E3-1BFFFB388FF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F8962F4-1DDA-4EE8-B3A6-24C2DDE4A62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F5C1C19-614C-493B-B216-2A22EE7F7CA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A0C9086D-833F-4F08-9672-E363D6C621B3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3B17ECC3-9B82-43F2-91E9-45EDEC0A877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572EC846-8F63-4226-9547-18653D41004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99B7526A-61A3-4414-9D70-F8BDB60FCF0A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BB29AE94-03D4-42B4-8AB8-B93BF2D013E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6D5546F5-BC27-41A0-8F93-818F1C57B62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C35DDB7-70A1-47B3-86CE-08BBBB2541F7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3C56A5F5-DF09-466F-94C3-39EB48CB220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83A285B5-772F-4CD2-BF9A-662480E0F7E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D8FA262A-4ECA-4372-9DAC-C779F004E994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FA37C5C-3DB9-4D5E-AE31-F5AC9DB1A57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34A59812-F6FD-412B-825A-F92D66B6CC0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35AD6829-54CB-4D77-BDD6-9C72BC2AEFB2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118D7C2-563C-4FB2-B407-6B5C3D0B3785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5BD5FA14-B68D-44C4-8D68-2D1F74B51289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A1C170B6-6550-4632-8698-2B5945F54E5E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594FF9A2-D63E-4059-9F58-C6BC504DF62D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329F79FC-A4E8-4FD9-850A-82B875B57FD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EA9AAE96-99C3-4B92-96EF-F1445EB85A00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51799E1-C59B-4C00-B73B-394FB9DFECAE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3F41345-7B9C-4D99-A437-99726E69F84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6BFBEA6A-AF04-44F5-987F-B66285992957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4686E541-8B27-4A66-9CD7-F1485773F662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CCA9E82-ABD8-439B-88FD-174A0B11EA1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BA212F47-5F95-44B2-8D62-F7F55A65EEA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E5C1605E-E506-4A4D-95FA-41E48AE1D79D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C1E91E7D-355B-4C75-8500-DFE67FDF944E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62CBFFEF-F6B7-420E-9B6D-F686216176FF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6E0EF598-F92D-422D-AF8C-F8BA403B507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1CB83891-81BF-459E-925E-08F25BEC350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A007D2E9-48D2-40C7-987E-DC7A673EE70E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D173-1CB5-5AC7-7498-FDFCA83E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F5D8C1AE-C579-F462-8B33-5EB293167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CA757D4A-C43B-D803-F757-81EC006CE550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1D7A2FA4-66F0-4F70-C616-A8AE72E0B79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5A31F1E6-45B1-6F27-0AD0-B2B3296DD90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CF097FF9-7A9F-BC4D-903D-9F9A18B97A7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F047A7A3-7253-6C01-7165-0D4B19D2B73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B5DD1CA-F4E4-1C90-DDF2-4EBAC4FE7FC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7DF6669-6FEF-C39F-74E8-8298AA6BC62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5C8367C-8EC6-C955-44F6-06D35EF6DC9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973D5D1-D67E-A94E-2AE8-A8E58314C6D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1329B0BF-C203-F086-45D0-F022E6EE15F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FA26034-4C56-FEB6-1314-A431523CD1F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E5E4E209-AD99-0612-1B01-AB2560FC111C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7A94BB2C-50BA-133A-25C0-DA62A5AE172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FEDB3F8B-54C4-FE21-B1BF-895F17939AE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CCE187A4-52E5-861B-5537-5E4D4FF8E79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1847D4D-4B79-A679-93C2-8F935D772C8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2F95B39-D5E9-0BA3-76F2-B94F0709AFF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4F95D4F1-F64B-7A41-DBFD-EACB042A4944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C2E0D6DD-94B4-71AC-3C8B-CFEF2E2D6AE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516A046-D10C-3D89-E5B8-ED421BBDACB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8F3B932-AC9D-2FBC-FFFD-E3DB6015ACE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73EAC2BA-5D86-8397-95A0-59D49E86C231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75F0EFEE-32C4-F14A-D491-D999B1246CF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8F34AC28-DE35-B4BC-0F04-6C32F4B2A850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FBB0638-2D9B-DFB3-DBA5-0AD2151A7DE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D81B961F-B684-144D-B1C3-676CAE6B55E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C182B334-3C4D-ABCE-4FEF-6B6E924761E3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A1E0E8C2-50D0-AEE5-0524-69BAB361FC2C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95597ED-4A24-00D7-91D6-40EAE23B2CF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C31DC746-6E5E-9F8A-F383-875B2D0A9C74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1071DB13-C5D8-9477-6CA2-21D8DB2EE5B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B5DBD2B-BF04-CE60-D3CD-D6ECC3DA9C5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A595DAEF-F9D8-1F70-7F17-58EBCAEFD17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455F1E40-74E8-E705-A4E0-176DE2CF29F6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9C01DB9D-0EF5-DE75-1544-C5D77A1F28FD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506CA3EB-5888-705E-2B97-209E1D49517A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931AB0F2-C937-F3AE-194C-7310F14652D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19A62B86-A9A6-1D13-1B22-B0A5C07EBACD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12C9913B-B559-A618-69B4-ECF95F6A579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A1A4A85B-AA6C-C711-46C4-A99A6A4CA80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7776F5E-E222-7F7C-8022-FB3A7361516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23D938E4-1B81-FA9C-68E7-105624F2BA34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E7574170-38EA-C651-C10B-EBC608F463B3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710B1D8A-956B-ECC1-E6FC-F7A3DB3C2DE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B3DD2DDF-CDAC-B650-6251-10F7B44BAFD2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5AA80A2C-39B3-F281-509A-D383B8BD08F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D4902F30-9433-33DF-E35A-C4E94ACB10EC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55F5D0E-7DA9-435E-2C02-00774EDDE0D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75F863B9-65EE-901D-70C0-0671B5004E6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EF83022-7143-5C5C-69F2-B0B7E3A7BBF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023E56BB-CC3D-DD40-D008-9255A2EAB0AD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CB89BFF-B089-440E-9164-15F3D32A399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4969B5D6-7F97-3E08-BFCA-F88F52B88CB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D3FBA2A2-D347-A3C8-4E3A-218CA0F2BC8D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0344F92-E4EE-E2E8-A4EC-FE99EAB8438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46AA17AE-8868-0025-7572-6FDBF3DCDDE7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2CFE5859-D6AB-F7BD-4412-DA180AE22E87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47D9A08E-912A-2432-A612-97A3AA4AA947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89F64E95-6017-26C2-F27B-FE099F05940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B8396A40-7A4A-0169-3B9E-F01F7614D3DF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6CB5FBC0-43DA-FDAF-56BB-4A2241A99909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54964144-948D-BCED-C778-A1D0A5F4F6A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C579D9A7-B0DF-DAE6-A982-677ED382BAA4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1E7F907C-D8C2-A626-3E67-9A914DE9930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FA4B01D2-0EBD-B59F-8142-EFB0AE87C216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C7288CA3-F9BC-2C74-5E99-0F5D3DBE1202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77B422F5-32C0-6A95-E78C-7AAEF3672E0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95FFA4C3-54B1-5B23-4CD5-25DC176A17D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3CE1C367-8C53-5D02-C9ED-F6CECBAAA00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ADF3EEE3-0ABB-1EA2-ADD4-00400A5D730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F2B372AD-CC17-034D-50D4-41ECA640FE9F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C6AE82B3-B5C2-4340-D24D-108F420AF3BC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0DD0EEF-0A4E-96F7-4E70-BD0EAC3A26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20DBD03-9F57-F475-BB11-35DF7CAE8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9906FFA9-AE42-D3FE-73B0-1963E349B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60" y="3773325"/>
            <a:ext cx="7093810" cy="5231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r>
              <a:rPr lang="pt-BR" sz="4500" b="1" dirty="0">
                <a:latin typeface="Montserrat" panose="00000500000000000000" pitchFamily="2" charset="0"/>
              </a:rPr>
              <a:t>Hardware - </a:t>
            </a:r>
            <a:r>
              <a:rPr lang="pt-BR" sz="40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consiste na parte física composta por placas de vídeo, memórias, processadores, chips e todos os outros componentes que o usuário pode tocar.</a:t>
            </a:r>
            <a:endParaRPr lang="pt-BR" sz="4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4096" name="Imagem 4095">
            <a:extLst>
              <a:ext uri="{FF2B5EF4-FFF2-40B4-BE49-F238E27FC236}">
                <a16:creationId xmlns:a16="http://schemas.microsoft.com/office/drawing/2014/main" id="{195F0632-FBE8-B36C-1D79-495C3AF75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064" y="3376965"/>
            <a:ext cx="11988375" cy="677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9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588B6-F90F-8B18-E7CF-530B9285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D590C9A7-05AF-1DCB-BFDE-1FDB9B697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5BCAC9A-F9C1-462F-9AB1-5B7D770BD372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0EB9D829-EEF7-10FA-D5DC-4F00AC23DFB2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A1CD9B2C-4396-D46A-0D60-3016B1538B7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47485DA5-419B-DB94-C89D-852A7E132DF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2967A01D-5484-5663-57AB-C73F5314E60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B57B80F-A98D-832F-A94E-8F693B24500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FDE4ADA9-643D-3FE3-CAC6-22DEA0BDB1A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CD2F34A-1BB4-F042-B9B1-5D9AD079119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BD4EC9E4-B56F-918B-FEE6-D56AD8D1C0A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08D6DB06-13CD-1D89-3147-E5212BF6009D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549D0783-9A4D-F17B-D132-3B8BA8E08A3C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94BCF103-EB66-34CB-9B28-B80972F351A4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9ECE05F-7474-CBDA-183E-552B697FA93F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9B83288A-51E8-09D8-89D7-9E389E7BD040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043A71B2-DDF9-3199-179E-7F8C4ABE4245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9C938A6E-B5D9-3D35-3B12-F0186DBE245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76FB1FA5-86B1-5FB5-CEBC-3E56AB88A53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8326A16E-7DD0-2D30-6CF1-1A59E98BB2EB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BB99F9D1-E754-461A-712F-27A5781673E4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FCB838C1-0440-9027-6B2D-E5D92B769E64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84B54EA8-CE4D-6E3B-9038-7A6A1DB43CC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5EBC85A1-CB2F-B837-CE29-1FB5AEEC0047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0B9CC5A5-9BB4-9B50-1999-A32C74BFBBA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665A9153-48D7-13A3-2BF4-BA61FDDA6E1D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69146EB5-6A22-59FA-59C1-A3913A47CAFF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3054FE02-EDAD-AA6B-2361-DB8F538351E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EEB25BE1-F707-219C-C01A-69B6092B6A30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627FBBFE-4E60-3DF0-5C69-703201BE5012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9D4DD2D4-D453-1C18-0FA6-E1D89B2A7D70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BB759EB-C858-19B0-5ABB-B023AB391B8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3F9BEC68-FF3F-7294-ADF4-4B0F7D2259B0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7319F525-306A-7417-F7D9-1CC65C6AE114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99C73FC1-9CDA-3D9D-4249-84EF40A02D54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5FA0323B-F978-5058-FDDD-3A14F4D3F917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1520D5BB-AA98-742D-1FAF-581524564FF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4D0B816B-6768-6936-7F23-29A2E6DEFF6D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B08650F0-0694-905D-1835-EBA54E5CEB78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9DE4F34A-8FEB-FB29-F8D7-203DDFA5E096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8265F12-5A1F-0B40-FA7B-9A1CB36C12AF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5F4A59BE-B720-1630-2F0E-49A68597B9B6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2C66C96E-F794-4FE6-D38D-269CC5A81D93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5A136DD8-CACC-757E-8EEC-CA3ADD70A8D6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A96EEBC-8888-7FA4-FFA6-4C0AEA817B1F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A7A6BFE5-9855-C272-DDAD-BB85A18E68E1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4C2C3156-6BE9-170A-4094-DE741AA47031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C2520ABF-EB30-3870-9C08-F0B91088EFB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0C187E26-9EAB-CA88-F29B-172C7EEEEE74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15506E19-69F3-4EDB-432B-0186BA065CD2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20714B11-C1F1-60AA-3DAB-9222BC2BEDEC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21B7AAF9-CC81-48BA-636A-42962F11B1BC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2069544C-7A63-E88B-7801-F550E2174F58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3194FCF6-6AE8-4A5F-DB4F-8BCB31E026B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CE4E7A28-0612-F3E5-C3B4-6A4259A9A095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D97D9BE0-DA89-04D5-53E6-2A6CC35DD4BD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0BB9F49A-E5A8-713F-0BB0-D1AA2DCD7EE5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5533A58F-019B-36B8-7644-29DB09DCD5E0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37A3816D-7CB8-5997-DE0B-77C045FE48E9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B228F496-4C46-19E0-E02E-161AD868E93B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BA6B901C-B5BB-986E-5370-884E552F616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05F9070D-E863-ACEC-C01D-8B47C2C68D87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6A578AA8-0FC0-27EF-8F86-70572C68A92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FAF8442C-D132-9610-EDDC-7FD5CFB8F4BD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E48911EC-ED25-3F82-501E-17460CBD7DE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E347DDE5-FF75-D943-F72F-7FA22A000A2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91B6FA64-B548-A501-241C-201584BCB7B6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2363819F-6EB3-DBA0-7B34-8D29EA8006E7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D26C8884-9166-8BDB-3984-6C612A7B4007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AB97244C-46C3-C2F6-56EE-2BCC7F03B53E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C9BA66CC-D16C-2AC0-1009-339FAD3B7486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CD1C0C48-B2B5-98E6-1A39-1DF659667A33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486AC37D-74E5-0568-67DF-D84023416E01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C3E14FE2-AB31-C9EE-8110-DE05425B010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415BBB0-435F-2B72-A092-B7AE1E111D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E1DDAE68-258E-206A-C508-501E342AB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4C8743A9-D2D6-531A-C45C-8A950BDDD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044" y="3157721"/>
            <a:ext cx="16963534" cy="655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É a infraestrutura física que dá vida aos dispositivos eletrônicos, desde computadores e smartphones até dispositivos domésticos inteligentes.</a:t>
            </a:r>
          </a:p>
          <a:p>
            <a:pPr>
              <a:buNone/>
            </a:pPr>
            <a:endParaRPr lang="pt-BR" sz="40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A </a:t>
            </a: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função do hardware 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é tornar o equipamento utilizável e funcional. Ele é capaz de processar dados, realizar tarefas, executar comandos, rodar softwares etc. Logo, essas peças determinam a capacidade e forma de uso de um dispositivo. Embora dependa do software para operar, ele é uma parte igualmente fundamental.</a:t>
            </a:r>
          </a:p>
        </p:txBody>
      </p:sp>
    </p:spTree>
    <p:extLst>
      <p:ext uri="{BB962C8B-B14F-4D97-AF65-F5344CB8AC3E}">
        <p14:creationId xmlns:p14="http://schemas.microsoft.com/office/powerpoint/2010/main" val="1203888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584-647C-C4E9-65C6-6FDE5128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3">
            <a:extLst>
              <a:ext uri="{FF2B5EF4-FFF2-40B4-BE49-F238E27FC236}">
                <a16:creationId xmlns:a16="http://schemas.microsoft.com/office/drawing/2014/main" id="{97B80DFF-794D-7079-1918-109E59FB96DF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A1985655-C2D5-6910-E257-C6CEC482C53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6C62486-AA9C-2DC4-B6E5-E1D1AC66011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E93BEBCA-0937-3BFA-E057-48990FFF20E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64DF8DF3-522E-E2FD-FBD8-E62B4481B64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90324E2-A6F5-0A4C-5006-80163034581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06B01858-9453-26A8-6086-8193741E44D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AE1EBAE0-EFFB-B13F-C70B-257BE140C2A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9C439AF7-68A6-6D53-CBDF-4F25F1D4550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90FA7486-57EB-FE17-4405-D197A256B14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4C4E5424-6F86-F5F7-BB17-077553D0C0B1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075210A7-2F30-AEEB-8A3E-C30FAB6BB58A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1722FA69-1282-E77B-A535-406BCE21095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0DA65E95-D8AE-8A4F-53AB-46DDD843148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315C6CCE-FD23-9E90-F0CF-AD886D468C3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6CDEB126-6D8F-1D8B-DDBE-7C79A1FAC67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F880CAFB-6124-5443-6FF7-06BAF884766A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75108F82-7663-26D5-C4DC-BC2F443D40FE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8B942892-C4BA-97E3-ECBF-0DD44FB0FF95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D92C3256-8E2B-D7DE-BF9B-1281E7CB8633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3542049E-4245-B6A0-3ADA-873984F3750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2BE1E73A-8EC1-BF7C-4C0D-42820DB8DEB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0F26B58-DAE6-05A9-E64C-F5E8D2388F12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2A578657-0A26-F08E-E435-EAFBB1E141A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602290AC-8F3E-5054-8072-B63AEC5E9B9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FE8E5601-7587-2EEE-3D83-A9FE66C8F551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BF1B64C4-EE96-A59A-ABDE-C9A069878FE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F5737CDF-1204-91FB-DB4C-A27DC57D9977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92213C1F-E2F5-5DA3-074F-8236A263A70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181C7099-3CF8-D9BF-CBCB-E7DDFCB2AA8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8BA721A-A833-ECE5-7200-B4F6AACBA62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29AB8841-1EA9-15B3-30BF-E34AB398E061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873F5AF9-CAA3-0CE1-0BDF-CB8127E2B8C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B80E2459-AA9A-6453-2A76-D8321ECE69FA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F5FE1126-BE38-2941-1537-913CD2979C66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2502B4A3-6186-B61B-5F2B-7B5DD1E9A97F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0D0F3FA1-3AB1-50A5-7C13-5587A04F58C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1BDCD0F6-DA0E-AED5-8BD5-FFBBAF858BD7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9BED01BB-5A74-9447-7039-F36028AD3BCB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C8D53517-A2E6-36EA-B3D6-A1D8731B4DAE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C2BABCC1-9BE0-B5BF-093A-D291219A636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D645D430-9B24-570B-D78C-1B0F1F1E096E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0442AAF5-0EB8-E402-0517-8898061D490A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F8949F70-DB32-CF7A-44A3-1355ED17157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640B793F-89C4-0844-D5BB-2CCA80725F9F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A3AC7BC9-1B09-FCC7-D67D-6702869AAE5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1E4A48AC-5147-7D4B-9ADC-0788B59094C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FF5803A3-C86C-239C-1090-6B0011CB3E35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89A4B661-5D55-D85E-AF71-AEA6FD21342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C8A2E58-05FA-71C8-0DB4-6AEF1E0C326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7ABD70FC-5C17-C464-4554-68A08D8F6AE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E27A0E4-BE96-1CAE-620E-88B8E3F2DEBD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24DDD495-82AB-B2A2-A095-BAD93B634651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EB647CC-D2A2-1C06-368F-D20070007B65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E6FC43E3-AA40-1046-32E8-FAE087F5314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BD9A84B7-B13F-FA04-35E2-6AB3B548E102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EBF6C83B-640D-3EAB-6A40-8096CA76459B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80B6F283-39E0-53C6-8126-05E17EA57854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90A796C8-DB5A-9611-C3BC-F399F8A517FD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C1500B0A-5594-07E2-3E83-CA13D975257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493B6E6E-34CB-1486-63C8-E61DBCE103B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7BEA96BA-E519-8571-7FA5-55ED7B492AD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8F144966-2243-AE38-A0C3-B97EA8647C4A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6199A7E4-D8F1-1E8D-069D-2C0E0ED6EB3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B196117-E78F-00C3-A25B-C450B283D1C2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2E53C7F7-2CC1-F49A-4A50-02CADA66D52C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BFED446A-64BB-2AB6-5F0E-D8ED6F0E552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FD6CD87-B2A1-1C54-FF25-44A228673F2A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EE994DF3-0220-B0EA-1439-FA801A6B01E3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2554163C-4A89-5552-15CA-1572147FFE9C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0AF8ABA7-B1CE-4CA0-0389-D5725D9B4809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E9D72406-D49D-B201-EAB5-FD8CFF8BB19B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F540BC4B-3A74-9ADA-910D-B8F008537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5B1155A-EE09-D24F-43BD-3A70F03AE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FC4B9B68-38AF-7600-4C14-2CD8EC1E8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044" y="3157721"/>
            <a:ext cx="16963534" cy="593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Hardware interno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é aquele que está dentro da carcaça do aparelho, podendo ser uma peça fixa, colada a outros materiais, ou removível. Por exemplo, memória RAM, processador, disco rígido, etc. </a:t>
            </a:r>
          </a:p>
          <a:p>
            <a:pPr>
              <a:buNone/>
            </a:pPr>
            <a:endParaRPr lang="pt-BR" sz="40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Hardware externo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é uma peça acoplada ou conectada ao dispositivo para melhorar suas funcionalidades ou ter o funcionamento adequado. Ou seja, mouse, teclado, fones de ouvido etc. </a:t>
            </a:r>
          </a:p>
        </p:txBody>
      </p:sp>
      <p:sp>
        <p:nvSpPr>
          <p:cNvPr id="4097" name="Rectangle 1026">
            <a:extLst>
              <a:ext uri="{FF2B5EF4-FFF2-40B4-BE49-F238E27FC236}">
                <a16:creationId xmlns:a16="http://schemas.microsoft.com/office/drawing/2014/main" id="{5CF7510D-2DE5-CF7B-E466-738CCEDC3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1058812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interno e hardware externo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31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D8BB-E2B8-8A6A-DA92-4457DCDE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3">
            <a:extLst>
              <a:ext uri="{FF2B5EF4-FFF2-40B4-BE49-F238E27FC236}">
                <a16:creationId xmlns:a16="http://schemas.microsoft.com/office/drawing/2014/main" id="{08A07C9D-BECD-E1E9-54CF-35CEBBFCD4C2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B73B64BA-731C-F2A9-3F75-3967A54E885B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0F394BF7-B021-6A95-3806-5021543E5F5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D0A4E14F-4E50-B6F2-AF70-870E9482F9D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7D9D2548-05C0-0620-C795-33D5CB03423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A6A6372-55FA-222A-1B81-7529C0AF090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6057E92F-845A-EC87-44A6-BD6BCCFEF9F4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9732CC26-5869-C845-89C8-3FBFBB7E52E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C92800D-E9C6-9B70-0238-7D181400AFE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65A170D-87F1-B11C-26F9-CC6C9C67260B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563E1EB-24EC-793C-3816-57B3164A7DE0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31269B35-A9C0-0DE1-33A6-8F1AEB79F79A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E31F44AD-3D90-C0C5-BD84-DA509A9DEEF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37520F61-AE57-309B-A2A0-72FCD9258B94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5D7EB5D3-F78B-0F18-98A0-856D3BC30CD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320699C2-9E6B-A9B1-AE5B-CEBED8E8CDE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6F6D92BA-AA90-00D3-E3CB-9161C2F8C2CA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DD394A1-D182-E3E8-6FEA-2A1CBD0EEA6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8EFF2FB2-29A3-A5A4-7B3E-86B1A165479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651D620D-3F33-0FE7-B38B-BC64378F7EB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1F559023-FC9E-4DAB-E43C-DDA8BEFD0AE5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BA449D02-E24E-ABC4-8394-05BF3B85A8F7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0E14554E-F92D-3CE8-4CD4-9E734D03339D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FBA46814-D192-153D-626A-3A0F5F554B7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3E3050B6-83FF-1EEA-A7AF-EEB140EC9612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45E1F8D6-2A9C-2014-9910-37165520F5B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A6965F95-33DE-021A-A476-F1025B097AFC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F9D4255-ECC8-5D24-4291-94F46C309DB3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9628136D-4309-1ED1-3EE5-01794A9806E3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606737FC-832A-A291-C2FF-C52DBBE1BE5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416E0842-0515-2A9C-477E-9EDDF587BD9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51E367C8-757D-6279-E43D-A789C0E6153F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342007BE-9EE5-6DA4-ADB4-662B5EF39BEF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B386E004-71A0-8A6B-2855-FC5E576CF7CC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C3CE76D4-3B4E-A25C-D8D1-58BDEB53667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5D281633-43A9-FDA0-EB43-262E0572494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27A6CF70-EDC6-FD32-3AA0-9BEAB3294870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D69F078B-B487-ECE2-09FC-DE4EEE839DFD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78BC4B41-4014-A0AB-7587-A96E931271EC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65844699-859C-421C-4CB1-045210914800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D12B7CCA-D7D8-543D-745F-3DDBB6F3E05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F19CDE16-8120-1959-D370-73FDA83B2CD0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DE6DCB6-46A4-CDA9-30EE-A8A1526A3BE2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66D79397-B608-52E4-2027-1E2DE2E55309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D295F801-2D55-07E4-23C9-5192B8B798AE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80C08B37-9A45-F257-F5DE-1BC63CD85FA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FC9B0378-2F9F-E87E-F3AB-28857965267B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3C918B38-153B-9C4C-5DD8-F043046DED8D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42D1BD70-41E8-A1F0-38B3-23DED9A48A9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E686C517-E3BB-886C-C437-573E1533A1CD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2CF234C2-7F56-60B2-503A-011303FCD8CA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78589F10-7C69-F441-DF79-1BD1C9B76C3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7D1B0932-1C9A-F5AF-334B-FB3C65B37CB7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E88F4F0B-D66E-EC56-DB51-02EB70C69CBF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7494B362-2BE7-51D6-B935-03A6AE31F3AD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263B5A66-2FDD-CE5B-B364-7C5ADF488416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CB4230A9-71BE-8811-1F48-A8C7087B45BE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9525EC2A-9CA4-2BEB-DB47-6FAB954F66F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A63DD29C-C465-A5E4-81BD-09203B10B92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D7513C48-8AE3-43CC-5E08-5222EC9129A0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3117A624-90BE-5637-940C-30F3D242D4E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B3DA592-15B7-C7B3-2338-1F0E7E76D3B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AD9958A3-41AD-4F07-5444-64EFE9B0C86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499C1FBE-3797-8F4C-82EB-775D1CF722A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3E95EDFC-1698-0CD0-51C7-CB2B8CA83139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59AB6E1F-259A-2CD3-2AF2-637041B83866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8BF1FDC6-3FC7-69BA-3159-52F07BCA8214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3EA4599B-5142-27F1-EFD9-BC40CD788A6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2841916D-58C5-5279-7E30-1D303478F0D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219AF0A2-B313-A534-1A1A-D07A766D82DC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8A8C6240-9F2D-229F-F807-84C6A4072E3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76E159E9-AA4A-49CC-4FEF-EB2A3ACA40FA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CB889ADA-8413-4ED8-77C9-907229EA6E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1BD3417-A040-7A14-129D-179FDBF94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F6A1217B-ACE3-5367-F13E-000EC0B41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578" y="3457623"/>
            <a:ext cx="16963534" cy="532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hardware de armazenamento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tem uma função muito específica: reter informações e dados acessados, utilizados e/ou salvos pelo usuário. </a:t>
            </a:r>
          </a:p>
          <a:p>
            <a:pPr>
              <a:buNone/>
            </a:pPr>
            <a:endParaRPr lang="pt-BR" sz="40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hardware de processamento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está a cargo das conexões internas e externas entre os hardwares e demais peças do aparelho. Isso sem falar no gerenciamento de dados e na execução dos comandos.</a:t>
            </a:r>
          </a:p>
        </p:txBody>
      </p:sp>
      <p:sp>
        <p:nvSpPr>
          <p:cNvPr id="4097" name="Rectangle 1026">
            <a:extLst>
              <a:ext uri="{FF2B5EF4-FFF2-40B4-BE49-F238E27FC236}">
                <a16:creationId xmlns:a16="http://schemas.microsoft.com/office/drawing/2014/main" id="{08128CC5-3E87-3D88-D581-C9A9C9061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045696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de hardware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00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9C935-D984-AB1A-BCCF-938FAF0D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3">
            <a:extLst>
              <a:ext uri="{FF2B5EF4-FFF2-40B4-BE49-F238E27FC236}">
                <a16:creationId xmlns:a16="http://schemas.microsoft.com/office/drawing/2014/main" id="{E704647D-E704-721D-7F6A-6407A19E1E7A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D18F70F0-A4F3-A44F-9B49-39E8D377A500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E6519D3-92BA-4E1D-790F-8DE3A60E5572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C3722A0C-2639-3626-AFFD-BF140F36987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5D2DDA21-5D4C-0AD7-34B9-FA63BDF67EE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CD9EC2B-79DF-3F94-1579-3B5220DA869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A6A98D37-91B5-2A7A-6E4A-0C1D8033B597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310F482-CE82-A37B-840D-201BE07A6AB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60D8F24B-B1AB-0340-8E00-97ABEC0CFDA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D3E13E7C-25D3-FC96-77D8-F3038D0A92B1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A8D7A1DD-F776-8C85-5231-4BB757AB45B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9ACF1131-49D3-C92D-FB75-DAB9FF06ED93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F7985F7C-C4BC-4CD7-545A-113E9A76248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D22A5F9B-2BA5-BDE9-BC9E-2C99349D32E5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39FEE43A-24D7-A3BB-1DA6-230A5602DF8D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D4A4ADB6-3CF5-7D0F-8A1C-63ACF2E5BFE0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41E71483-56C7-0434-D1B1-AFF56EBCD3C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47B1DD33-8F17-79A4-A2C3-CCA8FF34032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7370379D-CCCE-E247-D6A0-56695939AFBA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11BCBD84-D3F6-13EE-9D46-0E81D9BF46C6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7BF0DE47-6B3E-D5D0-3ED5-BF5B81DAAD50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42C4B0EC-D9AE-7932-CB37-190BCAEAEF3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6A8CE493-E0E7-4499-5CA4-34AFC1892060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CB6106C4-0FE2-6B84-503B-A7BDD450C590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A3B35666-95E9-D303-DA5F-AE49708D4633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C653B9C5-7500-F4EB-823F-CD15D02DBDAF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98A2417E-C52F-71C1-A0E5-C12400CB5687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ED504FB-2739-32BB-6209-818C6B22E9BE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4023011F-9967-41CB-B6C1-392FF1F878F5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3380523E-1C6E-5F6D-1B4F-B23D3BEC0E0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8FBB5B7F-7D90-F0AB-645D-44A7C86DCED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B5F9C283-5DAF-936A-1341-259B3BB7F44A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10409B96-1C43-49CE-6D16-8580ACB60B1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6EC18E56-6BDC-A641-9C10-1F67FDCAD877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3F114B3E-DBB5-BBE8-EF06-9BF8D39ABAA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07280DD7-12A7-B8D9-AA1E-48CD92107ED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BD6CC4D4-2BCC-618A-3E52-605C2FDA372C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0A72E91E-AF71-F547-21E2-0096BAB515E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FAD471AF-595B-4720-0912-E48A9DDCD2FB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2B91C9A3-3657-5DCC-E68F-6DB626E6AA1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C8713A9F-B84E-1A78-F241-B10E05B320FF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A6F31AA7-61FA-FB93-80DA-6D49AE164A3C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51727762-B21C-C63A-DFB4-28A64E8DA8E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6572D020-7C65-B49D-ABF3-66610E4BD88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4B033151-E3E9-9917-4FF3-B5B85A08BD2C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4EAA90E7-2644-682C-CF5D-B5FCE191EE98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BA082EAC-543F-662E-BC3E-3687E10746E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39E2CA70-74C9-F312-FF7D-88D09B6ECEF2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2B897687-12A9-D270-6F6F-E13A867874ED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F2D2B663-DBF6-A1CE-1760-933085750D5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F0CA3564-E117-69DF-EC29-02D2E9ADC7A9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527465B-D82F-E2B1-1EF0-0CC0B07ED7C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0927DFFA-66BE-CF3E-180D-77028E785376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6FB75E31-6BDE-76C7-31E0-57EE9143FD7C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8BE75DC2-AA1B-F99A-A69D-7095937B2B3B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4B4C0ADF-1C88-B9F2-3659-230DB5E14337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7443FDE1-F06F-CB4E-47E2-24292A41E791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F9E36E01-DDF4-B191-258B-8C4F197091C6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EC519987-8462-9A22-9086-2B34890D7AA6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50BB18EF-7FEF-81F3-A88E-2DBE58C94923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BA4EAEBB-D099-78DF-B1CF-FFEAA96D7CD6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C4DD760B-8CB9-5420-C634-5E97207DA808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7A671A97-7EFB-05DE-86E4-83411BB7D324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68451266-BA95-24E0-0C08-D093D7502DE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C15D61E8-D637-4E1F-499A-1964D460659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24C3AD50-2039-D78A-D3E0-E795487537CE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54D4030-28FF-D50A-092B-8B50871D7089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B957D200-CFAF-2590-E173-8BCB5C73EFA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62891576-E24F-44D3-0C8C-88B7FA50930A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5F89D95F-C11B-0934-D2DD-3B2B7BD01C54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A68B4687-E9FC-FDF3-53A1-062123963425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33AF737A-3024-9009-0FDF-3EA007656FC3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DB6FB32D-C14C-1AA8-C7D1-F320F68B3D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E6311C2-C822-F56B-58D9-1AF75B35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42F01B4-B355-C5B7-CDFB-BB411D29E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650" y="3666505"/>
            <a:ext cx="16078272" cy="470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hardware de entrada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é a peça utilizada com o propósito de colocar o equipamento em atividade e desempenhar funções internas. </a:t>
            </a:r>
          </a:p>
          <a:p>
            <a:pPr>
              <a:buNone/>
            </a:pPr>
            <a:endParaRPr lang="pt-BR" sz="40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Assim, permite que o dispositivo seja operado por um ou mais usuários a partir de dados e comandos, </a:t>
            </a:r>
            <a:r>
              <a:rPr lang="pt-BR" sz="4000" dirty="0" err="1">
                <a:solidFill>
                  <a:srgbClr val="000000"/>
                </a:solidFill>
                <a:latin typeface="Montserrat" panose="00000500000000000000" pitchFamily="2" charset="0"/>
              </a:rPr>
              <a:t>ex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: teclado, mouse, microfone, webcam etc.</a:t>
            </a:r>
          </a:p>
        </p:txBody>
      </p:sp>
      <p:sp>
        <p:nvSpPr>
          <p:cNvPr id="4097" name="Rectangle 1026">
            <a:extLst>
              <a:ext uri="{FF2B5EF4-FFF2-40B4-BE49-F238E27FC236}">
                <a16:creationId xmlns:a16="http://schemas.microsoft.com/office/drawing/2014/main" id="{931658C2-70B0-1CD6-1C79-71DB1414C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045696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de hardware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36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9D8D-8058-3BA2-41B3-BFF8D4B3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3">
            <a:extLst>
              <a:ext uri="{FF2B5EF4-FFF2-40B4-BE49-F238E27FC236}">
                <a16:creationId xmlns:a16="http://schemas.microsoft.com/office/drawing/2014/main" id="{72DDC7D7-B055-644C-28CF-B8A3CBB6A5FD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92A77613-4EE5-B1B2-D53A-F5BF3ED05F6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CE54F162-7B1D-E140-5ACC-C5FAB5680ED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CC7216D2-67D1-BBB7-C9B2-78A8E11E11A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DD322011-B172-AE4D-35EB-770CAD50121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2C11FE8-BD28-66EF-4D6F-E25650EADBB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642792EC-F011-020C-6CEF-1614BA86B98C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ACB90F5-DB41-26B1-C114-8352D756EF2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ECF7280-A4E0-6A97-15F3-2E56E434082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1B86FA0-A802-FD45-641A-B17409094ED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244845E5-6DFD-337E-910A-1DDF703E947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3980A270-F041-B451-8598-717393E6E3A5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A43253A6-2D76-F38D-0AC5-E607400C649D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06CAC688-7987-4D29-E8E1-59F9EAA2D27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379351E7-1EEE-369D-C5EE-2288BC6F0AAF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F756157E-DA60-1B30-4509-22D911C81977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A3719BB6-8649-C72D-232B-8E3755B86B90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3B8CF29D-42FE-0C90-02B4-7A6EEC2E0881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EB996F02-FE6F-9AC2-0E55-F9898B55D66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0765C6B-C115-9890-9C83-0EEE360C513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B3DF687A-BFBF-617D-98FF-BAB6CB8016CC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596DDAE8-18EA-47F7-6287-2927A8E2747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A8E73C76-94FF-2CBC-946C-D86EFE17BD2E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5DEEA38F-6FB1-FDB7-C874-9A895EE58844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72954FF0-97F9-9325-4BE3-74F3EAC3D092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35C6FB81-DE6D-2BD1-822C-341D48C10D4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A3CA8783-A092-2DBF-C596-04025CFB8F67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D55B0253-4F4E-37D5-9CB8-E4F433145334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12AC4E63-035C-50F2-4CD6-35128D764ED9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5CCD6A6E-8AFD-FE2C-D22F-9853D40C829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CE69C9B1-B3B2-B1B8-DAD6-E85B6E6ECA32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DA2A0C9F-04EE-5131-E376-4010820A69B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E662C10C-A8F3-0FD8-95B3-EE2FDF1DDC5D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E8F66B81-CC12-C771-8BA3-43D5B968BDB9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C73AE3F8-7493-7B19-747B-C55183B55603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FD074E4A-F0D3-0E7D-C44A-2FE01E162848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6CC24EEB-8D8A-C9F3-5ECE-2362BF2181CF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A93363FA-78A3-2D60-54FA-4AD863936562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0F440D9F-9259-BDB4-034A-A57FB429C7A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ECF06CC1-70EC-CA20-5C9A-2814DD7D1760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1CD5AB00-CBD6-724C-B3BB-432F95A2C65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5D6CE38E-06FB-2FF5-ED06-38D15C1C463A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999996FC-8BFE-6A51-D61B-A0A997A1FA8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397DC5ED-0329-07CF-111C-C120571FC6FA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5ECBA378-E008-D9FC-46D2-1E4F0CE53D27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CA6385D5-2E34-16DB-03E4-39F7AF1F9650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7BA89356-9904-99D5-6A4E-080EAFA81B2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F20467ED-EC1F-C178-4E91-47E9C7680D3E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D080ADD6-B73A-42A4-2E4B-C9C022FE21B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FE8C6B82-A327-95EE-1BDC-DAF685C398D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F40062E5-A5C9-E3BD-B08E-C978B28BAAD4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C1443748-02BA-D0F5-29ED-13B303FDB40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92D23CB-F486-EE46-31C3-C76716DCB63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FB13C6E1-ACC8-B6FD-9D46-7E45DFD76383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1044EB37-82BD-C31B-E936-A858A6B5A275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E06E516F-70D8-3C90-A52F-E1F5D4A83C7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2AEA634D-85A9-177F-A0B0-A589FE7B0605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6099E4E6-4F1E-7616-960D-33B9C2C3C5D6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6F2F947D-CF5F-3749-926F-901DBAD3DCC7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DBB5EF22-A8AA-E40E-CCB7-35376D11FC87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1FE8E653-DA38-288E-A777-519A129FBB53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40632DA8-A985-FBF3-8BA9-C05953684557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2579B528-970D-3CF0-CAF4-C6CF7EC03ED8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1474DF29-1D0E-4A07-80E9-AA080CC9B0D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172CEA8B-91C7-4DDD-9AF3-ECA8CD36ACC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505AA4F0-7582-4E45-5B06-AFA984736C6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0A3959BF-F633-AE7D-6FC6-B5FF5C0F79B4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2509CACD-5D84-EEB8-C945-6422169B8A8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B5AC0ED8-5318-5A75-1FAC-65C39C44EA7B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C5E40B15-A83B-8F5B-2FDF-9CE07830F675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465ED832-09F0-8DB0-1597-2DD53B5D45A1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08660E09-059F-3459-94F5-FCBD86B58AF3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D97FA0D-619D-5A35-81A5-E223D3497F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C9D27CC-39F9-381B-C846-7AE382481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EDF75CFB-0DBD-8F42-DC21-DA12EE2A3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650" y="3666505"/>
            <a:ext cx="15316200" cy="470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hardware de saída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coleta dados e comandos executados, pelo usuário para a realização de uma tarefa, </a:t>
            </a:r>
            <a:r>
              <a:rPr lang="pt-BR" sz="4000" dirty="0" err="1">
                <a:solidFill>
                  <a:srgbClr val="000000"/>
                </a:solidFill>
                <a:latin typeface="Montserrat" panose="00000500000000000000" pitchFamily="2" charset="0"/>
              </a:rPr>
              <a:t>ex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: placa de vídeo, monitor, projetores, caixas de som, etc.</a:t>
            </a:r>
          </a:p>
          <a:p>
            <a:pPr>
              <a:buNone/>
            </a:pPr>
            <a:endParaRPr lang="pt-BR" sz="40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000000"/>
                </a:solidFill>
                <a:latin typeface="Montserrat" panose="00000500000000000000" pitchFamily="2" charset="0"/>
              </a:rPr>
              <a:t>hardware de entrada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e saída é aquele que, simultaneamente, desempenha as duas funções, impressora multifuncional, </a:t>
            </a:r>
            <a:r>
              <a:rPr lang="pt-BR" sz="4000" dirty="0" err="1">
                <a:solidFill>
                  <a:srgbClr val="000000"/>
                </a:solidFill>
                <a:latin typeface="Montserrat" panose="00000500000000000000" pitchFamily="2" charset="0"/>
              </a:rPr>
              <a:t>touch-screen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 etc. </a:t>
            </a:r>
          </a:p>
        </p:txBody>
      </p:sp>
      <p:sp>
        <p:nvSpPr>
          <p:cNvPr id="4097" name="Rectangle 1026">
            <a:extLst>
              <a:ext uri="{FF2B5EF4-FFF2-40B4-BE49-F238E27FC236}">
                <a16:creationId xmlns:a16="http://schemas.microsoft.com/office/drawing/2014/main" id="{F01F25E3-BB67-7718-BE85-E3CC56DED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045696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de hardware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382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1D14D-91C3-6F73-F80E-AE66BC21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elementos do hardware">
            <a:extLst>
              <a:ext uri="{FF2B5EF4-FFF2-40B4-BE49-F238E27FC236}">
                <a16:creationId xmlns:a16="http://schemas.microsoft.com/office/drawing/2014/main" id="{020ADFDF-F8FE-62BA-6365-8FCB44FF3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283" y="1071611"/>
            <a:ext cx="14044365" cy="936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1027">
            <a:extLst>
              <a:ext uri="{FF2B5EF4-FFF2-40B4-BE49-F238E27FC236}">
                <a16:creationId xmlns:a16="http://schemas.microsoft.com/office/drawing/2014/main" id="{4EC82272-AE8B-1DC2-E825-4464530EA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D26E0E5B-F5FA-3739-E596-52566CD03087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4BFC20E-1A43-496C-2463-289685B854E1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C7987CEE-BE09-1CC4-F983-50AB9FC464A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B7056A49-FAE0-46AC-2C3B-EA96F3EBE37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3E5678F2-EA8E-CF5F-4515-E2568874D8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15EB835-1DC2-1C08-1D19-358B8765C40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449C8BDB-5E5A-8B18-73CD-D2336E8F38BB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E66720B-F693-AF97-31E4-4E667280D13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672CC45-E3C8-A518-D3D8-91B971B7BA8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D1CF9FD4-D2B5-41B8-49DA-6330CC9D656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CACA014F-799E-F28E-7015-24A2783A172F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D748579-33B3-8DB3-D564-A1BD6BFFC48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AB6BE0F8-115B-4777-CDA5-4023730E15C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2221B54B-7716-BD72-29D1-98D8E95A92A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E881B4CA-D80D-C81B-F90D-56D2E9346B7F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94F5B13-7321-5389-ADA1-A3ADCD099A91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65C4CFCA-7079-6AB9-C0F0-2F6766AF29AC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AD321359-F8DB-B06A-DD53-135B45BACE7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64B9F7AF-A9BF-E34C-4589-B1D1D9F7192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655344F7-D73D-8EBE-D9B3-0A046BA926B8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CBCF1B53-D5B0-6B80-CF79-200ECB13101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CC772A5A-0842-EF11-6111-21F2D76E6256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194EB236-D7D6-EC1B-61C6-873D664F33A6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80CD375F-B728-B9D5-ED9A-9724482F3F7D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340EC59B-A1C6-46E5-95C5-FE8872D7577C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CCDBA566-13F9-CA68-9DFC-9F00F1C6F99D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78A131B8-3C9B-E9DF-CA1A-F51980A93943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0844F5F3-78E8-CA54-75FD-76187CD8D322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C5F818A2-BA8A-1951-C1EA-472D16F1EA16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75A0B13A-FE5A-E66C-F8D0-05ACAB187C7D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67627457-D606-1EDD-BF9B-6A738F7E2F26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9C126281-9922-65A9-6EF3-9153851E764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4E0FF74A-2C29-D771-442F-F088FC7116C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3FFF4E48-4709-2BA6-86B3-199217DD911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09A09667-EA25-1716-7AFC-1F1DD62791F1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8058C613-F952-5549-7198-E7270E21000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5FF170F4-AB02-DFA4-EB52-E67D5880A6F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942FF1A8-BC5D-944F-E783-C83729ACCEBC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31B4262-8409-6B04-30D3-F2484215792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52474491-78B0-2C33-AC6A-A0977D0D02EB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D3024204-2FBE-8146-D2C1-97F7F48F2790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7C0BB442-B9B6-2ECC-94C3-FDBD7E974DAB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52B9F0E1-746F-C4F6-8DD8-83A0E23819AF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47871861-183E-AF1B-3009-8078A57A2BB3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6430C1A6-47E5-0396-0F0E-641AB4C1AE56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8861EBE8-9A9B-53E7-6AD8-81C485393A85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B0192215-4F55-1C8E-43DD-949F27B2E71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9713775D-EA3F-0639-E789-A763C244D503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0119C2B6-DB8D-D193-0BE5-2F04DDFADED4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660D6885-2891-D509-A91F-C7D311BD7E3A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142069E8-5DA2-9776-5A2F-ABF480A3104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5D04FB8-D90A-3B4A-5F7F-66092FD28B7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B5FE1AE-D1A3-988F-5D69-2F6392231CA9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8E6A46B0-A326-0B5B-601E-BBD71FB381CB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A32093F-A3D5-3B28-305F-949B942A28A0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C3D5F242-7C42-ECE9-82E7-8F8431C05D4C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9C141C6A-80C1-A409-B2E6-E91B7E27DAE2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9AB93728-CAFF-1933-6B25-99A2583F4805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4B3B527F-B5D9-0A12-DAF9-6017F15E6F40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1C1E0BB5-48B3-2ACD-5CD4-E3741917431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884A0172-FDCE-5B5A-B369-92328D83943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D1035A8A-5A40-AF9A-D299-C6D71DA2DE2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CA9D1F84-AF45-7E1E-47B4-5AB2DB80A6AD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A711EF77-D006-6AE0-415A-5A2F4EEFC1FD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BA65D410-8806-BF12-E63F-ECF1AED0581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300A31F2-28C8-AAF6-3E27-86B537ED40D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9998B677-063C-9BB6-8867-DB690CF3E03C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A05BE23C-46D1-C654-061F-F2373322A24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7D241239-E827-2BEC-F1D6-A7458B3B7CC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53DBC3C1-5C58-D5A3-3A81-62108FF08F49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7BA558A5-219D-027F-15D8-28A565B67DD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39CF7A84-439A-4CD0-B376-0002A9F10111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48C5B67C-98F9-4956-D9DA-11A86D4CC7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521D664F-3BD4-15B3-CB83-A43A9CF05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878088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7733-568B-B709-8BCA-D56F4113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44BCD7B7-9F00-D4AB-7028-A56E84009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172521CC-1872-1A79-AA98-9EBC52576F4A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B193C6E-D90D-3A64-BBD5-6950328AB69A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F5AC6B11-6C21-C19F-A7D0-6AC790D53F1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4D1D2A37-2BE6-90DA-8CCB-BCED5C40337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70B20863-35C9-D8F4-128D-8A828E19A78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ECC0BBA-4015-F225-D8CB-D8FB7C95180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E5D14C5C-3BA1-19BB-A7A9-971A7EFF6D55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6E1C65D-39E4-427C-43E5-7C3F739EB9A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76F8120-AA45-CDE7-83A0-BFE17344458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1D8F8933-B503-EA8F-E5BD-FFB1A5807EA0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5CA49A31-AA98-C68F-1538-8B63EDE08298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B596B4F4-E9CE-8902-A4C7-3958F97AB82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1C6E3D7C-321E-4EC4-0BB9-9E349F82D20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2CCEFCA2-5E39-E817-A48A-7674143A841B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DB836EA6-D005-C088-D281-08B669C795A3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43533F1B-CA24-0701-A301-2F228267067C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4F658FF8-50B8-90AC-8321-6CB973AECBD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80ED15C-7372-A277-7910-56C502611281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E77F008-ACE7-9673-80D2-197D65F6732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068DE0AA-F706-5F56-5E3B-47563E663432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AC64B237-921C-79D9-44D6-56E649CD94B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3CE85AAE-5F27-103E-0128-760CAA71D11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D6BF62D8-D115-E33B-F4D7-44DBB5BC4EFA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89C89706-7E11-385F-F034-B72230C4DBAE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9C5EA5F3-ECD1-BDB0-FEF0-A75992E4B4D5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4D223058-A574-6FC1-C8C6-096788B4156D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2DA3956B-B3EB-8488-E8FC-06E0DA22EA92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2E13D89-E09D-FE86-F5AD-1E9A9C0C056D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862597FF-EAF8-D81B-BBE8-D5A13C920D60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51B94D99-D750-55E8-D915-B21696BACC7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F3A57478-BD72-66DB-C31C-768CE258BBC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ED57B663-1750-E159-9E07-F02AA39D27CF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793AFF2A-C5CA-0E42-586A-680048C2A01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9A88A457-301C-85A1-E168-58B0369F7AA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86E4F0C1-3B57-3A53-517D-1237C9DFBF83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EA889675-FCEC-239B-B9B3-8AA5C72E2753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2A407EF4-4C26-3729-B959-97B1CD95EAE0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2F73EDC6-C8F8-4C85-C45C-B2A74904F444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2F77591C-A4A6-420E-A3D1-F867ED00ED0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12F37C36-DBFE-AA6F-3E5D-2EB967C858BA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15B9EB50-C055-475F-9A19-A6235D26371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FD3F924B-29C1-920C-D8A9-DCA272D51314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EE46C75C-FBC3-01B0-DABB-378B3BED9B0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B3283A3A-3D0E-49BA-EA44-801DE342A4F3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8C3A349F-0620-10A8-9095-604AB660726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44483E1D-27FB-54CE-EFFB-23B2006C33E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40FAB862-0ED7-E917-FD47-4C23C30BF31E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E2624338-7FAF-1EEA-D199-9E9CEDA3CCCE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278E6CA8-47A8-F9FF-7175-05DA0CD413CC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9A84EFCB-A846-CD79-4843-C06B799C7FBD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F53691F1-D844-CF37-92FB-C1F3D1C4A6D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1E3BF5D4-2712-4B8F-1C6F-9D999200D163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7E672CF9-FD0B-ED4A-0F43-CF7A869CB6F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0A69F9CE-CABB-C438-450D-79336F8792F3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D608AFBF-95AA-C4F9-A449-B3D871FFD606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68EE2681-4EE2-C46C-DBDC-4408EB76814C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57268992-AD52-0CE2-807D-E8FCCC864CD5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7A7EB047-4B00-7062-F6C9-D270293941E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99F84F8-119F-9F05-536C-5A83647CA2FD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1C0F4921-BE72-E848-584B-84105B528334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E0F926C-765D-E263-0803-DD5DC36649E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2EAF693-A6EB-7131-D8BD-4B28D10F50D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147BF29C-CED8-D38A-320B-86AE01560B85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FC17CEB3-AB25-05E9-2622-3490A8273DB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D4ACE98E-55BC-C93F-9470-3A47AEDD5CDD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7B12F04D-3198-8E62-7A1B-C10F19015F34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D390B5E0-4922-CE5A-30FE-8B5CD038195C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FEB8228E-0F0C-CB4B-7CE3-A5B80EF62B52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F88C05FB-48AB-C292-F6EF-318B443F2BD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A89BBCD7-BD7A-B1CE-1C6D-4C916F0A8AF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8CF853ED-0AF0-95BE-38F2-AF52E0B6E86F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69F523B5-0C83-6BDA-4CC4-92903C99A0CF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41B7D35C-A51B-ABBD-8A3B-78689A7C77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EBF805EC-BB87-044B-0BB4-DBE45E90E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A7FF4000-0D6F-194B-3747-E68A415FA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510" y="2851305"/>
            <a:ext cx="17957443" cy="703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pt-BR" sz="4000" b="1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Dispositivos de entrada</a:t>
            </a:r>
            <a:r>
              <a:rPr lang="pt-BR" sz="4000" b="0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: são os componentes que o usuário conecta, como teclado e mouse.</a:t>
            </a:r>
          </a:p>
          <a:p>
            <a:pPr algn="l"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pt-BR" sz="4000" b="1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Dispositivos de saída</a:t>
            </a:r>
            <a:r>
              <a:rPr lang="pt-BR" sz="4000" b="0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: são os componentes que traduzem os dados recebidos para uma linguagem acessível ao usuário, como o monitor e as caixas de som.</a:t>
            </a:r>
          </a:p>
          <a:p>
            <a:pPr algn="l"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pt-BR" sz="4000" b="1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Componentes internos</a:t>
            </a:r>
            <a:r>
              <a:rPr lang="pt-BR" sz="4000" b="0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: são as peças que se conectam entre si para que o computador funcione.</a:t>
            </a:r>
          </a:p>
          <a:p>
            <a:pPr algn="l"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pt-BR" sz="4000" b="1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Dispositivos de armazenamento secundário</a:t>
            </a:r>
            <a:r>
              <a:rPr lang="pt-BR" sz="4000" b="0" i="0" dirty="0">
                <a:solidFill>
                  <a:srgbClr val="404040"/>
                </a:solidFill>
                <a:effectLst/>
                <a:latin typeface="Montserrat" panose="00000500000000000000" pitchFamily="2" charset="0"/>
              </a:rPr>
              <a:t>: são os componentes responsáveis por armazenar os dados de forma permanente no computador.</a:t>
            </a:r>
          </a:p>
        </p:txBody>
      </p:sp>
    </p:spTree>
    <p:extLst>
      <p:ext uri="{BB962C8B-B14F-4D97-AF65-F5344CB8AC3E}">
        <p14:creationId xmlns:p14="http://schemas.microsoft.com/office/powerpoint/2010/main" val="3813016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DA5B-4BDE-ED7A-C722-5C063EA2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6EA00ABA-FA98-79D3-9CA8-2E9DABA07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D3389BCA-0A54-181D-4EE4-5BBED0EA2E34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AE9D4E63-6DF8-C5D0-EC90-524745B91584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01C4C2BD-181B-5A96-B55A-20599F84606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B5C9CC9A-1C6F-6F97-B507-63CFADDAF10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D12D20F2-1FD5-9E0C-AAA0-AFE57BE6BF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CF8414C-D1CC-D7FD-10A9-8E0909BFD92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15D6A330-B3CF-B233-F709-D947C0DB2AE4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EF5379D8-155B-3B37-CD7E-8B0D17989D0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1E8B8A2-D282-F4D1-2F63-8F5132D7C7C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8452D528-A3BA-172B-9932-EDFB9C76DCA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B1AEDD3-A9F9-F534-CA83-F304CEAA826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DE92D34B-41A8-2D8B-5639-5BC5758295A9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F6D552CA-73B1-E07D-0B8E-0BF9040746EB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7FD35C94-E150-319D-A2D3-47F08D6CBC82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324F712F-4C86-C857-DB54-0FF0FD9237A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1DFBF4A8-62F5-2E3D-302C-C444D08CC61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EE1DFBD9-8CFB-F6D8-12D5-47CDDFA2C1D1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89609122-6598-B132-9AB7-3C8DD2506A8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CB408F1F-E605-CB6F-1B82-92FBEA424767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4A8E7037-5775-07F1-728E-234F2568A76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06D7E1C4-FF26-57CE-DDFA-5F44D80D6811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FAB2AE5B-D0FE-11F6-2172-D91525B7D037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9B53CB99-9EAA-1C84-2E85-0226624BDA4E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B662F30F-D9A5-0220-04C2-300CE284884A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4F15B5C9-2695-1F4D-D289-23810CD3F6B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89D807DC-9EB1-28F5-2919-57BCDDDEFF12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109C0854-F13F-442C-AFC5-6AB301B84154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628AE3D5-5989-4DEF-8881-6A5DB64A484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B88FBB50-D781-7DC6-BBFC-23F246B8E9A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BDD4B258-B1EF-A525-E35A-A4583EF374A5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6FC68FA6-9E5A-CC10-0FBE-F096919D4CF7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A704C734-6DDA-D0BE-8E97-9A00B5866E44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C2CA14DE-040D-2A0A-25E3-A1BDD6536E71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DDF4F323-8731-E8D4-D92D-362615220B59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4F6AEFB7-669C-6503-7BA3-9F77BEB3B7CA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843A8A49-EB11-3E58-293F-76E661DB73E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5809EB40-D727-8B06-B1E6-16360C61F88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F49361A3-B9E6-02FA-3EA6-254A0E6748F1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C0E6F024-37B2-E11E-EB23-8B87CDE3A232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3594CE3D-B025-63FC-F80D-05E1884C61C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F73B22D-9EE5-0606-E5C8-596E14427D7A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D04C3D1B-AAA0-51DE-475A-716D3143ABD9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54B05841-B8B4-F96E-A73E-04B5904E9A83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B038D67C-DE5B-69DB-3927-9C9CDEBC7230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DD54B4DD-F4F2-04FF-6D39-2240D574D3B8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EEC38816-F4B6-2CB4-0ED1-30006964122C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F655AE90-D810-1D03-A81A-C3A2487D0605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89F63DF1-3801-2880-A38D-D6B86B2895B0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B3A1174F-B0CD-33B9-01F0-654F65BBA47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0CA601A-2C7F-F673-F9E0-6CBB895E890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42F906D5-D7BF-34EC-6F4F-F425BAC6F58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1E87CBE-F407-3D01-08D1-436D2C7972E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79EEB49-9116-A517-2274-8DFC249EF3E2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33724B88-32C9-C3EB-A0BB-498405B35C15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B2A56A6-4AEB-F1F5-12A0-A4D334AEE9FD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F32903BB-92AF-C1EA-829D-322B85B8E8D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1B783EA4-97A8-C380-BEF8-E5052BB2B341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D669B5BE-9A8B-73FF-45C3-AC9B3C0ABC2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78C4B25-02F0-6D9A-044F-ACB2E84B0ABD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B703CDAD-0737-AEB2-F139-FE17F5723749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D6DC2CF9-5CF0-AB89-8C5D-20FD991EBE1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B72E1DF-5B0E-2D4F-6BF1-DC3B6182F100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76186A74-7261-3991-1996-D7DC3B97DADB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7A7A9B4F-53A6-5351-B022-9ABCA4759113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443D2C0D-041F-B473-B82D-C581764E592F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9E260B73-EF19-4369-057C-3C3AF57E81D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F6F12F9-63C9-0217-06D1-4B29699AE635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D16DB30F-B977-7F48-D369-25B84D10FEC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72ACFC0B-F9C3-69D3-844B-D3645DD044A4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10D1876C-FC81-20A5-8E54-AAE18A3F7BE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C5230D53-4A79-A090-8D67-CC848D78C0B8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A45E885A-976E-EDBD-84C4-32F870ED618E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E7A3D14C-8586-B165-B578-4EE5583955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8F4F394-A762-7BC7-E88C-A3632E2E8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08101DD-46BD-31AD-1224-4B538977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6" t="31535" r="39366" b="25772"/>
          <a:stretch/>
        </p:blipFill>
        <p:spPr>
          <a:xfrm>
            <a:off x="1308510" y="2391172"/>
            <a:ext cx="16982308" cy="787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21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99CA5-A1A2-DE6A-30B5-436300A4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EB02657-4038-0CC8-C9B0-16E036C47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7E5C938-1E18-F489-59A9-0E326D5D8D83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E73A3202-68B2-EF8E-7762-0335E5CF62CC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0DA9E932-A68D-CE93-9BCC-AA37EDC3EF0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1803032C-0D69-C433-8189-81E8E0BB06E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3670C37B-1890-8668-11B9-0F6A0EF999C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5C401F0-6FCA-7AD0-3918-DBCB6541BDF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85FA750-39F8-9971-2E91-7DEDEC26554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D93D911-DFC3-3724-8388-810B3BC00B8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A4593384-B1F1-B6CA-626B-4900FCD356B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BEFE589C-8A0C-9BEC-F63A-1885AABEAEE8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A2ADB88F-6A57-1FA7-9F19-5ABAEE3D164E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5EE16CC-60BE-ED7C-3D4D-3A1612F9EDD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83B24424-EFFC-0BD3-89A4-CCD86F0C651D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198E62A2-7EA9-F593-AF5F-2ECF69EF2F01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26233CA4-EB44-7899-0073-3E34403032EF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77053229-1B59-91F8-82FC-77650BF50A4C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D808FBF4-5EF6-4D6D-06A5-34A0BFAC3CAB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BB0C0CD-FA06-674B-C273-3D382FC8D107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B7987140-07A1-EBBB-F8BD-5DF855FC957B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EA8A2815-B0FC-9175-BBA0-B2581117E687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F2E5207A-F2E8-2B40-4C65-3B6C16A5CDDC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89E83CAC-865C-AA0C-36FA-8FABEC98B1C6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652921BE-27EB-AFC2-5FD7-5EBAF95FA08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1C03BD23-4CB6-3BFC-1753-D63D6163A61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30DBF8EB-F6C8-6646-5E5F-6920CC37CCE7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E9537318-09AF-7C31-A846-4FBB2CF4EFB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1E6B2097-5A2C-D010-05E0-43E01E1C4D77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E5FD053B-07CC-E19A-9D4D-531D1E61771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158906AA-A14C-9112-C820-A825436397FF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6DAAF0EA-B6DF-3C87-50FF-E844BD8629F2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16119033-A0DC-AAD7-4518-F3E2AFE2F97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2757B5CB-B2EE-808F-EE3B-DABBF5D9F5BA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8454D23-643A-EE07-AFC7-F4760FDBB540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6F09A26A-D402-7ABE-8C43-15976C884AF7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91D2EFE2-EDE7-27F6-0D1E-40BE0F5985C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0CD85E59-C1F8-587C-EA5D-AFA344627AE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0834B8C-868D-4938-0C52-72BEC839C96C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11893C9E-EB19-DDC7-7427-AFDFDE59AD3F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B11EAE13-12AA-1985-1E61-8DF00B95ABF2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75290C7D-603D-4210-BF52-E8F74ED0BB36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E57FB601-588F-4A1D-5ABE-F0226CAC19FA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F030E848-62E6-804D-48DE-EBE0AACDA6D6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DA02D678-A92D-201E-70DB-D16C64C588B4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80C3A60B-D4AE-FB9B-DB91-F909A01953C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0AB19391-8E7E-B659-0067-5143C8468CB7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27EE6709-5914-8F23-415B-9AC6EA0C9180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E0543EA8-EECC-9841-C09B-17AF3276FC2C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A8F19253-C0EA-73FC-6242-F3DB295F681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15A6FB6E-EEBF-006E-579D-C6E40D7F85F6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6A2FE02E-6555-A94C-F506-893C4FC78F2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13418544-C7C3-5534-686C-6B5EC3A9C77A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16BCE8A0-A230-589F-E2EC-7E71C68A8A37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0A986D2-3624-D881-A878-66A713AF851F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9A3FFB8E-F62F-C749-0A99-BECE8040A473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84066ADA-CDF6-4761-8A39-A4ED56AD1DC8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5FA61138-6071-E4AE-4956-CD98266B3B16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8643491A-E0E8-19C6-D7DC-84A4129AEED7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DD89BCCD-1BE6-9FA3-E378-F85E9033FCB6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9A2F8447-590B-1CC9-E88B-6D78E3DCAD98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61E199D3-ACE1-BD3E-60B8-2448F0E898EC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5FD55FF9-49F2-5BF9-A117-BF6734AA23A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37FBCF1-2975-C007-EFEB-78733300430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80B3A4A4-6E2C-875B-CB30-7A38584DE738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FAF89459-C343-E5EC-C64F-9B001E77A90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A8A67E89-9592-7D5F-4EC5-68010064282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0A6A51C9-35D7-6683-1E4D-603B1CB65D1F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1D30A898-CCEE-02CB-6744-28195F7881A9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4873FBAC-BE3C-EFEC-3F87-7CEF1959371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3B53B3DA-0238-18EE-CB4E-E654313CA3D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6E154F0F-E678-4B52-DB9F-FD8A6B72FE80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61D2C525-3EF7-DFBB-8ABC-6074EAE7CCC6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DB781F33-CD96-19E5-1286-A31235F90214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D6C449D8-ABD9-3086-C1FD-35749A4ADE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CD10705-B40F-DB72-E533-0CC967AEB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B91BAC-1A6D-C058-427D-89EB0EA5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5" t="35114" r="39679" b="14653"/>
          <a:stretch/>
        </p:blipFill>
        <p:spPr>
          <a:xfrm>
            <a:off x="1822450" y="2261100"/>
            <a:ext cx="13776282" cy="758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4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072B1-344E-8098-3005-8EEBB690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4A55D9F-875D-8F3E-BADE-0F409C43B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2E3267A7-8E1F-520C-07C4-7C1CF0B9EF4C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EB786228-0D85-B78B-5E01-3CA5787F7BCE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323BEEF1-DBE7-3D47-B9E7-AA5DD07F5FC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BCF1397C-C883-383E-A3F6-671348B8FF6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C41DC960-DA12-0334-354C-4E7CC6624D4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345EE7C-ABE6-87DF-221B-0EB955F31D6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4CC3941C-28E8-9CB3-9409-F1B7FA0358DD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1CB82DD-A1E5-8EFC-8D78-AF0F8E4C473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23F1298-1819-FEC3-D59D-FD3375B1186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008B0FC1-B7DF-F3DD-ECE3-B02AB1A497FF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D5510AA-FDA5-6A9F-E04C-DF57E434A92D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226320F8-92F1-BC87-DB01-4A11FE71C5D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0B4DD4DB-7E39-9AAA-4BB3-E82A01AF5526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F636F114-C572-3F0D-7723-B155BED58375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050EE0CE-1FFB-638B-507E-D54775A69AD8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1F5892EE-E31F-B4BE-6FD6-463C08566394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3E9F0242-6C67-E43E-7F9F-CC01CB6E6C01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1356FA5D-AB21-6B3F-DAFD-61E1EE5588DA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F5EEDD5E-3218-0EA3-7807-B8C498E7B42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2DB916C0-592E-EC60-9A66-85D976D03A2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FF9F7EA6-652B-E3BC-0C33-D4F417FD320B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BA0CB66A-7807-059A-A2D0-9B5B1A82A7CB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D5D2455-62E3-0443-7324-3B2A6763DA23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2AC1DCED-4A23-A1F7-A062-F604D406EC1D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7E2FA96-59EF-5387-E298-51C074179D0B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0EF55107-7AC7-D59E-DA00-D2153627EC70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9668B9E-6B43-D39F-6487-D231D4A9540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93146FB8-E36D-D119-DE09-CDFD67EB0AB7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BE6909F6-DB84-F90C-B7AD-CD648265569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3E6B4CD2-DD62-45A4-B9A3-F35690DD9BDD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89B0744C-97D4-D34E-DCC3-89C0F3DD804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F3DF3847-8AA2-EF70-D916-FCA69F6D229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7C3C9D81-917F-2666-639E-DAA6E9DEADE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A739D44D-E45C-CE7C-CCC6-1ED8115532CB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93E3E401-3CEC-B610-1CFD-B8B75901A92D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D9409EC6-D470-615C-32EF-120CBABE040A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0BCBDEFC-B66D-030C-EC8B-6E0EB814411E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3AF05332-14BC-9FDC-5DAB-A38BB182FED7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A354AD4A-E5EA-C272-A38E-F34F097C1E0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132EA6D7-46DF-393C-28AF-2072F5E3662F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ADD1765-0FD2-ADBF-E5D8-3BEFFB26319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2078D208-3803-1F49-5275-8BCA8F2A5EA8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AECA04E-6545-452B-B2BE-9D37332D404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A89E429F-A376-180C-B763-E066ED9B00E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47191BD9-06D4-EFCB-0680-6BE96D8BBC2F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A505D2A5-EC2F-D796-95B9-9CB9C62C9B2F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2E98E0F2-1612-E342-ADD9-69EE77F12C9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4E56B06-8737-EBCF-5605-D1B579C6A120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2723494F-ED55-6005-4A52-43DA4E2B2506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D23ABE0-5481-8FCC-9903-59BF1AB30C0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559A79A1-4962-81E7-29D3-165A12D4EACE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1E94B7D-0155-FDE5-E388-BBE852F179E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7FCFAEF0-AE8E-8E2A-160A-06127B4D9BB9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BFF474F7-F0C6-F91A-B2AD-256F88B31EEB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C02E4FC5-5DDB-0101-777E-63B49B30500C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C22D341A-C10D-A4FE-B212-997686358B3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4C7E2C14-0AB9-52D4-A4B0-606FBF56370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AAC8384A-7D0E-932F-BC85-C9F3310BAAB4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3373733-0D3F-68E7-8A0B-E35B5762825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E5FC783E-CFB0-BF21-4379-DC94986D9A14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4B164F2A-5370-C943-F5BE-E448F875AC8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F582E370-19A1-D740-DE2C-DCD8ACCF3F1B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ED4FE911-BD21-10A8-EAB0-5AC5EE832BE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6C175731-BB6B-9D0B-CA1A-6B1DE369B9BF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D54EE797-B90B-965B-644A-8EE0472E65DF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60639118-1FC9-E9D3-3C64-F658C05903D2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387683BF-1DFD-892E-AD0D-4E2C7DF08A30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F0547F6B-9756-BFAB-C353-1B5ABC7AD01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CCE55109-29AA-B48D-F127-62A544364FC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2BD5C3BA-9185-87C4-A465-F7688962D10C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0BA33477-1EB2-E8FE-B9CB-9080D5C4251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965DA165-275D-62BA-AF19-905034F8F356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62B448BB-401F-CEBD-E748-E719E16510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6088C15-1920-BDDC-EF79-917B15FA8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5883874C-70A2-247A-CA71-BC30BDE03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921" y="2465223"/>
            <a:ext cx="6090294" cy="7693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r>
              <a:rPr lang="pt-BR" sz="4500" b="1" dirty="0">
                <a:latin typeface="Montserrat" panose="00000500000000000000" pitchFamily="2" charset="0"/>
              </a:rPr>
              <a:t>Software - </a:t>
            </a:r>
            <a:r>
              <a:rPr lang="pt-BR" sz="4000" dirty="0">
                <a:solidFill>
                  <a:srgbClr val="000000"/>
                </a:solidFill>
                <a:latin typeface="Montserrat" panose="00000500000000000000" pitchFamily="2" charset="0"/>
              </a:rPr>
              <a:t>o software pode ser entendido como a mente que comanda a máquina, feita por elementos que não são palpáveis, ele é o conjunto de instruções para executar uma tarefa específica.</a:t>
            </a:r>
          </a:p>
        </p:txBody>
      </p:sp>
      <p:pic>
        <p:nvPicPr>
          <p:cNvPr id="4100" name="Picture 4" descr="O que é software? - Canaltech">
            <a:extLst>
              <a:ext uri="{FF2B5EF4-FFF2-40B4-BE49-F238E27FC236}">
                <a16:creationId xmlns:a16="http://schemas.microsoft.com/office/drawing/2014/main" id="{9BD412A6-6433-B55B-1D2F-A1EE8DC09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78" y="3408533"/>
            <a:ext cx="11597791" cy="652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869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8BEC-44B6-2354-4D37-CD4D73B5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5D476FF7-4830-4D4F-6C9F-025CF94EF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A0AE9A7B-D5C7-88BF-6040-27541D677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D80A7F0A-C7D8-2C80-AC80-B192277C30D0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835C4E1-39C3-6583-C5A9-23048885599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A0E2D61E-99A0-4D74-0B03-55D84BB1757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445FF851-8D18-186F-EF52-57A16A97DDE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BB2D7B2A-135B-5518-0F5B-BD47D4B1F27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FEBCF3C-E6EF-4D65-829B-7099C59C90F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A37F2FB-BC5F-BABB-BB52-3FA0786DDB2F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FA24C5A-2E44-907C-8B40-83FBC66C5A9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C7F777A-6706-1A3A-12C6-C097C18B0B4B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9486F94D-66F3-FA35-4AF6-EBFFDBF3F1DA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31893E15-06FA-79F3-4605-7AF680A335DC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BE498078-8A20-B35A-9188-78E51938C439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AD208C6A-B80A-3EBA-73B4-46286F93046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41871F97-C15C-27E3-B2CF-8622C1720A0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7E584114-5065-19B8-832A-AE1E973AC1E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EA054BFD-1905-99E5-C0FC-C72C0E53D594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B080669E-4D74-0305-8B1A-0AECDF1A5A26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229931F-FC88-044F-C01E-F409EFC38B52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9E51CF63-5378-4D9D-D7E8-47EF41A417CE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96623E6C-C5C5-3304-7A95-F29B6FD9C70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A3DE2C8A-AAAC-1530-E29D-6E4A339F36A0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39A10F9F-8D17-8AA7-9778-3D6A6EE36E0B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0BB93385-B098-F88F-0642-AF8857DFFBCA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CE1B4F89-93F5-C4C0-E136-A273EE14F1F3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860BDA08-8626-CD26-AC97-9BDCE3B0C663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707B54E7-BB0E-5F06-8A36-70887BDE51C6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3B8F40A2-1621-8F4A-35FD-5A94999837A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4D2F9754-0E10-D0CA-1A0F-4F9A7F8BD692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FF6EC62-88E6-05DD-530C-3C9A7E9B0AE4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678968BB-9A0F-866A-6095-BEB6C990A6B7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A0CA7C2F-65DD-D17F-F358-64F32C1D1B5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3A1157E2-5C0D-0F05-6277-D9A6875D5E5E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21D90BAF-3710-24A6-9423-2992BC3D26F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4955CDE4-2210-78DD-8E0E-49F04F9F4F1D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5BF4344E-8296-8CAD-3D6A-7A5452903D58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8CF9BEFA-895B-290B-50F2-5949398CFD8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E3D94612-7D5A-21F0-693D-9F79BC712445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D71C2AE5-3347-F8C5-7A19-988EE2A0CB26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5E863A2F-660F-5E4D-6005-F61C9CD5548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04AA471-BF90-658D-56C7-D22B0699CA56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3A989E1E-486E-E183-039D-824F11422769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594E9B59-6F2B-9289-D91C-AC5F881FD8DA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D98AC05-3C94-2EDB-2F3D-21656B9F6B9A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DF3FF682-9DEA-5ED3-B820-54ECD0ED3123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951C1516-690F-0013-2510-2DC810A5905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6CDE6DB8-8506-2FC1-D92A-FC7351897D6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D5C8F15D-F0B6-A0B1-86A3-697731F30EF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D3522C3C-2B7D-A04D-5A86-FCAA8092B56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E929CF6F-1E79-375A-F730-885E77AAB7A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BF12CA55-F19B-6E14-CDD9-53FDAD00A05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13B75D11-BF0E-DB91-8624-B98B4D8E68D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1E8530ED-AF8F-E7AE-75D9-72415429C2A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2997644-7FC5-082D-D0C8-408513C6C71E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68ECE606-7F0B-85BF-F5C8-2D173AA355A8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78EE0E94-4EEA-ECA7-B85F-CE1CBB869D94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D0B64592-533E-B273-992E-063575EC5720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653B0A45-3CA4-8475-0863-1A272FD1475A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EDA2D3BC-B42E-99E7-BEB6-BCCF9C56E0E6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DCF0E56-2895-C7DB-11E8-4B90A2CB495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DDE89E48-64CB-20A1-02EE-FC680D7841D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0AC46339-21DE-A694-2A72-9559F6B9414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582FB425-D148-BADB-17EA-9B2CFDD9E3A3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C6AE6675-338F-1FC0-E7E7-129CB62FE87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3DDFF012-8AD6-CEDC-A8DD-975F3143A75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5285BBFB-559D-6EB6-CA25-B18F76E76C38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C1025B76-8383-4011-2863-218A4BA9620B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7D41E16-FAEA-EB17-85D3-DF11BAFBEEA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CDB96EDC-DADD-10A7-1B57-7B07BCE8A1E4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A41430E2-00A5-31B8-5318-53CF04209CA6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26CD0028-A209-7448-FB1A-BE18BCDB0A48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37AE0CE3-A795-9FFA-28E5-9BABBED5488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501BD71B-D60A-B014-5EBB-EA3B3B07185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5D92B905-4B34-852B-D543-B83D1B0BDA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1A5AD61B-72A9-A1F1-A7EF-C25C5B9BE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8FD63001-983F-F179-F2F2-AAE3658B1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00" y="3368330"/>
            <a:ext cx="6358564" cy="593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 software é reconhecido como o coração dos nossos dispositivos eletrônicos.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Sem ele, os dispositivos de hardware seriam apenas máquinas inertes sem propósito.</a:t>
            </a:r>
          </a:p>
        </p:txBody>
      </p:sp>
      <p:pic>
        <p:nvPicPr>
          <p:cNvPr id="3076" name="Picture 4" descr="Software: O que é, conceito, tipos e exemplos - Instrutor Augusto de SA">
            <a:extLst>
              <a:ext uri="{FF2B5EF4-FFF2-40B4-BE49-F238E27FC236}">
                <a16:creationId xmlns:a16="http://schemas.microsoft.com/office/drawing/2014/main" id="{1D70511E-B03E-FAD9-C0E7-3E1418D8D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715" y="2581027"/>
            <a:ext cx="11921988" cy="794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704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BFC3-25EA-B3F2-C319-15E4ECE6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3">
            <a:extLst>
              <a:ext uri="{FF2B5EF4-FFF2-40B4-BE49-F238E27FC236}">
                <a16:creationId xmlns:a16="http://schemas.microsoft.com/office/drawing/2014/main" id="{BF0FA7DD-579C-96AA-4D63-C0EF5E0391F5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12CD7367-777A-E6F2-6FA7-FA455187E4A7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6E19DB5E-CB49-7B95-A0C6-088BA4ED74D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A6218F46-0D59-9E09-76E7-B6C6FE8D827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524C2833-9FD5-D90A-8E70-07D991170A3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C59A4BA-7244-3773-D1E2-3BBF67920FA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22BB97DC-B3F0-11A3-4ED4-65CA63522C35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BA95640-7EBE-B78F-C662-B514DC8993E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0CD35FB6-7BAA-DC74-D10A-BFBA0CE1E84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F46C246-EA81-ED25-48E5-46D3F28A067D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BC81942-2B70-31AF-8ECD-A7B8BE536F6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2BC444A6-8978-872D-C65A-D08CF3100FF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226E6451-A58D-0793-16C4-A9039F68DC9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DC6D9F25-59E9-F200-A7A6-0F5A1668507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DC515859-7355-20B8-D558-A275F541AD5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26F3010F-165B-B098-2D05-F0FCD3DA3AC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067F179-F7F2-8258-A20F-AAA961C3094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0CA8BFF6-BE4E-7167-09F5-AD989CC24667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F28DFB45-7619-6201-204C-1F282F166607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94753807-551D-AF1D-5FF4-6FD87DB54156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0A51E81-FC32-465D-232A-8CA24CB472C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E065D163-F268-B871-3305-91BC715A564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F541506D-97E2-4CDB-5C7B-E15E1A57665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D025D051-85DF-B0AB-A7CE-7BD44D518C6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68FE70D8-D209-0BF8-91AC-156C4E30A02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E4D4731B-CAA2-37CE-C766-B1CD7D8AD547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B27B5809-0D81-703A-3FDE-32439B13BA23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AD589300-7CD2-FD57-64D2-0CC20E50A9B2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FAFF003-A8CA-A733-B662-B714D7EE000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AF8B1570-7DAE-EACE-0A03-AFD46CDFDE44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E040A2B-6F92-4DE4-75D3-F24815C6C5B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0223669C-5961-99FA-2827-44F3CFA95A77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EED61E5-AA86-FCFC-EB83-B47689D8E77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CD1E84FB-539B-D74E-0567-212B904B152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745313EA-E3BC-19E8-3D36-8278E743A0D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1DF1A2E6-7C30-3A50-B954-4A362605073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BAD500A-C436-9309-897E-987EBF4B1E44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C46AB5B0-63CB-E8E0-7321-90F97FECAE6B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F26B8C82-C5BE-7613-DDF5-AFB4E4A8320F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B204A5B-6EDA-033B-548D-540FEE82904C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78CA5336-AEBF-A8A5-34A8-A950B0F069A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76FDE0DA-72A6-C1A4-6D47-D2AA1E7BE6C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AA438F8A-B7B3-DE09-1AB3-34D0D4DE73C0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2D3BB970-58A9-2D8E-B034-5A459A0B5074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7279D4C2-F45D-450D-37FE-92E08A7E768D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65152197-884E-6F2E-6565-4E7EA7CFF8B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BF107291-8C1A-C277-B2DA-CBFB786594F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D4266931-CBB4-3F95-C347-1D965DD5733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269B6CDD-56FA-4771-0D90-0F8EFB8770A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964CB1C2-7573-2ADC-F734-6B79E4E95DB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2FE48F7F-B73A-504B-5889-65642A4889B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00EB515-D195-58BF-CB33-1F28BC0D718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762AB45-663E-2E5B-0322-6AFA2B1A615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DBA4E442-7A1E-6B4B-6FF9-C4511B9893D3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BBBB83B-AA32-7967-C673-12BEEA8810D4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23FFC969-69C2-D4B2-8EB5-301137DF485E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EE3FE937-F648-2DC8-DB3E-4254163E7F6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9953E4F5-4426-EE00-5B41-16B01BE00A6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2ABB105-80FB-A938-0E57-11524FA944CF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1A596D36-5452-306F-ECEB-5625EEAA67E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FD622196-0C30-8358-59CA-69F142F3A4A2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44E18A4-ABEC-37C1-0570-739B662AAC04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F4F6047C-4931-6C27-CB05-C3466A84A4B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AB2A03D2-D8E3-E9E5-658D-2661BAF4F387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ED65941E-7110-A406-A12D-91F7D2F75BF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C9C0F4D3-E9DE-4C5B-9E58-D06E65EA0CE4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2061CC35-2432-9933-79EC-DBDD9C1C0B5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DE50723-4E49-095C-5510-AB20E5A4FE1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03A81F59-5062-AEEF-89E6-D33C8A92384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4D34F229-77BB-36BF-C672-EE72D72A4D7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C00413F4-B756-1941-E6C2-DF62A3C30C16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91564355-EA9E-CBE0-EB06-1379B4CEEB44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53B42CAA-3FA9-B747-E7FE-9C0FD4D960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21159349-3487-CEB4-666C-6154F19EC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397" y="3287633"/>
            <a:ext cx="14544047" cy="724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Existem três tipos principais de software: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software de sistema 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é projetado para gerenciar e controlar o hardware do computador. Ele inclui: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1) Sistemas Operacionais: 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Como Windows, MacOS, Linux, que atuam como uma interface entre o usuário e o hardware. Eles gerenciam recursos como memória, processador, e dispositivos de entrada e </a:t>
            </a:r>
            <a:r>
              <a:rPr lang="pt-BR" sz="4000" dirty="0" err="1">
                <a:solidFill>
                  <a:srgbClr val="474747"/>
                </a:solidFill>
                <a:latin typeface="Montserrat" panose="00000500000000000000" pitchFamily="2" charset="0"/>
              </a:rPr>
              <a:t>saída.</a:t>
            </a:r>
            <a:r>
              <a:rPr lang="pt-BR" sz="2400" b="0" i="0" u="sng" dirty="0" err="1">
                <a:solidFill>
                  <a:srgbClr val="262626"/>
                </a:solidFill>
                <a:effectLst/>
                <a:latin typeface="__galanoGrotesque_6cd70c"/>
                <a:hlinkClick r:id="rId2"/>
              </a:rPr>
              <a:t>dntrada</a:t>
            </a:r>
            <a:r>
              <a:rPr lang="pt-BR" sz="2400" b="0" i="0" u="sng" dirty="0">
                <a:solidFill>
                  <a:srgbClr val="262626"/>
                </a:solidFill>
                <a:effectLst/>
                <a:latin typeface="__galanoGrotesque_6cd70c"/>
                <a:hlinkClick r:id="rId2"/>
              </a:rPr>
              <a:t> e saída. </a:t>
            </a:r>
            <a:r>
              <a:rPr lang="pt-BR" sz="2400" b="0" i="0" dirty="0">
                <a:solidFill>
                  <a:srgbClr val="262626"/>
                </a:solidFill>
                <a:effectLst/>
                <a:latin typeface="__galanoGrotesque_6cd70c"/>
              </a:rPr>
              <a:t> </a:t>
            </a:r>
          </a:p>
          <a:p>
            <a:pPr>
              <a:buNone/>
            </a:pPr>
            <a:br>
              <a:rPr lang="pt-BR" sz="2400" dirty="0"/>
            </a:b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FA8FC6C0-F334-97E9-1C0F-07F83C185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Sistema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38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7EB11-8564-C863-395D-0D1C976E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864378E5-4ACC-D8F5-4AF8-BE183F24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1D45927D-EF93-616E-25DF-C0E5588269C8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78FC6881-BB4E-CE58-0EB0-81DB2E5D2BA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D746BB0D-F257-103C-A05E-CFD6B66725F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8F800B9A-FCFD-0175-6061-E7C578AED1B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DE7766AA-EDB8-238B-A745-6B9091D608A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C2A267B-B2A2-4107-644C-A57E37C0B2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D29E956-9B08-FB21-D280-A82FD18C73CD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BADCEB9-4F0D-7F50-A3D6-E281B498042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A6D33E1C-3C11-EEE5-B2D3-6B1D1CD02AE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EB9AA7DD-1E5F-CA36-658A-953EA327F8EE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3D586348-EB92-CCC8-F80E-348758DEA5E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05AFE241-FAC5-67DA-60FD-96CFD0576C9A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F06FA44-49E1-561B-1DD3-237FCF25C590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80E12BBE-02A4-FC24-C668-BD4B622FB68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164D5CEA-D85E-A652-6E1F-A130152EEA03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F90B5AFD-F934-0BCC-CFB4-032A4FD26636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AA06AE4E-5A35-AF06-D2D7-3134CB2E93D5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20A2B7D8-DD3D-D837-EA59-F0D34A5DE5A7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E420D8E-D899-BE25-6D07-CFB8A54B615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20EE8CDB-C506-32D9-8440-6EDD709AC00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EF08DBD7-5AE1-25AA-A398-62EBF1ABB3B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12B48FB4-D85B-2B3E-45BF-EEA86C401366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C2B2FB17-8128-31DF-669C-C022F570542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004D086A-72FE-4248-30EF-3850CAC70FB7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992A7D66-B057-8282-3587-D0441C3316D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39C94C72-A86B-B245-7F4C-944C295D6443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798B8F6-4368-4252-8152-8682F13C0832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97FDFF7E-FEDA-81DC-4623-1489546E84ED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C6E20717-9F05-4C29-F680-2D3256765F2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5038F22B-2797-693D-595D-1BE51455DEBB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3A18AB13-7C15-9AA3-18F9-44AB52314569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2B6B5C0F-C50E-525C-E9F8-31B21229C1D0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D8F4CE47-E9A3-F347-90EA-78EA43805F19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C4DE7DD8-75EC-C064-DFFD-CC4924929A4C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5804DCFE-D014-A8BD-7B0C-28704259C62B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52C14B7A-16E4-50B3-3A85-2A84502F2C87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D0F6710-AF81-4EE3-890E-899E8CDDFD18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47C7BB66-3B9E-770E-2674-8619215A32E5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4578D142-FBBD-E81D-1F63-DD0DDAB1125F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B61AB828-95B8-916A-98F0-90102083F356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3A105A32-F80F-32E9-A96D-3D4CE11B5EE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0628C5C3-5E09-F280-F4E6-81BE835AD45C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A5DFDB42-FA49-AD21-D277-0AA494A3EE9F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5AE63A55-432B-0C73-4144-7E3CBAFDC53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56263A8B-FEA1-12AA-6320-D0DCD860CF9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92C808A3-0C23-8AF6-CCF9-B3A0C7FBEE8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F5896CA5-CFD9-D2CD-0E62-0160194FDD78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E8FCFCEA-9540-2EEE-1AD8-1458D4A06E6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4082C7A3-D018-C146-1B6E-848B34BE2D75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EDB7FB1C-CF44-2B00-030A-CBD1A7E81928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BB7891DB-3777-D1C0-C004-1530A3A56A9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E7AEB6E8-D0FB-9858-E4F3-89463C47816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28C68E32-7EF2-A252-94B4-C075FBEE7A89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B985ECFA-034B-A4AA-7626-457CBFA982AF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F650DBD-9DA3-2C35-D73D-565DD95DEEE3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3298B9A3-19DF-607E-1453-5190BDE49517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EFD40B87-F00D-6FC1-8BE8-7EF432C05D4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1A2ED0E3-E2F8-4B0A-0AC5-C83B6F46EACD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20B8BD73-DDF2-F917-6829-BC7A72317E1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468BD023-9947-6C7E-364A-F2A9579C892F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47D71B32-3A3E-D9DB-6716-C37BEF00D624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8EED6B6C-2008-D799-73EF-A81CFB99728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DED05C16-55E4-63A3-747E-995390D7C107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A18F3A54-481B-69DD-B2D1-6715375884E3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DCC2EA5A-5743-0C1D-3917-A385161622ED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5F02F0DA-6B50-0593-D78B-3A4176897B1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C18F884D-9FB5-69C3-AB98-C1E236369E3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C7CA27B-CA69-15E8-7D7A-DAAA37AC9A8C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52E72621-1FCE-A9AD-29DE-B042A9577B8E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9422C46E-9984-814D-070D-7FB4ACE3028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1644C726-B9A7-93BC-E6D3-88E3ACC955AC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6486E870-3EC2-98CA-98F9-52F068EA0ABB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B412E1D4-AB79-AB5B-725D-6E4A6CC418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7884290A-46D1-B288-7F06-F3283227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3193" y="2893483"/>
            <a:ext cx="14544047" cy="7170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Drivers: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 permitem que o sistema operacional se comunique com o hardware. Por exemplo, drivers de impressora permitem que diferentes aplicativos enviem documentos para serem impressos.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Firmware: 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Um tipo específico de software que está embutido em hardware para controlar dispositivos específicos. Um exemplo clássico é o 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BIOS (Sistema Básico de Entrada/Saída)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, que inicializa e testa os componentes de hardware durante a inicialização do computador.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64276B37-F74C-417E-4B0F-D8CFBF4B2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sistema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632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F543-151C-B161-2851-A273D66B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F7E27E4-0954-75D4-892E-7192EC4A5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DA851A3-9C85-46FC-F3E5-4C8ED473231A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5A7956CA-773C-30FD-A35D-F6E280339FA0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CDB42295-ECE2-5A7E-2C67-15857B1E8F4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76A92E3F-03DE-C1CC-5347-3E406B5D4A44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7AA45A21-0AE9-CA21-6499-E4B116C8DFF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0240B20B-8B6D-FF69-A26B-4CC0403587D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E91AAD04-010E-CF7F-0109-08CE2E03EFB0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A2BCA36D-7AD0-90D3-1E57-3A49618C4C6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C7B1F7D-386C-0482-2DBF-EE9E0776034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E76CB372-7B04-0FEB-3A84-098B30BFBF9B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56D3C6D-56CF-5A12-C5AB-A19DA8A9DA0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8DAE29CC-B198-B727-2FB5-014AE8466D7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572C5D28-925D-AE89-C6FB-A2AC2F6BB706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A1ABA196-2547-BD0D-0D6C-AB77C704A505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BDF2861C-51A8-83CE-B0DF-582AF8F8ADA3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BD249A5-7D1E-22E1-5DF3-F2E7F8F90FD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8136EBD-877A-5034-0837-D788302E1D0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3F122A5F-8F8B-AA8C-B44F-103A818A228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84A190FB-AB52-3256-F67A-05458F172BFC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7050C5FA-AA09-A9C4-E76F-CE23161D84DD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A65642C1-0E9C-E950-04B0-1E4291B46C8D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1CE393D1-6C8C-5DFF-AEE9-E2B6FF3513DD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13BF438-DA2B-0B0A-4C3F-308107D0FD9D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6F675F1F-0492-1C11-0EE6-85406EC70F93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BCE0B01F-D4B0-E04C-CA73-312A0FE70274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283A376D-4787-63C6-C482-DDE590843C2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C513B994-F3D8-D321-BA77-8E26FF19D70A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874FDC3E-4040-17EF-9067-E99511797FA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161D06A3-E1D2-0BA3-C493-D8FF9A67F80B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73F80DF3-3025-EB9B-3417-51C1DD54D927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45A8C35C-4D3E-569E-7CCD-1A8FA4297682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4CF27ECE-93E5-AACE-B556-B0E28A7F258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D5A089F-E6D2-B782-C623-F01A6C0D42C2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F87E872D-F279-86C9-566E-3687FB0EEB89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6AC69F1A-77BE-38BE-8052-278AB6DB3575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1B37C5C4-5C4A-D348-97CC-B3C9E4DC05E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48220A01-1E61-4386-D764-D1C3401C34C7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A1778321-32A6-A904-F379-F7BA9F3D3D83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DE16ED00-3228-9A0A-29B5-F60B32451BB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84A292BD-6808-1156-5C6A-A0CBC809493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B0CDC409-BE6A-2611-D218-BB97A0B54662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9402DAEC-3968-D2CE-2FE5-AD795D41EA2D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84CD21B1-94AD-0C7F-3111-3EF6A8BCD82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D96922B4-9E72-3355-F20B-0F115EC6ECC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6BD59E83-66B7-B447-2BF6-E46B35D08B58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3E55D40A-8FBE-74E8-B27F-98F69B5D0BD7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68B1CF9A-3FB8-20DB-D985-FAFBCA02B1B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A40E2EB1-27ED-97D2-3436-E83AF206053E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AEDE426D-C064-C42C-CB6F-1E4B4ED89064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2DD73D1-E160-3B39-C455-5AB40B83910D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C9DFB2B9-6B65-B51A-09F0-6462DA6EB156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0A649F12-CD62-1047-A2BE-845B465617A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0E29AD37-2CDE-C470-E174-ECBD0C56525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5B4914B-3B31-3F7E-D684-F40DD787213F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D973556-1DE5-6A61-9F0C-760AA0834ACC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8F3828FA-4F12-6F75-1E32-6ED08CF3D22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A8A4310C-4FA0-71D8-1F08-B0EC4DF1FB6F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03EFE9D0-FA0D-63C1-49C1-9693FE8703BB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55F436ED-9489-A5F0-EBF5-391CF6AA9707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90732FC6-E54F-384E-1CB8-4523E908B656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F82502E9-48BB-E26A-4DDC-DA2BE52BDF2B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9012A3F1-9555-BD31-04FF-CA7D8BD403F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D864D836-D2EC-7D61-2112-A234C8C854AC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36D122EF-C275-2EE0-1A21-5DCD1E40051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D57FB742-3C13-7478-A6D5-2D1E52CF05E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4C619BD6-3D3B-1137-43B0-B57EAFF8EC7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398C2EC0-9E58-E447-0C1B-0D96A5714BE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F711310C-E8CC-8CEF-556F-251E4A66B48A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2C4FD570-8A1E-5F84-9362-53DB7F0B28C9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1660B425-7F9C-D120-5D29-73A684914E99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1E73D131-9B35-D8FA-BC82-82963297DC45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0F224BC4-2A49-FD28-DD88-0167EA43DFFC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09124AF7-D4C7-B775-49FB-685B4E5DBE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EB8D7781-F735-713C-583A-FE55384FC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773" y="4564357"/>
            <a:ext cx="5117457" cy="3969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software de aplicação 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permite que os usuários realizem tarefas específicas.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FA8D4F8C-C55E-EBB2-2584-D3614DB0F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aplicação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pic>
        <p:nvPicPr>
          <p:cNvPr id="4096" name="Imagem 4095">
            <a:extLst>
              <a:ext uri="{FF2B5EF4-FFF2-40B4-BE49-F238E27FC236}">
                <a16:creationId xmlns:a16="http://schemas.microsoft.com/office/drawing/2014/main" id="{6FF0E0BF-70B1-ABA5-5BAC-713552856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024" y="3074380"/>
            <a:ext cx="12867281" cy="739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08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A3A1-7897-733F-E96A-F2E5B5C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5F397AF-FF10-263E-5BC5-5A8460026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73F5FD5-F16C-8EC2-A343-39B9102B958B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488067C6-F340-F021-8DFE-6376608DDA9C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BD02108-ACA4-6AEF-2CC8-D61468A3CA5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BA2C7A50-B875-8232-6AE0-DA1A333414C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8CB06CBD-AD37-480F-AF0C-E35D2B52D80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041D7ACB-784B-A631-D351-EAF973D640E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9E02FB5D-6B4B-7684-7D0C-6E8343200480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AC07E3BA-512B-72B9-CBD4-B148711A0EC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CCE24B68-37BB-0DBC-D951-FB51893F653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780B229B-FAA6-8A0D-FA6B-86D927F458C2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BF80CA5C-8160-22B5-F73A-8156D122945E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F56A64B8-4765-A81F-5D1C-7A0E0021E15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92787038-CF49-2DBE-2B0D-4B68D17EBDF9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C315F4F8-AD3C-47F9-4537-EED076E7660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C35B4DCA-0496-46DB-6105-64A6ABE03A48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612F3C64-A960-20B8-6092-996110E332A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9DE95F4-BF37-7521-98AA-645B2950C0D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E7FEDAD6-2C10-992A-F176-5D7D1F36D5C5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643456E-E5B9-13DD-A488-5464C9C83B0E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4E445738-62D7-EFFF-2EF3-1A1E513DB762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C7DC9423-DB35-D7A5-9505-8A1365E35835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AE21E38A-0903-02DA-CDE2-71D80FA2BB0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89C557FC-9265-DF34-9B04-C1E450A2B3C3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CE2B4369-A925-8A8A-D02E-F9AFF5535DF3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87467423-1DAE-C4C6-6D4E-03D74A3E5147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96742250-A788-7BD2-6D0B-37EF723BF0C6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CE29AF97-988D-9E89-341A-C1CC0223778A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148073A1-9A0D-9243-E745-98B28956642F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6F905ED2-A675-D66C-73B5-6C7BD66B33B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241C8FD-7D2F-04CF-9D31-4374B3152C7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DB8907CC-5B7B-1017-D749-1DDF7D2C8262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09B682A-B142-F803-B89A-0939E00FE9B0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DBEE43C9-FA4A-2840-B8A4-EB804FE6540E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D87FDDCF-5FCD-1A8B-4AD7-6BB8C185B49B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D95EBDAB-8B38-BEE8-0238-EF72DB7383FE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25DC6063-7D14-50D6-3561-A7447B6134B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175A7622-0BD5-CAD6-5BF0-8652345EE777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595BE2C0-0D9A-1647-9669-38BE1A1B3DD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FC88055C-1915-A4DB-86D7-60864B60054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C0675EFC-8032-5FB7-0289-CEB5E51A3D37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07CF492E-E6C7-0B64-1636-E95246FFD1F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B5FD24D7-B2B8-838F-73FD-D8427DDD902A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FE729D90-4ACE-62A4-57CA-346E4C2E586A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8B3C9797-3B53-0AA4-39E4-DC63445E7C3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3ED9CFF8-A8AD-1679-3690-51EFCF85BEE1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33A6EF0E-BA4E-DBD1-A2E2-3497DC41FB95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978A3E4F-47BA-211C-0B60-2851AA7F6454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84A6DE08-C89C-9B36-D48D-C109114258C6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6DCEEA67-1C98-0AA3-AF08-B4D2E07BF6F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7C29C5F8-95FB-C71F-01EB-EC417B03F9D4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6A706629-25A4-D76F-244B-851592C27C8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F57C2EAA-787D-09E6-6F1C-16D506D3871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1F75D7BA-43E4-00FE-88F5-C3514ED85DA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7D4D4291-F3BE-1893-02E5-EAE73CF4961C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87023FC3-D6C0-DA89-6E23-71816B7A439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F02AB9B1-0744-2BB5-15E7-83BC7289D2A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F056D8BF-473E-95BE-CC10-04683CCAE12F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F44C6DEA-E0BA-AB20-0D79-B91E2BCBAC00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13ECF428-6807-9ABA-A9DF-A3C8F8D81BB7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68A57092-DBBD-0582-0C53-031CC83AF0F6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F0FBE102-B92E-2887-8643-F7AA6816A1B3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9BE64B4D-69C7-562D-6197-B52D6CD83D8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95465530-4E4B-B811-0BD3-2974D07E7B8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B95F943D-7267-188A-3983-387D83CAF6F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93E5DDDC-B102-E88F-4270-013277FE7B4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28942A2D-B350-B4F5-EF3D-92C5990F662E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E4FA29C0-B95D-56A3-37EB-1A2BBFF67E9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E159DECD-475B-D22D-64F4-E9F5D5C51D3C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EE4F6B30-DCD9-1DD5-9E01-620E90C5E11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109EF2ED-72C1-6A9D-CFDB-396EFEA32AD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7F1FFBEB-A147-BBA1-A2B3-1A144515E17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53330756-5D01-1060-0CDF-24D11274190C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EC865F94-76D9-728E-A6BD-1156E9D418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C94D0102-AD57-60D9-1DFC-C656D1EE6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088" y="4059723"/>
            <a:ext cx="8320793" cy="3969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Softwares de Produtividade: </a:t>
            </a: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Como o Microsoft Office, Google </a:t>
            </a:r>
            <a:r>
              <a:rPr lang="pt-BR" sz="4000" dirty="0" err="1">
                <a:solidFill>
                  <a:srgbClr val="474747"/>
                </a:solidFill>
                <a:latin typeface="Montserrat" panose="00000500000000000000" pitchFamily="2" charset="0"/>
              </a:rPr>
              <a:t>Docs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, que facilitam a criação e edição de documentos, planilhas e apresentações. 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747FC90B-7951-09E5-0A84-5267FDACD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aplicação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pic>
        <p:nvPicPr>
          <p:cNvPr id="3076" name="Picture 4" descr="Os melhores softwares de produtividade para a sua empresa">
            <a:extLst>
              <a:ext uri="{FF2B5EF4-FFF2-40B4-BE49-F238E27FC236}">
                <a16:creationId xmlns:a16="http://schemas.microsoft.com/office/drawing/2014/main" id="{032C2B6F-C3FB-8C6D-8283-A922734A6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932" y="2348880"/>
            <a:ext cx="8862245" cy="83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42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50515-49A2-BBEE-64BB-6A0A1746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497FF890-07A3-0E71-159B-17E977D9C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8F2E234-1DE3-493D-5EF2-AE65A5779F2A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34AFA9E5-56C1-1F27-9DA2-F4E66DE44268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4861051D-3892-7FCC-F2D0-C7FA4837370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74E6179F-F8AD-13F7-C5F1-819F18B0B5C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64278F95-316C-8656-E29E-C59E6A14E19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7C5E303-7FF7-D832-825F-D2607B491E2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D04133FB-D5CC-0DE6-6E2A-5A8109921881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81706130-DD35-1A7E-2A88-24A51100BFF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D4C7374-3DD1-29E8-0E2A-DB2564209DD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7312FB5-ADF1-BAC8-F21E-4D538D0DFF38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0B76653-D663-E6AF-6C96-1F4377A0E2A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D0EAC422-6B27-2102-58A6-A4B0902783F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4A1D0EB7-A03B-3558-4427-D665A7D7E89F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49A791B7-93A9-F147-8C6C-7136A61C3A22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E98ECBEE-23C8-CA6B-D23B-9676589C7B6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044B555-C327-CF76-0888-ABBED44482D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C8CF2D5-6A80-F14C-F8FF-8F341B733B0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94E91924-759E-78AE-E514-4C30DE1B5BA5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30419418-B0D3-F655-B0D2-C07842BB72B7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78C4E7CE-35CB-B835-8C31-144BCEB3B184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894165D9-E30C-0D58-D11A-AF0F4EAD78F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9996940D-92AA-5AE6-B5C2-8DD634AC138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8AF71C9E-168C-3485-D30F-AEA65FB72D0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845D2855-60C2-82B0-A77D-08908134E0FF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36AF5E5F-650B-9BC5-180E-0AA3916704F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A3AF83B7-8B03-E1CE-500D-9633EC2FC02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6CC37AFE-EFAD-988D-4C9F-42F91806148D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9366401F-EA3C-5937-F8F0-21B6E052411C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E969C459-E482-49D6-2238-CA0D3AB3CC9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028B8B28-1786-3320-C47C-EBD78720632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27306BFE-36FA-1E50-EF19-371313E3EB82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374FE2F-6083-0AAA-D9DF-F7394AB1BA8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4E0C4D1E-F019-652E-C1B3-FE2990FCC40E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CB840F02-7304-BF90-C6BB-FE92AEBCFA3C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FBE8D889-5C6E-F835-0302-EB895635E21B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73913AD4-C57E-AAB5-5BD3-0FEC6C258F49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1FF7DBD1-80E0-4BF4-6464-6D4C373AFE36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36770282-77DD-EC47-5536-9D4797125E20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9F73378F-7D83-D805-AEB9-6B15FFB492C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B5164A4A-12F5-BA76-A3DC-EE9C226A5968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7970B358-C922-05C3-8C43-BDA9170EF71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E14866D9-41BE-20B6-D301-D81C93D978A1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7CCFA797-2424-788B-ED3D-A55598F6AE6F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1DB577ED-46ED-1B7E-3E42-94AB9DADBD5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C539B90A-2745-40F9-0FA8-BC90AD1309C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12F0FC1B-A47A-12E0-D80A-89E024244E75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68332AE8-BDED-7D16-6276-31BE104D9E94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C59F74BD-973C-4C9C-BAD4-726DA134F2E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33779A3E-C4E9-DE58-8296-CC6B68694DD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0A215C9-BBA8-4074-F44D-6137C93BC0F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A6A21906-5B57-9AD8-B774-74E3B3DA57C8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320F2EE-74F9-4D2A-631B-2AA42EC52BA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1211D6E3-0EB4-48F2-68DC-AA24FF2C9E06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5FD2C28F-C69D-F24C-5424-B67960E0AF66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D5AEF8B-1BF9-48A1-8E9D-D0091B7FCCDB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5556ABCA-49BB-38E2-4B16-0ACC4FD276B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BF42FC67-BA96-C51A-7588-E395B1C3DC2F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535DC194-998A-B122-282D-01F5C753025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1E5529E0-1D10-3B63-95E2-5C7BBCC7C75F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9A8F02FB-81C8-8E10-7134-D401BB6A2D4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5190AA63-CCF9-630D-2951-857047A38CF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5C519BC9-DC0C-899D-A7BD-B64851C29022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55FE1EF2-40DD-175A-791F-E636260158F5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D659AA67-9D80-B147-DBD0-F28AA664D2A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1C545D78-745A-637C-9FC2-EC7B027356D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AC62B8AB-E7F3-980B-7FB1-DE7EF7C1FB5E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B87663C9-759C-A9F1-8D2F-183AD21316D5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0C2F92F5-5B6A-9837-7C6B-7F9AF767D62D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BCEDCB51-D720-EEDE-C83A-B0CD580D12EA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FBA57553-BA1B-2FA6-B2E0-DB9694956865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4ADD86CE-6284-3CE4-4220-3BF3AA9A59B8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B8758F7E-B8D5-53F4-4BAD-B56504E75048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BA0BEF45-C604-0EDE-F087-93F9A0D50F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3A153AE4-9E37-235F-88B6-0B28B5C36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915" y="3507686"/>
            <a:ext cx="10413765" cy="458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Aplicativos de Comunicação: </a:t>
            </a: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Como WhatsApp, Zoom, que possibilitam a troca de mensagens, chamadas de vídeo e conferências online, essencial em tempos de trabalho remoto e educação a distância. 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40356166-BB28-06CE-5836-ECE042032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aplicação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FED95A-66FA-4DBA-0426-4F72BB3C2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456" y="3388266"/>
            <a:ext cx="9049869" cy="501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26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08DC-1D10-C76B-B124-A3DA2833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B54F8781-3B01-A548-3DD7-3916E561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5E46F6A3-8A89-239D-6EB2-BF6C7ECD9767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E333896A-7BD8-E152-11A4-376F8ED511E1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1B4ED69-7ABE-E233-E88B-92181D066C7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F2A882EC-E7EB-182F-96F9-1D0B7EE0A69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01D5C602-3AAE-54CC-2C64-26C92E3CD40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A6280CF-7199-2D20-0376-E49F87505E8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3FAC4D79-0929-C2BB-B489-363519EB8931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D9D7D148-9261-1E79-FFE5-98C855275F1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87B38B3B-88CF-D86A-F019-B09C88FDFC4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22641790-E684-1B63-1FD9-382317620234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B2D84A6-C6EE-884B-94C8-47DA8B08B8C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BE3E2A6-EA03-9BE1-C91E-56CC7FC931B7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B85A0785-885F-A995-BA54-7F67A84C352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CCAA38D0-B81D-848E-48CA-954C71C4F98F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0C8AC7BA-5264-EBBF-3D76-FE2C2A9D9FC6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AC22267D-5FA5-A7FE-6AEC-B64F2B082B8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ECD4A3A2-59E6-25A0-5346-4F6B06E7009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9162D6D5-24D4-D64D-C02C-0A01624F7A0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657F5A31-B2CD-8CEE-510F-98194DCD6940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FCF79887-15A6-742F-AC99-BC9ADF66833E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AFAB13B1-30E8-EB52-DAB7-F65E5183D646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0B12F1F3-5F27-F91F-9C7E-2755EAB2A1B5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EA754726-0C9C-1E4A-12B6-F51656A2AD2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E8C67E1-F65B-2A10-4637-064E35CAAAF7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1571672-28FA-B9D5-95DE-DBDF70C3571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7ACB15D4-EB44-4D34-03FF-FC30A2ED8F56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C08C2A62-87C4-3E52-FAAD-F6BDDC42E7A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A2460F7B-E0FE-B586-66DD-AF72460E567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09F1F165-7896-5F95-B056-77B07DD54653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1625A285-2383-7C8C-804A-F488DFED601F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9AEEB3D4-F393-76DF-3408-B770E590C13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94957F03-34F7-4132-DADA-B15312DFDD99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FEE5F30E-3C5B-E13F-28AD-17D66807FBA0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37BA9273-42FD-617B-4795-65E97B78D0F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7E50C578-1496-65F6-C1B7-14B646E06B3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55F940B0-994E-FE61-9367-5AEE2263AD35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0DF3A1F0-D111-F95D-1B8A-B9DA8C4D3C97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F1671A7B-AC57-941C-D573-97DF55DEDB8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86B332E-FC96-5450-5A8F-E9956704670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C747E441-00C8-3204-2E6C-619F83181535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7D7D4694-9802-B3EA-2F1B-C09633BE60D0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15648E5F-0179-22F5-6000-79BE4C9F64BF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092D8321-DC29-6481-81AB-9475587FB7BA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862DC189-DDB8-E6B8-B321-DA40F754CB46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DAAB2051-E351-C32F-49D8-A060FA8EF439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9B0B8B51-448B-4AFF-072D-2539C8D1B9F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0C05CBD3-0F48-6352-2194-3CF59A1CF77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8F703FCC-5965-20B4-3C98-FADC2891792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591ADB5E-3068-F62D-E7E6-79BFD6BB233D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74B0515-A6BB-6EFD-E757-D0AE52768FF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2F7FE932-A503-A7C7-E5F9-40003896BE8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4AC5C85F-7D76-783F-4DD4-2471474033B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F7C2216B-8A41-14A2-93E4-BC42486E5E16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D74A42EB-7EEC-6021-6161-A4F943EAD1FA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85E38C9-88A5-E781-06E3-631BEA9D25C3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0367D0F6-1042-35A7-CADD-9534FAD79AF0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A3756611-103E-35F5-372D-BC36525CD222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365C6170-EAB2-B79D-251E-88922DDA9F37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AE0E547-F9FA-2158-894B-9A784EFF212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1480DC23-E966-BBED-C266-45DC3EEDF8F2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48105A94-ECBB-91C4-079F-F0617B2F1112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320BDC7-D7B5-5688-928A-563DED74AFB5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C052F601-F311-349B-0877-67BFCCB1A15E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63BCF577-D958-2093-11CB-C4EEA23C43BB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0DCDAECC-32E2-F7D0-4F3E-2D569B87EB7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59E3A724-E00A-490E-2A3D-5A2F6D3D241C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6574773-E67A-0F61-2953-6062A0E3AFBC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DBC5D90-6831-F81B-DCD0-1E006A5D2FED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EA48817B-AA8D-EF25-4EB3-55DFB320BBA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B552983D-7524-2DEF-0AAC-88466F86F801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C8A6061C-0E62-BDE3-5473-E2DE3E6AA6AF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E1D2059F-D171-411F-84C8-DD05AE7729A4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858C1DB4-5132-341F-B8A9-B91E46C294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32521919-E50B-F77E-F981-77E3D6A7D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80" y="3210140"/>
            <a:ext cx="9004960" cy="667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Jogos Eletrônicos: </a:t>
            </a: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Proporcionam entretenimento e interação social entre jogadores. 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Os jogos eletrônicos também estão se tornando plataformas de aprendizado, onde jogadores desenvolvem habilidades cognitivas e de resolução de problemas.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AA051913-3E48-1097-4BA3-C52A67D5B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aplicação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pic>
        <p:nvPicPr>
          <p:cNvPr id="4098" name="Picture 2" descr="Pacote Software Educacional – Jogos Educando – Loja Educacional">
            <a:extLst>
              <a:ext uri="{FF2B5EF4-FFF2-40B4-BE49-F238E27FC236}">
                <a16:creationId xmlns:a16="http://schemas.microsoft.com/office/drawing/2014/main" id="{48A26DF6-CED6-14F5-F13B-980C9B7F3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5443" y="4019308"/>
            <a:ext cx="9292560" cy="522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673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00E0-9570-1C26-3B2F-3CA06CC2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FFF529C1-3353-E2B1-16B0-6AA419AAA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FFFAC63-02C4-A089-2125-39015297323B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52CAFDF7-53A5-FC07-34CF-5D07194C8E16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86DE919B-0465-213A-8E6E-2B6F959CDE3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3F3BECD8-FB2B-352D-E703-093B07ECA17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6F1A40F0-A3FA-588D-8C96-6B4B81E0186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9AE5A25-B4B0-4530-EF64-3D17521DC6E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3CA95B56-286B-0380-EB0F-4F361DB5B63C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08314B4F-78A7-7702-E68E-21524460AF7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BB344369-2975-38B4-BAFB-904B698E818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6003EF3-B366-DB06-7500-D4A77301F03C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B6A02D87-B07E-6DB9-27C6-0EFF6968F211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DD151EE3-7A72-03B3-BA22-A4468BD0D4A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5CAAC35A-45B7-9F29-F913-CBD52E61E85B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44A0149F-1B3F-2C13-8BA3-1FE8AC36960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0D8E9EA9-EA99-CCB6-B90A-7EBA896A46B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21402ACC-A933-92C3-E350-A7B35018CD8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272EC63-08EA-2886-5C92-37AF65FDCA13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CA15C30-2D01-3B6A-5B44-7A5B89316D6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B878BD66-8541-75C0-8DFA-B91C2897991E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D30B9319-1534-7C6B-7AFA-9FE433F0B7F8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2C5CBE7D-230A-4DE4-8600-E3B172B7A588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F799A17E-8F4E-94F6-062F-D6BD984B2BE5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17812D01-015A-17E4-3F62-44AD9CF809A7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F3CA93D6-232F-A817-49D7-F47FE5611BAB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105F31EC-CF7E-BFCB-1AEB-B9CAD3A7872F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AF0BBAFD-1FF9-B053-E721-E037EA04B0D0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D82723E-326D-F8AD-089C-A8368B586B04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4DD7E014-183C-F49A-E1BC-276D1F123FE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CC0E0DC5-7F70-F0C7-F557-FCB3FB4ACAB3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7422884A-2B54-E85E-4168-FB2F2EAA81C6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263D8911-3EC1-AA3B-0699-BBDF9F228E79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04A05F86-C9BC-F0DE-1483-8674803664CF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DBDE58CB-C26D-1BAF-EC36-D45F04C3FC31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F7A0B8B4-1D91-924E-9329-5D4AC27905FF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6E2B5207-C66F-EAA1-DD79-466FC3F2D9A1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76038FEC-2542-6D26-0680-F387473215F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F82C136-42E7-627C-8C80-93895889173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473B494E-997E-4FE4-9098-AD2073FFFE45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A8F5AD1F-AC2A-5D13-D47C-C8CA042933B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EF8875C8-FEFF-8AB8-A5F2-74C61F3C5EB8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B775E3B4-1B82-8379-DC59-067FE6CA7F27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75B3BABF-6296-13C9-AD7D-5D021E838CFE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8CF9E3F3-07A5-CEBB-19DB-4921D2FC5BFB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D1B49ACB-DFDC-0EA5-7810-B32AB9C3362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2ED218F8-6FFD-017E-8400-354F8BB0CC38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A4D9FF21-8066-F991-7EBC-9D07F8F24838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609A7BF0-B864-6ED5-847F-94666258719B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15FD4A82-A9F6-B8B9-A171-627B29B59EC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2AF5AEF9-B18A-C83F-FE8B-0165F0E36D6F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FDD748E7-EF58-AEC6-8594-6EF6EC3DEBC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F4777A28-B224-1FEF-3397-51A7C8278F2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7C25EEDC-8F9C-D9C2-4AE3-2F0961767FE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C4D4267-405B-D34F-A06C-4693920B1C35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831E8C20-66BD-75FA-63C4-945A3C51AF0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5BD41FFD-B0AE-BC52-8DED-5221A23BEA6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4FFD6ABD-76DB-A14C-BCB6-B5A547E8590A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B0B8EBEE-F985-0D65-E618-2D6B6B1E283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F2F56E9D-8F11-0476-E7B7-D78293573F8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81559C87-5F73-395A-3F03-86BE71993570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518A9976-D7B1-38AF-E4DA-90314BA0B85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E7F6C58-6B21-2232-4F72-F113D483457B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B80D0FDC-0287-FC39-90C8-F27461159BD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AFE20E7B-FCE4-8A4F-2F10-3FA360516DA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82461540-AE91-419C-55D8-EEFFA40FAD8A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B94A8333-CBEB-8C8D-B03C-C2EF44BCFBDF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E16C6F78-9DC0-57B7-78AA-4AB0FB44BF8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CAE0A059-33B8-4A2B-D720-9E071E9CC8F4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9DB53FF-868A-C7DC-4E53-8F44152323FC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EBA1C36A-3F5F-0E15-CEE6-13653AFA0493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DF203D68-9207-EFBA-2579-23733997D6C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B92C5D29-9A17-D9EC-61D9-2CD0CE8E0002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C25557F1-313B-4022-F1AA-B9C463F1D03D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8A78B3DC-385C-1CC1-3BA1-D82EBA32CF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68C46F06-C2B8-3A85-51F7-C099DCC91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850" y="3915036"/>
            <a:ext cx="14449370" cy="4215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Softwares de Design Gráfico: </a:t>
            </a: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Como Adobe Photoshop, Illustrator, que são ferramentas indispensáveis para designers e artistas.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Eles permitem a criação de gráficos, ilustrações e manipulação de imagens em alta qualidade. 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3BA095D8-2C82-46EA-B683-7D7AB7D51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aplicação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pic>
        <p:nvPicPr>
          <p:cNvPr id="1026" name="Picture 2" descr="Download e versão de teste grátis do Photoshop | Adobe Photoshop oficial |  Adobe Brasil">
            <a:extLst>
              <a:ext uri="{FF2B5EF4-FFF2-40B4-BE49-F238E27FC236}">
                <a16:creationId xmlns:a16="http://schemas.microsoft.com/office/drawing/2014/main" id="{5D2E7BE0-1455-8477-B096-007D5EAEA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220" y="2014108"/>
            <a:ext cx="4715104" cy="247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dobe Vetores, Ícones e Planos de Fundo para Baixar Grátis">
            <a:extLst>
              <a:ext uri="{FF2B5EF4-FFF2-40B4-BE49-F238E27FC236}">
                <a16:creationId xmlns:a16="http://schemas.microsoft.com/office/drawing/2014/main" id="{90630890-B5D9-9A46-F376-BEC2B47CF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6630" y="6156786"/>
            <a:ext cx="29337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dobe Photoshop: Editar Fotos na App Store">
            <a:extLst>
              <a:ext uri="{FF2B5EF4-FFF2-40B4-BE49-F238E27FC236}">
                <a16:creationId xmlns:a16="http://schemas.microsoft.com/office/drawing/2014/main" id="{3EE21734-BE85-A7C0-01B4-23164943C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380" y="4587844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rel Draw 2024 v25.0.0.230 - Comprar em INGATECH">
            <a:extLst>
              <a:ext uri="{FF2B5EF4-FFF2-40B4-BE49-F238E27FC236}">
                <a16:creationId xmlns:a16="http://schemas.microsoft.com/office/drawing/2014/main" id="{18786071-71D6-859B-4772-E8400D76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1917" y="803998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278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6ABD-B91A-9ADB-1672-D6C6F090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8CC9086-8F3F-C779-8182-11DA84881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AB0907A3-C1FC-05B1-2DED-30913D588CDD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C35DD39-19EF-2895-165A-DDFB21AC40BC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769666FF-1C3D-6FBB-568F-8406CB97BB42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94EF8A31-DB7E-EE51-4BCB-7E0BC2C1039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7BA0C76D-DDCA-4104-3F9C-06D036441F1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D6F7B62-8205-A971-2550-E5A4512CD6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F9CF5A11-4EAB-2108-C3DD-C8D035CE896B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1CCA2CF-3D55-C41A-890E-B60117D6504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72017E1D-E7F4-7733-CE88-A94E5F846CF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53FE0DA7-B7EB-79E4-5782-5B14DD450F8B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B5079F52-75DE-6F92-E58F-DEF01E37FD3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CA32FD08-C8CE-8C6F-A1B3-8C2FBFAD6CC5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32B47C35-2181-F836-6A0F-0BBCF69259C3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A32EB13D-A947-213B-AF39-D814EC71B151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7B4B1BA7-9CBA-3855-0092-439E4A1C8258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AEE287C-42F4-61E8-AFE9-235612DC31E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FE662B2-35ED-02BD-5E90-DBE23AF4C793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707E9313-12BE-3439-15E6-44BEE63D2807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F686310A-A682-34F7-6EA1-28F897D8E48E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5E64901C-62CB-CF84-8072-BCBC4B45DBC7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FA2FC710-1F73-F00E-B7D8-F674F8E8ECF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C73F7972-077C-9639-B749-E30FE2AC0FF7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CF262242-7D9D-5D6E-8C7C-99E1AEE6F408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EDBE17F5-D05F-174A-D343-479EFD51C9E9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3A917B45-EB75-27AC-8AA0-B1383A6647E7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0DC2CD85-C4AF-2A2D-7EC3-83DDFEDC082D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8A59C6F-F4FF-B17F-04ED-59F88ADDBCBA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EB959CF9-3F4A-8E1C-2AFA-3C954F7E208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CF97BCEB-20B2-32C0-D56B-6C2815DBDD14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AB56AA04-FB41-EF65-3B35-0DC332275D73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83C0C6F-3404-5D70-8706-36383A9754A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55BE0FFA-2C8D-FC84-DFB3-5735B4741A07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40FB354-B6C8-FBF8-F529-95071668F5B0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D132275B-37EC-2E63-E83C-BE4D48993F8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6A4B86AA-4680-6405-1177-864771FED91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93198B5A-B07F-EF47-20C3-27FE104C7E6E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89685AFA-D0A3-D0F9-5C51-35D438DAD6E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74096FEE-D07F-6219-40EB-5587C56EDC6B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2B42E040-2928-ACC6-AB8F-1CD905EB6563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9DE48D38-25AD-820F-A4E2-44739015B9E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5A9A6570-AF49-4DAC-68C7-C97D7B4C8EB7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A0947E09-A92C-50A2-FF8E-23338C371D8B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4C4155BD-FAF3-0042-B3BF-2E76BD26D426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7978681E-ECF7-B93A-BB28-3ECA40C090E7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5BE472EE-BFFE-1349-F8F4-969C7D1CD437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CCA45EFD-5DA0-D22C-8146-15C8418FE55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64C2B560-54D2-CDFF-315C-AC7C1083152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1EB84A7B-ED41-D077-6BD5-78ACE0A8C933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DF5138EC-A5CD-761F-F595-9CA1C0E46CB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C8288253-75E5-04EC-35E8-D51F88EF57B5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2F9035F0-43BA-A5CB-9CBD-3659EC02A61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A9CA7847-F801-D55D-0A5A-090BECE6F8A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27D2DCC-7A04-B3A2-77C6-2CEC1E3F54CF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E4A4D6F3-19AA-6238-5F76-4177DF124279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E7608D82-1F02-5D43-667F-198AB8B86BF8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F0BBEF4E-B1C0-F9D6-8078-7559DF40C7D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5B74CF47-6EE6-F45E-2EAA-ED354D311644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F85ED401-52AD-21A6-F483-FB77EE32F45B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C2696EC9-4B74-0419-8347-B275C623FCFF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85674A29-41A5-FA7B-6E0B-0AFFE839D826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8CA520A5-0D1F-2B96-A0EE-F587B1F6486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0BF3DF5E-B4E7-6438-2C79-77176D869780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3D24AA72-340A-EB1F-B385-1773309EC61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0FA823B0-61CE-736C-B6BE-4C718F493F9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7E2772A6-A4F1-19E3-B616-3EF8310BA8D8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AE49B5BF-C238-ABA5-57E9-C5AF09C3843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CDFF67CA-2062-4C38-BBD6-1C3BB62E6ED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0269A1DD-F9C8-A6F8-6D2D-27FA91E5DAC2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0C8214B3-0738-14C0-0741-637DA0720D40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8B73D1BF-D3F5-8FEE-4AC7-894E174AE3E2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A7E59CB6-5E94-209C-FF6F-987813879EC2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276C5F20-2716-1DF2-91C8-85A235305565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41C417F5-2C76-4B3B-B9F5-AAE464C07E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C7713448-6A2C-C598-13C8-375618D1E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050" y="3427859"/>
            <a:ext cx="14449370" cy="4831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Este tipo de software fornece ferramentas aos programadores para desenvolver outros softwares.</a:t>
            </a:r>
          </a:p>
          <a:p>
            <a:pPr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Editores de Código: </a:t>
            </a:r>
          </a:p>
          <a:p>
            <a:pPr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Como Visual Studio </a:t>
            </a:r>
            <a:r>
              <a:rPr lang="pt-BR" sz="4000" dirty="0" err="1">
                <a:solidFill>
                  <a:srgbClr val="474747"/>
                </a:solidFill>
                <a:latin typeface="Montserrat" panose="00000500000000000000" pitchFamily="2" charset="0"/>
              </a:rPr>
              <a:t>Code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, Sublime </a:t>
            </a:r>
            <a:r>
              <a:rPr lang="pt-BR" sz="4000" dirty="0" err="1">
                <a:solidFill>
                  <a:srgbClr val="474747"/>
                </a:solidFill>
                <a:latin typeface="Montserrat" panose="00000500000000000000" pitchFamily="2" charset="0"/>
              </a:rPr>
              <a:t>Text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, que oferecem funcionalidades avançadas como destaque de sintaxe, autocompletar e depuração.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7F2B511F-D610-BC94-83E9-D93973643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programação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pic>
        <p:nvPicPr>
          <p:cNvPr id="2050" name="Picture 2" descr="Visual Studio Code para Windows - Baixe gratuitamente na Uptodown">
            <a:extLst>
              <a:ext uri="{FF2B5EF4-FFF2-40B4-BE49-F238E27FC236}">
                <a16:creationId xmlns:a16="http://schemas.microsoft.com/office/drawing/2014/main" id="{50E0C1DA-0543-22F6-760C-E1F2BEA20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9762" y="312325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sing Sublime Text as a full featured PHP IDE - vazaha.blog">
            <a:extLst>
              <a:ext uri="{FF2B5EF4-FFF2-40B4-BE49-F238E27FC236}">
                <a16:creationId xmlns:a16="http://schemas.microsoft.com/office/drawing/2014/main" id="{1CE9C2B6-1217-CA0B-437C-0903C7DE9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4926" y="5699421"/>
            <a:ext cx="3595980" cy="201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269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298CF-A1A4-586A-23F6-D3C8C9B3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042F30BF-35F7-05EB-0931-5288B5016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F3BCF67-1A51-93A6-424C-922EED5E3BE3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2407BD94-F80E-D97F-9808-2CD67AB2E523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70345615-7376-6EF5-1F0C-0EBF5530730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16180E28-63F6-55AD-8A1D-5415F737AD8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832A5AF2-91D2-4D5B-00A0-DF5165CBA6E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329AD7C-81EF-F0D9-95F1-24219B253EC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EADFBB4A-D9FD-3C71-03EE-D5899F8787B0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D92AAFF-A0D2-F1ED-E89B-246D24F6131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81A2251D-FD4D-7DB2-922F-FADB211779B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786327E7-C521-20AA-FA41-54CBAC8FBA4F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E253B83B-3A71-4AF8-423F-1A5CF0C91FC0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801BCCEE-A82A-834F-39E8-9E7F56A89499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4A0A4650-0FAA-929D-0D72-2CC8F7DC2755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A68EA13B-003D-2E0C-DBEB-8BDF9C4EC281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88466D55-5190-B9D0-4FDF-0405DD09E277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4C0119FE-0EA1-AE19-DE61-FDF1BEFB805F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F0E9F706-89A3-8899-0031-C5AD169123C6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3BD3BC8F-63B5-6F2F-50E6-140DB1DBCAE1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4C71B7A1-A3A2-0B94-4C20-9322227CD3F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96D314F8-B99B-6597-BEA9-E49209FD3A84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EB963A53-6716-21B4-8601-A3CBD5FFA84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30A245C1-3BD2-D7D7-A967-B1B6F551F068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A8C12A55-FB67-27F8-46A1-04EB5B342A76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046C895D-560E-2526-821D-D4696CB70E30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5DC4E5A0-6AD5-3CCE-E727-1D4CA4C74D6F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FE114D4B-AF44-30B3-4716-A2FFF1F25CC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68C86BC3-6B4B-5089-9BDF-3BB006174AA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7FF4AD49-5E2E-2B5A-CFFE-91C17F38BDD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B8E885FA-9468-29DC-7910-63497FF076F4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9DCFDCF4-C682-C4B3-1603-16D809834DC7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1CD57D1E-754F-41F2-F689-03AAA2CED57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E5010A3B-7A9A-200A-B767-047E611F9ADE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E5ED260-65DE-C5DB-1386-FB1BECB21D89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15CFA9B1-0856-43A7-8884-CA65BEFB22FA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04DC6D6F-4935-C3FE-FB2E-690E87CD021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22606D90-E291-2DDA-146A-AC79FA62AAEC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BC1337A3-5440-229F-1D06-4FA18B45836A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87249DDA-86DD-F90C-1245-2C9FFC5E6A43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F404463E-100E-0597-B34B-3B15B36297F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312AA685-FFC5-CCF8-3AE8-AAEA14CCBEB6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E8258CA5-8377-49EC-68D7-21DDB4F642F0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0C98BEA3-C0C4-93D5-7248-B0D3A83C936A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33D78661-D51F-7C4B-3CCD-C0B8787B17FB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6F3A4914-CEDA-97D8-F124-FF60C9FDC3B9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6039CB6A-A9E7-610A-0425-6F03E0DB83A2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93EB6A89-0CF8-360C-255C-13F95DA07A8D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26860452-BF40-1DC3-D67D-E9667A57ECB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EB504C34-0947-0B43-2E3C-7B2D5E05106B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AA95EF2E-6F1C-5B33-DF44-B02C0A2A129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98D0EF0-E2AC-0AAA-150B-F80146F8D7A9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B8C5E08D-1767-CB7C-2686-EB00AB655544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7EA6890-A55D-B41E-CD39-AE4F69E384A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11041944-5628-B492-9837-1B5E7083BBD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7485A762-B861-5629-0234-FF8A4DD59EFD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43653CF9-FD1F-5122-2F18-A21B949EC7A8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AC066406-0EC4-BBC5-035E-6FCCC35E8BCC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76680D1D-405B-2446-5407-3530AAD94E5B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3967C8E2-3A8C-5861-3556-1D503A82C5B1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B065A53D-CA9B-A7B2-BB9A-F94A32C4CF4F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5CF0FF5B-B0DA-F666-D245-471551EF5FC3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938FA137-F301-7BEC-A648-30DD3FDB2179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80DB45D-F5AD-117A-FE39-2F8210783650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E4900ED2-B98E-955C-A338-F66F76285B3D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030FED21-E53A-E955-B46B-630E76B3820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0CDDDCE0-3FE5-BAA3-F8FA-301D9A20F21B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9E958809-57C9-7621-1FDD-E318A07B89F7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F89EDDDA-AC4A-FB4D-4F0D-29CB463EBAE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C4813FB1-9401-CAAB-5883-8A9CE01961F8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9459D9A3-F543-22F2-B313-342A6AA2FC76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D99A73F1-76D6-A803-AB98-21390111B310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DCC3F742-D572-A107-C375-6F0CFC6FB893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5EBC0DF0-D730-7A3C-C7C8-218220C32B4D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703801FB-B23E-D633-5203-F6C59EA24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E112614C-5E4C-13FA-324C-44411D7CE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050" y="3427859"/>
            <a:ext cx="14449370" cy="5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3600" b="1" dirty="0">
                <a:solidFill>
                  <a:srgbClr val="474747"/>
                </a:solidFill>
                <a:latin typeface="Montserrat" panose="00000500000000000000" pitchFamily="2" charset="0"/>
              </a:rPr>
              <a:t>Compiladores: </a:t>
            </a: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Que traduzem o código-fonte em código executável. Por exemplo, o GCC (GNU </a:t>
            </a:r>
            <a:r>
              <a:rPr lang="pt-BR" sz="3600" dirty="0" err="1">
                <a:solidFill>
                  <a:srgbClr val="474747"/>
                </a:solidFill>
                <a:latin typeface="Montserrat" panose="00000500000000000000" pitchFamily="2" charset="0"/>
              </a:rPr>
              <a:t>Compiler</a:t>
            </a: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 </a:t>
            </a:r>
            <a:r>
              <a:rPr lang="pt-BR" sz="3600" dirty="0" err="1">
                <a:solidFill>
                  <a:srgbClr val="474747"/>
                </a:solidFill>
                <a:latin typeface="Montserrat" panose="00000500000000000000" pitchFamily="2" charset="0"/>
              </a:rPr>
              <a:t>Collection</a:t>
            </a: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) é amplamente utilizado para compilar programas escritos em C e C++.</a:t>
            </a:r>
          </a:p>
          <a:p>
            <a:pPr>
              <a:buNone/>
            </a:pPr>
            <a:endParaRPr lang="pt-BR" sz="36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pt-BR" sz="3600" b="1" dirty="0">
                <a:solidFill>
                  <a:srgbClr val="474747"/>
                </a:solidFill>
                <a:latin typeface="Montserrat" panose="00000500000000000000" pitchFamily="2" charset="0"/>
              </a:rPr>
              <a:t>Ambientes de Desenvolvimento Integrado (IDE): </a:t>
            </a: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Como Eclipse, </a:t>
            </a:r>
            <a:r>
              <a:rPr lang="pt-BR" sz="3600" dirty="0" err="1">
                <a:solidFill>
                  <a:srgbClr val="474747"/>
                </a:solidFill>
                <a:latin typeface="Montserrat" panose="00000500000000000000" pitchFamily="2" charset="0"/>
              </a:rPr>
              <a:t>IntelliJ</a:t>
            </a: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 IDEA, que fornecem um conjunto de ferramentas abrangente para desenvolvimento de software, incluindo editores de código, depuradores e sistemas de controle de versão integrados.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26C50BC0-36A5-9C19-4717-8F07F0C12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12016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 programação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pic>
        <p:nvPicPr>
          <p:cNvPr id="3074" name="Picture 2" descr="What is GNU Compiler Collection (GCC) | Incredibuild">
            <a:extLst>
              <a:ext uri="{FF2B5EF4-FFF2-40B4-BE49-F238E27FC236}">
                <a16:creationId xmlns:a16="http://schemas.microsoft.com/office/drawing/2014/main" id="{304B1FCF-0F00-D5C1-A42F-9169CB0D5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174" y="2148967"/>
            <a:ext cx="3044635" cy="303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/C++ - Samyak Classes">
            <a:extLst>
              <a:ext uri="{FF2B5EF4-FFF2-40B4-BE49-F238E27FC236}">
                <a16:creationId xmlns:a16="http://schemas.microsoft.com/office/drawing/2014/main" id="{6E1982BA-9B52-FA6B-57B2-67F6B1392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405" y="503799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clipse: A Brief History - IRI">
            <a:extLst>
              <a:ext uri="{FF2B5EF4-FFF2-40B4-BE49-F238E27FC236}">
                <a16:creationId xmlns:a16="http://schemas.microsoft.com/office/drawing/2014/main" id="{41C65A15-2EDC-4D76-8A39-FF51EDCB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2728" y="6880523"/>
            <a:ext cx="29337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erminal do IntelliJ parou de reconher o bash do git depois da atualização  – Ezequiel S. Daniel">
            <a:extLst>
              <a:ext uri="{FF2B5EF4-FFF2-40B4-BE49-F238E27FC236}">
                <a16:creationId xmlns:a16="http://schemas.microsoft.com/office/drawing/2014/main" id="{1CF65E7D-7230-1D12-3373-80EE96582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6998" y="8372612"/>
            <a:ext cx="214312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38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C595B-F7AD-4934-8DB2-F6E62665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BA742412-EA37-6513-BD98-C2729B853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683" y="9519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3CE27B81-C0DD-ED90-35E4-2274E76EA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CDB47955-69F9-E416-D70C-16EAF2949281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0FFB1174-E849-EC80-886E-9996823B3BE8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56630FF8-0934-4A01-92D0-BDE0A709893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E666A473-599B-C9BF-06CB-5AF09143A49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37F7C26F-D7FE-5630-F1C6-9D6581D475E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798F539-5B48-5893-7DCD-DDAFBE63A3C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025B4AEE-A820-49F9-8CC8-1EFBB5D3F9C6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E7A067F-B51B-109F-DE49-E3371BD19DB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58C28AD7-6ADA-1FE1-EBC6-0476C6863A1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21D5D5EB-AB4A-A60B-097D-50C1F8632C29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11EBF22-96AB-2161-69E0-9D8B2C16BF2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020267D-F00D-A375-A72A-2920ED53E453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BDF94D71-446C-FF25-BFD8-EEED15586FA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C8EEB37-D3AE-833F-E72C-192E7B00848A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69389BCA-4073-F3C1-0D15-BDFAB52FB31D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21B02DED-1977-17CB-74F0-2FD606784181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629A5BAE-FD97-810A-4931-CE04395C612B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EFF63D91-58C5-6732-14B4-C35750737925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EFF2045A-0016-EBF1-8313-08848A85A75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DEBA1BB0-3483-A26C-29AD-0692D35A41D0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CE9A6732-A43C-8339-3C26-AB619D39EFA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3D6022F8-8E74-BB15-1DF6-EB5C3EF19B9A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A9BDF0A4-ACBC-B1E0-108A-4948F34689A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2F76F422-D402-9B71-DDC4-081B4949A7ED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BC91F8EA-0D85-4278-CF23-F905001EC3E2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CA5094E8-9821-408B-1C22-A6130648A661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1103D60-F638-AE41-E275-30D7353F7E09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44671E0E-9AEA-352F-CEB5-0E5E542B9479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1CD72371-0780-DC42-7290-289117995D35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DA4DD2F-2D78-267C-66FA-0601AB695AA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9F03BD14-0D48-3BCD-5864-4DB00A86033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6286C1A0-8A61-FDC0-991A-0A6C61561FFC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D1FA1FE-43BC-29C4-BFBA-E72DE3A6237D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20101CB7-6061-3401-DF58-8252BD4B7E14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6AD9B557-6FD6-55DE-AA5C-927222F871EE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4C96A42B-DEF8-8C42-1CB5-6A3C5B3F4A9D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528E077D-0550-CAFC-82B4-4E86B60AC902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EB72849C-583C-38FC-EDB0-75ED0667F7F0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FA6B8129-D313-68DE-4041-6D144F0DAB9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95DE527F-F014-A234-8E04-EA2DF6EAE211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DFEC7D17-02C9-F39D-3CB7-FDD57D7E3DEC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9DC96191-73D9-D9A3-8174-CA18FA9D98E0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68FAB68-4E00-C04E-2C2E-AE9B9DEF33E6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9B304E7A-B568-8EE4-B07B-5BB0EA1FD641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34E36743-D232-620A-E175-F2BFBD8488A1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46102783-9B7A-34C9-439C-32D4D4A6125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A0CA49D0-F99C-3CE6-0FDB-55F3BA5743CF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E0FD34A2-F513-643C-18FA-28F52063C814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DCBF487D-884E-7C56-E0F1-F2F0377F606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E356961E-EFA3-533E-DDD9-85838D363FA8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B8FF9BBB-FCDA-5045-D58B-518E492B7FD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35D7E971-0F7D-6FE2-F614-AD46A0465B6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2C2F6580-BFF9-87F8-D384-F22986AF65A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C5DF3BF7-7F71-03D6-8C59-58991DBA0C65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4460344-D7AE-E65E-B026-3008D93B18D9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05CC5BAD-FF15-88A9-6BDC-148927E1EC54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CDEA8A31-DAAD-D4AB-BBDB-9C2942AE3EA8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EB767513-989D-0E75-20D6-CCD8D38ABA0B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AAD6A343-5E81-F7FB-51A9-C09DB8B3459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209F9767-083E-2018-4257-2EA675331B76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4737942A-D9BA-19C0-E9F0-BE704C61381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945ED11-CE1F-43EE-AF24-345A1E37083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7329A519-7D0C-10A9-5EA8-ECF9EBCFB6A3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9B88BF60-034D-4663-CB23-1A52A4A37597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078BD243-3905-CEBC-8C1E-51CC7D94EEC6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A6B9511D-D041-5C16-BF50-CBA6D87FA45C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DF6908E9-067B-C54B-59D6-67F0A2D13B4B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39D63B8F-4276-94AD-4C0E-D56799AA7D38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17805342-570A-4394-BC36-BF6CA08749A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54015BB5-A57C-53DC-767B-F3AE0ACBEEE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B86B85BC-2972-C379-91CB-89973D5D840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AFCFBBDD-EC24-BD13-05FD-DBE901F544A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868B403B-2311-22A9-D80B-8950E2EBD8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CB0D36B3-0A3B-7BB0-2659-D40D6BAAF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1" y="3715952"/>
            <a:ext cx="10210800" cy="507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sistema operacional 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é um software, ou conjunto de softwares, cuja função é administrar e gerenciar os recursos de um sistema, desde componentes de hardware e sistemas de arquivos a programas de terceiros, estabelecendo a interface entre o computador e o usuário.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42625F-EB79-AAC3-4825-F825A2A9C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7446" y="3853305"/>
            <a:ext cx="7711695" cy="440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7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F7DF-8E04-C7A0-DF1D-32FE0310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D2F67427-13AE-C59F-83C5-0B2B697AF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DAE573F6-8E44-D997-91D4-68153F90B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BE724FD-6A36-5115-EB20-3C9E96C8B45A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B84DD6B-3217-213C-119F-3D802B19119F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B377B1B5-EB3F-677A-2B02-E4E08345195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FEF2E1DF-53F7-B20E-8039-3A04964B65D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9C218DEC-79F0-F141-A3CD-72CE1EBCE89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3CCA893-FBF7-B0DE-B927-1B807FD89A6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CB16807D-3034-C591-9985-C0387E23D2D9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066373A-B7E4-A971-78B9-53BB197A8F0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0F708CA-1D74-790C-EED6-EE7B6EC97EC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76ABC626-8179-C1A6-D419-3EE9DE22CE5D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82379B5D-A0CB-06BC-6D8C-B99EC839E28A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DDEE9FFE-5368-BCDD-38D3-15BAB236FC9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E3033BC5-DA5E-42D4-7B65-3E00193D3030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100D8177-579A-E7E6-CED4-D24AE99C548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0B1124CB-2550-0430-C88B-3B81A60F5BD9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7B149DE-5C06-22C3-6EF5-0A4D8599EAAE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B1B0A43-4E6A-B116-FE9B-15E83530FD8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7F0B9B20-623F-BE4E-9989-5367DDB16519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F34B578A-92D1-9AEF-5385-2FA1EBAFCCC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5EB7D85E-B442-1B59-BDF3-EAADDABCF394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592E3813-6194-CA69-7F37-076C6B576F96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79B8D68B-FF8A-95E9-A71F-B54EA980485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8928AF39-3A62-92E9-A8C7-C66B5733B24A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E69B592E-DE2E-2A44-45DA-5607DEAD8D7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641A7D80-654B-A75B-A19A-A934AC50D5C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12624594-BC0F-1096-CF86-35D5B719F2D5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E88F946C-ABFD-0A95-EE57-50ACA2FB4BEC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F3E739AA-C54D-146B-3B9E-0A6C4708C25E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F52C079-55DE-4C8D-76EE-70EF552D536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759CFFC8-C854-B191-F957-3AE87A6F04E6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E949C437-699A-7E60-33C6-0F24671F997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C2F8BBB-22A0-75C1-57B1-26B0A7CEC7BE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ACC62895-E7DE-3011-73C9-03576FA49A1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F9ED5B7F-1C08-B0A2-5DE4-CC732CCCF5BA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76ECE2D7-B2B2-08A0-B0EF-E49B8A6921FC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5AC066E0-2897-A25D-5D56-484E34563EBA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40586A82-71A7-3090-49EE-473103D46AB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D1553C3D-E97F-5268-2B7C-A1623B15C213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71EF0779-29AB-6062-00D6-B59153FF7A3B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5DEDB60-54F1-42FB-7DDF-90BEF384F4FC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22BBA61C-B457-01C2-0AA1-025ED1F5EB9E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FFFF1DCB-B4C6-90DC-E320-EE563481F62F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3EF19C53-FC6D-75AC-D2BE-5BADB5C9F49E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4699190A-72F3-2AFD-067A-7BC82DEE5E2A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2860A112-D2F4-8FAB-7B34-FBC028D3AE7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397F8C7C-E059-4B26-8551-9E40868C9FE0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3BAD9A1D-0C22-132D-99CC-F0847709C646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3C48F149-396C-34FB-5F42-3122E1862D3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F9F53AFB-B872-DE5D-1189-4BC20B4F7F7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7F5CB050-FCC7-BE43-7E6F-32B8447B44F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5AB40BA3-1783-DEED-D372-2398569AC88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1F14DF4D-125D-009F-EBCE-5CA7C73D602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2B4B451-DBB0-AC98-F106-A09FA1DC32DE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5FACB55-E2C5-EA33-41B2-B2C903286DFA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35A5AD2D-BC8D-9E2C-D7D5-B941D2095E8E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7A492A3D-6A94-0DF5-9AF8-1CDEC7EB177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1A8FC15A-E5D7-BB0E-BE62-D05225D1837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6CD8CD79-4BC1-E55C-CE19-3B62E6E98704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04B5C73-A687-D153-8AA0-16CA032B03FA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99C0168C-10C0-B9F5-4A24-E908E6F72B4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4639D0D5-DF3B-0C18-D534-0E508FB61AC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FEC91932-DE86-002B-715E-61D006C05BB2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0C563991-1154-76F8-CDFA-009031CF0DEE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BCC4A328-F053-0B6E-70FD-65903078AC7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53C7941B-B178-55FE-A656-2FA6319B55B8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F2FEF7A6-21DC-BF3A-410B-6792CACA03B3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CAEE793A-4073-DBE9-DC59-CBE330E800B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6DD0A378-5191-ABC1-D038-6183F3453EAA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17C9FC45-039D-898A-89C2-8CB5246E7DE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60F60A93-9CDB-5557-96F3-A475ED31582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B82C4F9B-3BDC-388E-A287-EED3BEBF28A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E07A7BFE-3797-8715-FCA5-381A9C977A3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36B7399F-EABC-14C1-0706-DCF54F0701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AED66CC-8865-6F2B-B4C0-278A6CCB8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63CA360D-5B69-DCCA-44F0-23FFB402C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055" y="2680531"/>
            <a:ext cx="8096250" cy="7576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Um </a:t>
            </a:r>
            <a:r>
              <a:rPr lang="pt-BR" sz="3600" b="1" dirty="0">
                <a:solidFill>
                  <a:srgbClr val="474747"/>
                </a:solidFill>
                <a:latin typeface="Montserrat" panose="00000500000000000000" pitchFamily="2" charset="0"/>
              </a:rPr>
              <a:t>firmware ou software embarcado </a:t>
            </a: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é um conjunto de instruções programadas diretamente no hardware, que contém parâmetros específicos para a operação de um determinado dispositivo.</a:t>
            </a:r>
          </a:p>
          <a:p>
            <a:pPr algn="just">
              <a:buNone/>
            </a:pPr>
            <a:endParaRPr lang="pt-BR" sz="36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Executa funções como tarefas básicas de entrada/saída e oferece as instruções necessárias para que o dispositivo se comunique com outros.</a:t>
            </a:r>
          </a:p>
        </p:txBody>
      </p:sp>
      <p:pic>
        <p:nvPicPr>
          <p:cNvPr id="6146" name="Picture 2" descr="O que é firmware? - Embarcados">
            <a:extLst>
              <a:ext uri="{FF2B5EF4-FFF2-40B4-BE49-F238E27FC236}">
                <a16:creationId xmlns:a16="http://schemas.microsoft.com/office/drawing/2014/main" id="{5A9C7675-A009-7790-06E1-63EDBE242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722" y="3529918"/>
            <a:ext cx="9965718" cy="597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774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7DEC-0C08-AA4B-A77D-A2F43CBC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46576C12-4375-B8C2-8259-1098232D6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1F306DFF-5AD7-2B30-4943-D9254B460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C6C1D4A6-8D14-2C19-4946-278359A1F7D7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217D7CAD-B647-DB18-4524-41940337BBDB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A9062089-A656-DB51-A503-9411AC8FB92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1F6F02CF-6560-C5F0-33C7-C7B6407EF227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C786B733-578D-A40F-0791-33F8E8F4D09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D268B0E-46F1-4359-776C-45C063DD58A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4C83C2AE-AE5A-B941-3A21-3FF9578E8687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F08912C-C055-F734-C42C-387E17D3CB5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37779A9-ED0E-ED32-0E1A-F67A9A379B8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CB34ECFA-0889-CC93-5284-EFA29C76A00D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358A1071-52E1-1FA2-907B-A484F4A196F7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E27F043-F1EA-7354-A97E-7B689C2B1BD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96F1F213-3309-086C-3DA6-642D020C3EBA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8EB380-CF1E-DE63-E3C0-9062CE430E65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CF11C3BA-4198-4E24-F2BA-FC671FE3CE9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25A1F696-4731-32C6-E6FC-CF3D21BACC74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F56CECD3-3B4E-2A7D-248B-FE1775C05B9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FDA57F7-2011-1ECA-F3C3-B41B15D5991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70CEE0FA-9F1F-F9CC-1B7D-72E25EE4BCD0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AE6EF072-D664-C37B-32EF-E33286C081D9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15BB7A23-5023-B1FA-8ACC-3B6F76801E6A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0A9A299E-4298-68D1-494B-869A3BD973F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670B49AC-3CF1-0081-7146-5F5B8E5D790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53F26523-0DF2-B48E-44E1-4CD1231DA03F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C5E48247-B495-C7A3-3F41-38ECCDB125C2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7DBF7C17-3A9D-2D73-0B42-7C70BFD61C2B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CAC58ED6-4023-4457-9BB9-E378127601B1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0C683401-6A11-661B-E3C9-9A5AD0B42D8C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01A627EA-DC24-FD03-61EE-9E30FBD15FE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CE822321-0180-765C-63F5-4BF970E8A789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698C1928-5161-721B-AF88-FD6923CA795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21686E1-3FE4-4352-C728-1D18AE7EB1EC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D7322FE9-ECDF-8BE3-0A40-291377C6E616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1185B76-6ABD-9261-73F4-93BD4A8B925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CBFD8F98-97C8-025D-CC89-824A20D27121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2E56C390-65FF-5CC0-646B-37EFA1DAE3DE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7B0793E8-2E2A-340F-E034-6C96747268CF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30198830-1CA1-DB6C-4514-F58572E5FE0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AE719551-E808-A253-6F13-85A5D4047F4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16A14E0-7534-3F8A-5778-CCE43A821600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68080821-D6AB-C06E-9BE6-279B8E3247A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D8C0145E-FD81-2F35-FF65-6C60E5B1A74D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245D164-D679-89B4-943E-D95F9A6F09B9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37F0A522-C583-8E28-A97F-6CF0E559B8AD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5F5E3C5A-A29C-36C9-8312-0BEB726FFE4E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0C4AA98A-0E7F-5862-BCAB-5145C5C50F27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C3062902-59D4-F39C-3E28-83C7FE93CC58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69F43331-9D35-BF8A-F6A0-A781558AFAB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E2BDC538-1629-DDED-FEB3-5D297DDA451C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2E74C9DC-4452-E734-7DA3-CADF549A90A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88DB22C8-F1D1-F536-91EB-BDF9B9528524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0F40A61-3F8F-3B31-8ECC-17D8DAD8A6AC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CE5D80B8-9246-498B-F7C9-EEFFA6EFC766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4BC80A27-2DEE-B995-4383-47FAA096192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0DD40E8-84F4-4AF4-28D5-6D398BA07C29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0F2FCCF3-B5EC-42C3-9ABB-B100385A079A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180BC8F7-8229-249B-F3F5-161E14803A19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8434428F-CE32-B2A1-4412-29884B38A397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44CFAA79-5A89-E129-6C23-F746DA6D6A0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AB5EE473-199F-AC2C-D9F7-A35E4DD34081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85C4B827-A02A-A7EC-66CD-DACC7FB1F223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88BF8DDD-950A-D6CD-120B-91206E0F9082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00E4888E-D4E4-8FC5-4DB8-E3855DB27FCE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CB2A64B5-BBB8-C990-0A90-89B85608F00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55323B83-F8B9-E641-E61B-C9997970C08B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8778309E-DB30-9506-11FA-90ACF6EEBE52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7307E652-BB05-79A9-7EB9-87DABFD598B1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F247AB4B-EA7D-AEC5-E17D-88BCF1BFD04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0228A8C2-A36E-E486-3248-B222D9BCA9CB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5C0F77FE-2E73-F2EA-118A-5F44314FC882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26DD8BEF-CE24-F246-54A7-9C150D6C333F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AFC9C74D-7762-6C65-68C3-7548F47E5655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186B8A01-507F-4BF7-5160-6D5D97A07F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ACCBC24-23F7-C227-3C8A-B9D29F473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85EE732-FFF4-8748-5224-1EE7B6607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848" y="2932398"/>
            <a:ext cx="16724238" cy="5447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kernel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 é o “cérebro” do computador. Peça fundamental dos sistemas operacionais, ele é a ligação entre o processamento dos dados e os programas. </a:t>
            </a:r>
          </a:p>
          <a:p>
            <a:pPr algn="just"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Mesmo estando presente no Windows e no Mac OS, por exemplo, ele ficou mais conhecido com o desenvolvimento do Linux. </a:t>
            </a:r>
          </a:p>
          <a:p>
            <a:pPr algn="ctr">
              <a:buNone/>
            </a:pPr>
            <a:endParaRPr lang="pt-BR" sz="4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09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E43DC-FF2C-37C7-EB81-5A0E18ED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8A97F723-E333-94E9-8357-E6072605D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66FDDEB9-FB70-B08C-A8B5-0FE8704A1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710616EC-DAE0-B83E-2F10-71836730365A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E3A2B6DB-2A32-4704-B9EA-B3EFA3FD5DC6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89B5BFB0-A702-908A-224D-AE5104EDEDE2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2F598C88-60BA-9CC2-18C2-3256119633C7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FA4421CE-D975-BD8F-BB3B-8F4BC89A2B0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F393FE2-FCF0-4D60-4E79-5E1ED10C9F7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2C54CC8C-5F6B-1333-AF24-2A3D5CA79C65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DDFEB3D5-B507-CC43-95D4-25122E2D672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F24AA20-5C52-EAD3-C7A3-AD7BE3B7D5B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CAA9EB14-B3D1-82A6-B761-0C6A81DF42A1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39CA658-E0A8-415B-6D46-0A26E19221F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DC10448-5319-7191-9E45-30369A2F3EE3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16D68383-7D85-B929-FD2B-F92B924B4F87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D90772A8-7FDB-4DFF-CDB7-CDDD5AE89440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7D989D72-1C1B-CB4B-94EF-4AF439ED036F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0B10B8CD-FB0F-0130-269E-5B0ACE5F2D6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B6D3BAA3-E114-4B07-8779-B1C4E223D38D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105AA64D-D3A5-9C8B-A97B-20D37C53E04B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8B47B64C-B575-BD8B-4890-FC91228E4F4B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D92AAEBD-CFEA-6519-E8BD-43477828B717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DAE1F7E7-E037-C751-5C04-5D29DC714CB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14363ECA-2E98-7DD6-AA6E-C56740210B54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8BF0918-5DC3-0FD2-A514-0E4885D7763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15648319-2B38-38AD-491B-2EFA81A1C92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D9C2C52-A40F-5D58-5F61-51CA42C5B8D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6760A5D6-8366-AEF3-125D-9C74DD4EC41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C81A84C7-ED0F-3D1A-3320-C935619216A9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33DED146-C0CA-8700-B4B1-0503299EE99C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8DC997EF-4509-4B26-389D-19C10EE70A1F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7E4FC1B7-CB54-A4CE-3C9A-26777E11896F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AC055866-F28F-2B87-0FCC-486FD3561D8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B5B1155F-B35F-1E05-EEB5-46BF372E1CC4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6E9CC1FC-79BF-AE5F-CDD3-9059AC394956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22C6C195-2793-D6BB-B8EB-042D5D3B8FDE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5FC43250-66DF-87CC-83C8-47975AACF849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BDEDBE4C-D037-A842-399E-DD713508E83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4A360990-2062-7008-1A18-F429D2AA70A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F6C507A1-3414-CBEF-6E80-09CCB11D9E12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6B29A33D-83E7-7FFC-2CB8-CF7FF7B2034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670A2515-4A3F-816C-4220-604447629F4E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8B4418B1-B94C-268F-E7F5-3207AB244EF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C85B28A4-E447-351A-0D8A-E9CE59648232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EFE47BB7-6BE9-9F1B-0921-02BC2819C454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42BEFA07-6242-2BAF-1C17-67283C7BD8A5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C6E13EB8-7E60-6ADC-6387-D6CF7E6BA647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0C6F2664-F780-6084-D7AB-AEED4CA10A5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230C4C2F-6113-BD0F-83F2-6DBE1425657F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CC3D34CC-3420-D210-CF55-99D7316D57DE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0FB26A1A-3205-1F91-F809-B0F58E2D454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0ABDC716-A141-2448-439F-7E6A8B815DB3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5FB379E0-5EFA-28BE-A123-FA20F1B4964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0B3933A1-6B84-44A7-B6FE-50C6371BB4BA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5453DE8-B6CE-222A-BD3A-172002E270CE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F361F69C-8911-2DFE-48DF-14AD9AB248AE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8A2E675F-7535-A775-2E7C-052AC845B55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DFA5DB0A-1CFF-6BC0-0294-F35F479AC43D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D8E6C4D8-C7E6-BA86-DA7C-98008C173C1D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F704BD39-B0B5-83F5-DAB3-50F051B7B852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97D00B15-9B0F-2725-8DE6-ED241FA9EC7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31F2A6B2-9622-B7CA-C5B3-80BE87CCDE22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52F8DEDF-93C7-E9C3-9EB3-BF7B743DE7B4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7A30367E-6211-4C79-8D35-99487FBFA570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7BA14D82-1C3E-F6F7-5F61-3BA62574BAF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F1F8CB81-5ADE-927B-3C89-F932153B87D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A943EC2-7F5A-C730-05B1-366814AC31F2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55917770-92A4-6B4C-9210-650D7D78D5E4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8BD6242E-D60A-8479-4EFD-6A450B559C9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E2F693DA-E4B3-EAA2-087E-773176D3CC15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ABA41FDD-B845-F1C4-7ED6-19B50D5E3466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7A555F90-899A-4BF1-F275-1AB084FB7BD1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63F70571-7B50-B397-3DE2-25E668DA5B63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2B6640C3-4BDC-A618-E76D-51EE93AC505C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B2D8D5B7-A079-FB83-214E-AD661EBDDD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C71BC2C-035F-B146-199C-178EF30EC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A7CF0708-BA20-0500-371B-E0B9AB811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480" y="3794172"/>
            <a:ext cx="15651802" cy="4462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Um </a:t>
            </a: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sistema operacional móvel (SO) 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é uma plataforma de software especializada que permite a operação de smartphones, tablets e outros dispositivos móveis. Ele foi projetado para atender aos requisitos de dispositivos móveis, oferecendo uma experiência de usuário rica, desempenho otimizado e gerenciamento de energia eficiente.</a:t>
            </a:r>
          </a:p>
        </p:txBody>
      </p:sp>
    </p:spTree>
    <p:extLst>
      <p:ext uri="{BB962C8B-B14F-4D97-AF65-F5344CB8AC3E}">
        <p14:creationId xmlns:p14="http://schemas.microsoft.com/office/powerpoint/2010/main" val="1348572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5113-1E65-4456-95CC-F007A4D4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0C7E4715-AF3C-9B51-B993-797B3B8F0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99A603D9-BDB8-16C6-FD46-BB8749CC4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D501D5FF-E650-D196-5287-906D7EA11ADB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003B4B3B-CB08-5BF6-86C6-B2A8FB703D88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4C5AADB4-8C9A-00CB-B90F-79FDBFC31EC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3FA1F832-8804-B397-1840-A0EA14BD1F1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97A7D7CE-FAAB-FAD5-03FF-F16C5DD4FBF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19F60B6-ABB1-0C74-3434-6C4158D6986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F7D8913-F749-890E-5D3E-9589F489E2C6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ADD3DB4-2EFD-16D0-88B2-46734258503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52F277A0-4E05-F62F-B342-8AA6F08D9C9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E351AB16-BD66-60CA-FFC8-E26B1D3E724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A01EE292-5B8F-1F9C-F359-4104E8C7ACDA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22CB50DC-BCBB-76DA-66E7-CC28D6962FB7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5B77ECF0-1E89-CCD7-CDA6-04247973B970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C44478E-51D0-59DE-8259-C852B3E9AC7D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A7DE51D4-2ED0-F4F0-E95A-E2BB9060DF8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432FCFFA-6ED6-0DBA-5C0B-485FC6EC0AC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C95421E-66DE-2BFD-7285-916746DC70CD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45FA0E9-182A-6AEC-B9E0-4906FF0D290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E43FEB63-76EC-60AD-7955-A25F00B7E1B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6508DE7D-B82F-2F4A-C293-626FBBCA85CF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C92C5079-01F8-9746-1F0D-672AA463EC0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2092C995-D643-C35C-5F0E-8417D061366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FAD28D1-7A1F-B07B-A0D0-798CC72872ED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09917B4E-FBD3-75C2-05E8-22E03D5A358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A3F8B73D-6668-104F-1BF6-92ECBCBB374F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CFBC9C2E-953B-EFF3-E813-B36D9E71C89E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04BB211-5BB8-E8A2-E30A-D6E007F003E7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206F24B7-94A6-8B27-E1EC-EDEE60C6C9B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60AA489F-7422-C38F-A991-6151300AE33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4BD2B6B6-67E6-2A79-74A7-4CC2BBE8BCC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447C0AD6-13B4-9A5D-24BA-EB739D093D40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B2E92363-7C60-8F4B-8CD3-AA15E278C6D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4EDA11F-2336-48CC-47B9-089CF41A988E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D583E9AA-6CD3-FBAB-1A80-D42C22C5909E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8092E504-6D5F-52A1-0E25-F5FDF81E83F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E54E7134-917F-4FF4-747C-DD5961DD8917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FDADED0-A8CB-F417-4598-9309FAB06303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6FE6B2A1-AE13-F665-05D8-2D55551ECB41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051A55D2-3B36-54A9-6BDA-EBB3715D1FB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3FB3959B-B975-2DCE-E575-E5D4C906B4F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2B30EEB4-6CEE-F0FC-2D4C-E2567FD17C50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E1563958-7F18-1211-B967-D3422294599A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41EE7653-6618-A9D6-64BC-18467DA30B0E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ADD39426-8CBF-1F6F-A96E-0A7B36B5AB33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FA6F889B-D29F-E77A-C854-5DDF82C0B29F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25179883-093A-C0D8-F375-2BC6A1196343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333992E0-976C-6F9E-531A-CD703E9E174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4C9C230-A5BC-EB34-CBE5-6383DFAA1C03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1DF4603F-6250-0C95-3B5F-D869A22FC90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F803A613-A6A3-D70A-9058-61F7AC51775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C7AC48CA-1979-7FDE-9CBA-E49CFE825A4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B640247-A177-B84E-8454-4A17F894CD8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77C1509D-4824-427B-CD5C-8CC25BCEE27B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08F3CE2-6B1B-C9BB-CA78-D7CCEEC166E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ECAA8917-F245-CEEE-843A-397F822FECAF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682C0E59-CB0F-E368-C86B-C5C07BF8C0AD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B15D38EC-E9D8-F881-4A9E-D2FB9050FB72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D297826B-4A7F-C662-9614-2F60C0DB33D1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9BDB38A4-288B-3CA7-3FA9-F43F35FF99B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321C6B92-20C0-C06F-C537-B88C1166A96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80A7E5DA-1045-3406-806D-79015F1BF73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FE3C1289-8F2B-2327-B61A-19875356B8AD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8A6AF4A3-DB66-82B8-E1B1-A46A884BB553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2CEC470A-D74D-F033-824C-BD754AAA9AFB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0BCD0B8-D5B0-D88F-308C-3A9E7DB679D2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2772B0EA-5D94-C175-B113-E174F17B02B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E5B5881F-86BF-0DAF-AEA5-843A5C2C3239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FA8F3581-9773-11F5-E4E5-3FB3A7D7FF1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166E5BB0-847C-CE9B-1BBB-111E7813F711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324B4926-8211-C418-DCBC-7E34209D07C9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C15C71C8-9B93-1222-03BC-4A17C5483CF1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2946EFDB-0C00-8A47-0D61-10A73D0E3C4F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72110D7E-3037-8EE5-24A0-D4D26F4184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1072F19B-A5C1-BEF4-7F0A-9D5B4C265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350C251C-D4D5-D7AE-8E32-A68A294A9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3933697"/>
            <a:ext cx="14935185" cy="261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Android e iOS são atualmente as duas plataformas dominantes de sistemas operacionais móveis, respondendo por uma participação de mercado combinada de mais de 99% no espaço de smartphones. </a:t>
            </a:r>
          </a:p>
        </p:txBody>
      </p:sp>
    </p:spTree>
    <p:extLst>
      <p:ext uri="{BB962C8B-B14F-4D97-AF65-F5344CB8AC3E}">
        <p14:creationId xmlns:p14="http://schemas.microsoft.com/office/powerpoint/2010/main" val="246193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E2E8E-D431-D805-57CF-BA2DBD93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DFAB2C82-6C10-B400-7093-BA5D2CB10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CC9313AD-76E3-0A40-D8C2-595DD826D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E9FB8D3-3CF8-7B22-5C3A-9BB26D6B5822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A982962F-F6D9-40A9-9F75-B67EFDA9E838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BFF29033-AF13-C23D-BFAA-45783AAFFFF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1292FF7E-5CB7-ECD0-28A1-AFC3B793641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232B4AEA-7B1E-0F8E-D423-1CD994ED12A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B0011E96-30AB-F563-F47F-F8C98320C76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7ED1A651-699D-8991-3B5E-624EF65C478B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CA8A73F-95FF-5DBD-2044-521CC7D6D60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5AD21FB-4873-755B-5596-D4F39BB61DC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7C29F4CC-5C7F-9B3F-B9DB-73EA79A756B5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25D456DB-02FD-C574-E21C-666AD2082F39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26FB5FFA-BF91-67A5-6480-0DE23F1E848D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AA0A6210-6E47-A51B-F10A-84A4CB135DD6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8E0A34AC-6BAB-4E04-A2D9-8EEA701FA07A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8DA2C6F1-244D-CDBF-506E-C89A86F46967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A86A84B6-91C9-949A-E75F-BD0BD1052D24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6532E76E-72AA-192F-D16C-DD53AA969BFC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15A13A0C-036C-F727-9A38-AEFEBF7DDE8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E8EEB256-737F-DA3B-3B9A-93878A79A2A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6754D529-9397-A95D-E513-2074C3A67A0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8FF4B955-D303-619D-B9D7-A686612076AE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A8946F29-CA13-E2A6-5633-A793C32F420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F06B0B2-D4E6-B7E7-7848-FAECAD287EC4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8731B564-2176-8EB9-B871-1A99CF20773B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EE57570-8049-AD88-13C3-BCEB652DFF7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0BF95DE8-11CB-7E4F-C6D3-8D70B533AF46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99AF7E97-846E-6ED4-93FD-C6C37DEF2A9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74AA5472-094F-B519-5EAE-F7FE00D86607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3CCB828C-7E0F-9A38-7977-0DBE81040ABD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088342E3-7116-E86E-7DA2-665AC483014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7286F8FD-37DB-F04E-6BF2-0BD21184C2B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4E8B49B5-8EF8-BAD9-59BC-3E6D2D4F780D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ECBEC00F-C437-65C4-1868-3A72EC8FBD6E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942B0D60-24B7-B99D-6AC6-1650AD06D6C1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59120C05-85ED-E736-2B54-AA5D9E708C2A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5A9A2DC9-86BA-72C6-7B65-6D320F241D4F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EEC847F9-276C-458E-68D3-2E01300C54D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C3357B55-B196-9FEA-A5C1-A41ACA3EC297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46A8B00C-844E-2E20-33E1-B6FD18C0E91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20430115-097E-7218-D6A6-FEEFF3F2428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7E7E76D8-1E80-26E2-53FA-B16C5D74041F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606B2904-CECE-9171-E41A-CCFAECB59AD8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165F3093-00DF-A6BB-4931-953330028EC2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AED38AB9-9D62-FE4D-F0E1-28E0FC351196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37B79112-3490-C3DD-AC5A-7ED5643E32C0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F85E6A58-1640-E9C3-9190-E4EA0F904F2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78E90F6A-5056-3700-6596-CAEDA649AA0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6F41EAB4-2B7A-B047-5A40-21D59CA82EA9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E0C3AE8D-BC3F-6355-7D2D-8CBF811FC9FA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62D45C4-7D39-4E5C-284A-61EB8D1BE1F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7966B5A5-7472-EACC-3273-15A3B7CF0F5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352F59AB-81EE-ADEA-E1A3-1FBC93ACA44D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2705B66B-45A0-1722-9A0D-C9D3F841E3E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46B707D5-CFFC-25C4-3BBA-A5AE293800F2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BCD764AA-1592-9E6F-565C-E39886C8F2FF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4F08C8B4-BD67-1881-2813-66C2F131922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015E879F-9D86-24EE-4FF3-72A51DFD12AD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4EC2E2E6-0CAE-0A3D-556F-9973C89D0B82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2A973A88-6FAB-7A2F-F2E8-F9ECD82A9C2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26DDED0A-D8B1-1EE4-2177-58BE5E800B64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14673E75-3A63-A26B-2020-884CEF2F62B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B5108C00-86AD-5DB6-5891-49331D8F077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C554DE92-D008-0C8C-5155-019150E12B5D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8A64B2A3-8F28-AE00-69B6-D15A2BF008FD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4EFE4EF4-5205-584A-125A-B1B83090DD0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54CD3288-0E85-0F4D-9F90-1F7B658BE68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84390806-F2B8-8E4C-2773-94807523CCF2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09333823-2F1A-EBD6-8A14-81ADDC7D0119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D5E7BF96-32FB-8125-B2F3-6106CFCF6532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991C9752-CCA4-BDCF-7E9E-0242AFC97C53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6B7836A5-D34A-928C-F4F8-15E10F956D19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27F3B803-FD6E-64A0-BDA1-9F5AC52D5F4D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69F896D1-086F-3F45-4A1C-EEA5D94623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62F24FA-EE2C-69A3-BAE1-D978E8F19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6E86C166-5B2B-64AF-CBFD-68EADBF1F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500" y="4100064"/>
            <a:ext cx="10464624" cy="323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sistema operacional Android 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é uma plataforma de código aberto baseada no kernel Linux, que permite aos desenvolvedores acessar e modificar seu código-fonte livremente.</a:t>
            </a:r>
          </a:p>
        </p:txBody>
      </p:sp>
      <p:pic>
        <p:nvPicPr>
          <p:cNvPr id="8194" name="Picture 2" descr="Vírus no meu Android: preciso me preocupar? - Softonic">
            <a:extLst>
              <a:ext uri="{FF2B5EF4-FFF2-40B4-BE49-F238E27FC236}">
                <a16:creationId xmlns:a16="http://schemas.microsoft.com/office/drawing/2014/main" id="{06AA3DC6-3752-C231-770D-FE0E933D1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4039" y="3204193"/>
            <a:ext cx="6481550" cy="64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966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CCF4-EFF8-3011-FDFD-3BF75163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What is iOS? - Tech Monitor">
            <a:extLst>
              <a:ext uri="{FF2B5EF4-FFF2-40B4-BE49-F238E27FC236}">
                <a16:creationId xmlns:a16="http://schemas.microsoft.com/office/drawing/2014/main" id="{588CE871-1606-4275-18D9-44BE3D64F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137" y="3794011"/>
            <a:ext cx="5627085" cy="562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1026">
            <a:extLst>
              <a:ext uri="{FF2B5EF4-FFF2-40B4-BE49-F238E27FC236}">
                <a16:creationId xmlns:a16="http://schemas.microsoft.com/office/drawing/2014/main" id="{44AF0EE1-F963-5F4E-BFC0-D8A149E44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0583D15-BBC7-7FE1-86DA-36971F6A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0DA4EB0D-8BC5-F87D-6035-676EDEEDC432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639FB0D-3657-4A7F-54F6-5D3F11F9BAC4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A90065D-8802-5743-5896-537A4B73CD9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FE28EE6B-96C5-9558-EBE4-D90F078CF57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FBCB61CD-754F-D046-E25F-92B79A825C5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235776C-3710-385A-4569-8B8116F96CF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EB941BFE-CDA2-EBDE-A0B8-21CA0A50CF1E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C754AB2-08F3-C6E1-0F9C-C9C08A60841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A75B966-DC3D-3FF3-56AF-74FF7B99EC5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C6CA0301-6378-052A-7250-D824612D4CF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915ED2D-6B94-097B-ACF0-0529D55E0CAC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B20AB9AA-AD5D-4C8F-286D-62322B73374E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506D7174-8DDB-DB86-C8E9-40E2A1395028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AD103ACE-DE75-1424-9B1B-AFA16E22F11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D0402301-FEDC-3E52-E90E-40C3D8FEBCD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1CFCC07A-E90B-79C8-EA18-A6DA1FD6DC8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16D249DE-3F24-E60D-6988-E2C207B21932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7B3FDE67-6C0A-255A-8506-5D6F144EAB18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83A39F8-4D15-0B6F-59FF-625821B5CF50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9D3273DA-CCAB-3878-2C1B-F46B3244DAA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F01BDBFF-F737-667D-6B1B-0E3C9EF0DB70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5C9247DE-FE10-FF44-900B-845CC960BD4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92520DC3-B38F-1887-2B5F-AFF84B1564AC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E2E24C40-4031-E5BD-FD4E-DC5D7C46C448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73915C04-7BDD-D701-26AA-BE27BB4487E4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072D9F19-3394-0D10-B09F-EF54F89A1A75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74128A6-A921-DB40-A88E-24698BBF1A21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798FEC43-ACA4-CBA8-149F-076738E5F4E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22D3C538-8DF7-C640-A8C2-BAD0853AAB0B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B3A92CBB-28D0-6753-EC5C-58E0F6E6771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56E813AE-DE57-023D-C8CC-BEDD19183BA2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975CD352-C3C1-C064-1FB1-40A7C56DD05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DCC38811-6439-2382-1623-844EFA2BA0F5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B0338686-73B9-7213-A805-FD2E8509E3D7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2DE7B611-2924-EEF2-E5F2-0335BA5E8758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17D1CF28-4AA0-C992-0EE2-6A47D6A7F22E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0E5F0096-64D2-E1C8-9963-34386BF2A5C2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C0614FC9-FE71-1547-5410-C952F1885D92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D7AD3398-4B90-7BF9-1AAA-DE8E51ACF532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BFB50B48-F9B6-4304-0513-654F6452EFE1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7B1E4B66-425B-5CA4-1DE5-F8F5822079F7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821073FD-800B-45FD-ADF5-0C2A738AB76B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1F5ADE22-32E7-331F-631F-572E5C6BB48E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1AA03970-4B4C-A67D-714D-31D868A93204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6E687D6A-5889-4DD0-9454-8C140F11A3EF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A4CF5C79-AF77-FE35-28FB-E16E7279261F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AAFE3F7C-B241-23C8-F147-9A9C323CCA56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DF583E49-8A10-8BB9-0D20-D19ADF0AB265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8A1583D2-F9AC-3CC1-C171-45A139E49A1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964394A8-C8E4-33C1-9DE1-BDDEB1FDD13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979995C1-2D17-C9E6-0E52-4EF3BEF8D37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CF3C78B3-FDC3-C2C1-2F50-36233F350468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9DD39E5B-2560-41ED-1521-7D28E7287D81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0A239F81-6DB5-5DD8-9681-C10FFBF4F5A6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3237CE3B-EC51-8C98-18F1-52557415E023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E50CE4E8-D5E1-EE69-D469-292B53276A2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4E270128-F38A-7DBB-1CEF-406113C1E6C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5CF98662-1381-7D15-288A-481E49249A8E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6C5F3DC6-02FD-AE04-6C22-7ABE4181B846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72CCDE93-64F8-AFD2-9ED8-659D2D503280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4EA89883-3847-33F5-9979-3D52D987CD6D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71D8A86-284F-D95C-A61D-45D272F69A3E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59543641-F9CE-268B-D2F9-4B168DC6632B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BC82A16E-C94D-B71A-0CA7-EF273BE8C40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53E0772-184D-A796-50F2-BE84A193BBD9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12285897-ABAB-9CA3-5A32-D3275A44EC62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AED4BBCD-1059-43A2-04FD-29FA9DB374F5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3F81F8B0-2911-6AAC-38AB-0D65B2F1E93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0DED0B7D-CE7E-CBB7-3C46-1BCEB35A519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CABC42CB-6B31-CC84-AD8E-15BCB86BBC8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A1D844A2-5D38-E79D-9702-DD0455AA450B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FB2C0809-4FC0-0F36-4688-E0C918498137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AE5987A-B234-5F52-00F0-369C878B72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4EB3F10-EF17-710B-1CF6-E6C61EEB2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0F031534-EA7E-21D9-D566-E41714AB7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795" y="3271695"/>
            <a:ext cx="13271668" cy="655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O </a:t>
            </a:r>
            <a:r>
              <a:rPr lang="pt-BR" sz="4000" b="1" dirty="0">
                <a:solidFill>
                  <a:srgbClr val="474747"/>
                </a:solidFill>
                <a:latin typeface="Montserrat" panose="00000500000000000000" pitchFamily="2" charset="0"/>
              </a:rPr>
              <a:t>sistema operacional iOS </a:t>
            </a: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é uma plataforma proprietária desenvolvida exclusivamente para dispositivos móveis da Apple, incluindo iPhone, iPad e iPod Touch. </a:t>
            </a:r>
          </a:p>
          <a:p>
            <a:pPr algn="just"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Conhecida por seus recursos de segurança robustos, integração perfeita de hardware e software e linha de dispositivos premium, a plataforma iOS oferece uma experiência mais controlada e selecionada para seus usuários. </a:t>
            </a:r>
          </a:p>
        </p:txBody>
      </p:sp>
    </p:spTree>
    <p:extLst>
      <p:ext uri="{BB962C8B-B14F-4D97-AF65-F5344CB8AC3E}">
        <p14:creationId xmlns:p14="http://schemas.microsoft.com/office/powerpoint/2010/main" val="2776242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1ED3-DD4D-0954-B75A-66996B8B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DCDB80C1-7373-DC1B-8DE1-2709946F7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Operacionais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A7F83F45-967F-00BD-D18D-B1D374186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09FD4BC5-BDDF-58E2-96B8-A007D26E9EA2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6D6D5431-A515-5546-BFA0-3208FC360038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1CF8C3EC-DBA8-7AF3-461B-86B4C65A0B1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1C667377-1719-BA04-809A-F7C361A9A17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F8B4DE87-0956-DC4E-D7ED-6F7D9FA5580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9CA8198-BE54-D4D8-0939-11C0E563BB9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20EE09D8-76D8-ACE9-FDC5-98080D81A310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804178F-1464-CA1E-A2FB-07829F31FDF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0FD79667-0CAA-8CA3-1D08-522421F3C97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B005D734-F63C-D063-B6A4-3E5153EF217A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B247FEA-357D-C264-75EE-DD701EC3ADF4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774C4424-E34F-7C02-6006-CC69A83C2CC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EDB5F5A-E82C-C8E2-CBB2-631238DF3F65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21A7F89-72D3-2274-246D-BE25B6D3F704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B30D327C-7B33-9401-1CC9-BEEB924438E9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9FA2A79D-8203-F57A-34E0-9406D6E7E66E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995EAD44-FB00-A3FB-EC8F-67326A8ADAF5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AB1BFB2A-8DD2-AB64-037D-1D3B45B232A0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3615DEDF-19A2-D3A7-33E5-6DD99A3D517C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4413BD5A-7030-C7DE-3F0E-43CFE1839040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CBC3314-3D08-7655-A230-533AFFB88C1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EE70FA71-1571-FA43-99A9-6C92DF0FA3B5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5A8FF3D5-F20D-2FF0-C463-4D4971B9810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EFC07550-2DCF-9E77-9803-7E6543A6655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50516F30-11E2-87CF-2294-D8DA28A7F30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0C7CFB83-E581-7561-F9F2-DFC03E05C4C7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720DE92A-2908-44E7-16E8-3590BA211202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96D99594-0DE3-9FF9-A876-22112C42995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ECD55429-DB84-DC8A-1B7E-E566663281B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A45453A-E17E-97EC-57C3-007695CDAF3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2BC12F5D-251B-B9A5-DADD-C166D44D755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6125DDAA-356B-FA0B-9984-FB2F73D89BC9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FED2481C-0771-4478-E5E2-E32CF0A9F15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43273747-6817-401D-46B9-7F8B14299EC9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6E30771E-A38A-B35C-F154-C05D41CDB6DE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24CA785C-5BEE-ACAC-0214-76E113E0E0BD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4C95FDD8-8CA6-EC41-B073-9C62AB27248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185B982D-7989-8A25-CCEE-D2EB3CE2948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C59D000-7D50-126B-8E93-9FC78001996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92FFF3CD-409C-8A9C-7AA5-58ABA6404B5D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F4489042-005A-30EE-A841-2DF367A3F28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524B690A-B701-79F2-DF11-A1E2B48A2FB2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6A969AD-99D3-46DD-0FDC-C94F486CE8E3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078F448F-5E31-4610-68D1-2CD45F0CA7D8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CAA67D7C-E813-5EC6-F8B9-6A5F2D62B021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4A507F66-2744-53E0-AF61-B449C2A58163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EA0015EB-5D8B-9F83-FD61-7DCDEC0872B3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67B9F620-6F8C-44FE-E99E-0C5C45C7D583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6D8CC802-7AF9-8599-F4FA-D7C7603BADA6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A299781-DBAE-AE47-AAB5-ECD8E0A7721E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D148B81A-4CB5-5FB6-B4F1-430F8CF535C5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535E547-01AC-CAEC-5427-EC329283487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ADBFCBDC-FD1C-19F5-306C-4CEBBBC2E94E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E7672D85-28AB-3E81-AA65-907E7529DE2E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B727A135-0D65-E744-7576-2168F2011DA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603DA073-D675-7AC2-B196-648863B45F2C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36227E00-455D-4234-01EF-F476BD3B255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84A99C30-FDFD-A676-47CD-0A41E2E83C3D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164B26F4-9E73-AF82-7F9A-EFD34572620C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FD96C754-E585-5598-0339-CB36541877CF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5BA40B01-8753-A87D-4C3D-B572960F34DF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80E569F5-B504-7735-E873-BE7F6F4BF4EB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F4298B34-C123-7879-C999-D0EAB29DA05A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671A42A2-DE3D-9514-64BB-277BB061978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71817371-7503-058D-EB6D-523366B13B98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CABEA122-1063-95AB-E05B-D75D8487D97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761E505-EF36-A4A7-E8C4-377311DDB12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BBC980F-90F3-5CD0-F328-6070A2FF1D2D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395A8598-CAD0-D160-C661-D9553766B03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A412B0C0-E82B-0F27-747F-84938D81245E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44CEFA10-EC71-9E68-093E-BB8D6BD0495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091B4A49-1CD6-5CF5-E83E-D520B6B2934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BD4E58A5-A566-6563-18F1-2D996DCCEF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6D08CEC7-B702-8926-716C-75582AE0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pic>
        <p:nvPicPr>
          <p:cNvPr id="4" name="Picture 2" descr="Sistemas Operacionais. Entenda o que é e veja curiosidades… | by Allan  Borges | Medium">
            <a:extLst>
              <a:ext uri="{FF2B5EF4-FFF2-40B4-BE49-F238E27FC236}">
                <a16:creationId xmlns:a16="http://schemas.microsoft.com/office/drawing/2014/main" id="{1016E9B6-5419-8F1F-85FA-1834DF986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283" y="5145041"/>
            <a:ext cx="15492124" cy="428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E78D9B3-0879-73E3-026F-97677576D5DF}"/>
              </a:ext>
            </a:extLst>
          </p:cNvPr>
          <p:cNvSpPr txBox="1"/>
          <p:nvPr/>
        </p:nvSpPr>
        <p:spPr>
          <a:xfrm>
            <a:off x="1365265" y="3322199"/>
            <a:ext cx="14591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3600" dirty="0">
                <a:solidFill>
                  <a:srgbClr val="474747"/>
                </a:solidFill>
                <a:latin typeface="Montserrat" panose="00000500000000000000" pitchFamily="2" charset="0"/>
              </a:rPr>
              <a:t>Vamos conhecer alguns sistemas operacionais.</a:t>
            </a:r>
          </a:p>
          <a:p>
            <a:pPr algn="ctr">
              <a:buNone/>
            </a:pPr>
            <a:r>
              <a:rPr lang="pt-BR" sz="3600" dirty="0">
                <a:latin typeface="Montserrat" panose="00000500000000000000" pitchFamily="2" charset="0"/>
              </a:rPr>
              <a:t>https://distrosea.com/pt/</a:t>
            </a:r>
          </a:p>
        </p:txBody>
      </p:sp>
    </p:spTree>
    <p:extLst>
      <p:ext uri="{BB962C8B-B14F-4D97-AF65-F5344CB8AC3E}">
        <p14:creationId xmlns:p14="http://schemas.microsoft.com/office/powerpoint/2010/main" val="2990221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4D2D3-03F2-CB7C-B95C-BD4CBA33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72FCB6F6-B1F6-CBF5-F29B-78F69A9FC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Referências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A1F6AD8-BB4A-9817-F8CF-DCB8713AA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A60056C7-1909-C583-0528-E7FB44F12588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EE0AEB6F-4724-AE8F-8644-D3CD028864C1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3A42C811-243E-2E80-1861-B859332DABC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F800ECF9-6B5D-5461-93A4-B50EB4F0A8D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7DF5A07E-17EB-BEC7-BC50-61A88C46200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D4F3FDC-5E7A-CC53-E528-3B37468FF89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46875CB1-B831-9304-9420-D984FC2BC20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E98394F1-6A3A-8DD2-07D2-1A226A3C072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CD36A71-E1F6-1F68-5E2D-D65404A7E91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22D328D2-8E72-E7E9-9132-798DDFDD7635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AAA6FF80-DEB5-1C22-70BA-A86EE4C2B3D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CC592FCF-AF8A-8662-6BBE-25E166DE1A2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54908E84-107A-64FA-7B7A-44F240199D1A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50CCE71F-0EA8-1A61-6F2A-4617B564C480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15A8FBC3-992D-69FE-3340-FAD359B1EBF9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79C91406-CEFA-E2D7-4ED5-99AFA150726F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692DA960-D445-9CF1-9E9D-F9E4247C0DEF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B3E31C46-0FDC-7B08-1EF3-5BAC86AD0CD9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8EE3B649-F8FC-1928-B8CD-522B4D1F52B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1602A9C2-721E-D367-31CA-0C7FEA9A5582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B95BA943-5F60-9833-5AF8-14C77A844A3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C8C786EA-B581-0725-944D-B9E763C0EEA5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504373D3-DAEF-EB13-61A5-D0931665400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744C9501-2791-982C-537A-90038844ED28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12A3D432-4D32-0FF2-9E02-34B74CA8FAE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610F14E1-91D1-6581-5782-E340CC009BC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3DE6583D-0FE0-A143-4DDE-C6D637E47690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6CF841AA-2A46-45CF-E767-420EF88F4B1E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0B9D6672-5CAE-9CAB-E1C7-444ED628E47C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2127BF3E-460C-7981-CE3E-FF248FA9DE5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CD33FD37-1ED7-980D-BFE5-20EA73FC2CF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4F75574A-196D-7464-9359-D5477128F2C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B6F03191-3460-E14B-7F59-97CB965E192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EA1A8620-5277-0F2D-3C7A-5092EDDD850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5E37C458-748D-9E09-E7F8-1D510E81A3C7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469D8E67-F0A4-3D64-0421-61F69C16DCEE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160CB373-5FF9-7680-D7DB-AE4168F735D8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53C643CE-5AEC-EF3C-8A3E-906A94630A35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7BBC0675-A405-69F8-E36C-53E60D11011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AF3989DF-1927-84E0-E6AE-15F0E491C24C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27243642-9056-3BFD-DA63-CC3C825FCD6E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717AA9AC-C403-1C51-8013-FCC8DADC6A82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CF88D7DF-F3D8-F5F1-A4E6-30BEA4F04C3F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28621EFD-8B5C-E339-9BA2-BBDE8AD70CA6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F322EAEE-810A-C40B-7F5A-5C20178D676C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42949393-0B1D-B3D5-8A97-3E16E485E09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33F29B9B-58BA-D2E8-D791-70F54A6AF67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9213746B-5729-0395-9B8B-8E4C3270A07D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60498998-265D-FAC2-7465-22B460507A0F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B7582AC1-40AA-D966-85DC-8BFED37C88C9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14BB5D3E-7A04-3062-F54D-B4C561E823E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FE08877B-2348-48C7-A720-53E991E572A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E620839-924E-F6D5-683E-A7639039B25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189327D8-D985-30F3-5746-F2623147DBDD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9546B7BB-F993-57EE-252B-C9B54474C177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CA8E4B06-CC8F-4E68-B59A-5C09F587D339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CFCAAB7B-26DC-DACF-7961-DB1B37E4D9EC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1CB5F5C1-4B9A-E106-440A-A5FAAA63D975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0069307C-9BAF-F829-EB41-7C71F532A38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8E6D69FA-D934-2029-16AF-932ED883C86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339818D0-8C8C-0EAD-A36B-9933CC3B440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7D9CDF4E-DBBF-568E-EBA7-9216F6C2DD4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052BB478-C493-3CB2-F9F9-F6DFE9A2E550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55B5B6C3-EBFA-BEFA-FBDB-76064F87B54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1CD99CA8-E0E6-ACE4-5712-A7A32425171C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F0E4D338-862D-D781-F88D-3642BBFC8EB7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7F0F138B-F8C5-3FDB-8761-DA6BC766DD15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BA9F973-0C2D-501E-BB45-1A05334774E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F447F7B2-D9D9-023B-CDA4-005630018A6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5872B012-774A-7181-3DB1-F7ACCD3F0E46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6C8E3B38-D327-8BDA-1BD1-CC7FC07D9DF6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BC3F53F9-7FD2-524B-757D-F0087C4B3C75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8906B937-1327-D38B-9935-2525976D70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E1E07A5-DDF7-2439-E012-5CCDD850F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8D45364-EAE6-97D1-A58D-40CA6ECF5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803" y="4435277"/>
            <a:ext cx="18434103" cy="2984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000" b="1" i="0" dirty="0">
                <a:solidFill>
                  <a:srgbClr val="767676"/>
                </a:solidFill>
                <a:effectLst/>
                <a:latin typeface="Montserrat" panose="00000500000000000000" pitchFamily="2" charset="0"/>
              </a:rPr>
              <a:t>são</a:t>
            </a:r>
            <a:r>
              <a:rPr lang="pt-BR" sz="4000" b="0" i="0" dirty="0">
                <a:solidFill>
                  <a:srgbClr val="474747"/>
                </a:solidFill>
                <a:effectLst/>
                <a:latin typeface="Montserrat" panose="00000500000000000000" pitchFamily="2" charset="0"/>
              </a:rPr>
              <a:t> softwhttps://www.remessaonline.com.br/blog/hardware/</a:t>
            </a:r>
          </a:p>
          <a:p>
            <a:pPr algn="ctr">
              <a:buNone/>
            </a:pPr>
            <a:endParaRPr lang="pt-BR" sz="4000" dirty="0">
              <a:solidFill>
                <a:srgbClr val="474747"/>
              </a:solidFill>
              <a:latin typeface="Montserrat" panose="00000500000000000000" pitchFamily="2" charset="0"/>
            </a:endParaRPr>
          </a:p>
          <a:p>
            <a:pPr algn="ctr">
              <a:buNone/>
            </a:pPr>
            <a:r>
              <a:rPr lang="pt-BR" sz="4000" dirty="0">
                <a:solidFill>
                  <a:srgbClr val="474747"/>
                </a:solidFill>
                <a:latin typeface="Montserrat" panose="00000500000000000000" pitchFamily="2" charset="0"/>
              </a:rPr>
              <a:t>https://www.voke.tech/blog/o-que-e-software/</a:t>
            </a:r>
          </a:p>
          <a:p>
            <a:pPr algn="ctr">
              <a:buNone/>
            </a:pPr>
            <a:endParaRPr lang="pt-BR" sz="4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531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2bd5af90-2c43-4f56-be08-340e2f91aafd"/>
    <ds:schemaRef ds:uri="b9c37b37-d0ad-42a5-892e-3cb8fae6311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5114</TotalTime>
  <Words>1334</Words>
  <Application>Microsoft Office PowerPoint</Application>
  <PresentationFormat>Personalizados</PresentationFormat>
  <Paragraphs>145</Paragraphs>
  <Slides>33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33</vt:i4>
      </vt:variant>
    </vt:vector>
  </HeadingPairs>
  <TitlesOfParts>
    <vt:vector size="41" baseType="lpstr">
      <vt:lpstr>Artistik</vt:lpstr>
      <vt:lpstr>Arial</vt:lpstr>
      <vt:lpstr>__galanoGrotesque_6cd70c</vt:lpstr>
      <vt:lpstr>Calibri</vt:lpstr>
      <vt:lpstr>Montserrat</vt:lpstr>
      <vt:lpstr>Montserrat ExtraBold</vt:lpstr>
      <vt:lpstr>Montserrat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João Flavio Diniz</cp:lastModifiedBy>
  <cp:revision>350</cp:revision>
  <dcterms:created xsi:type="dcterms:W3CDTF">2021-08-24T16:20:14Z</dcterms:created>
  <dcterms:modified xsi:type="dcterms:W3CDTF">2025-04-29T12:28:11Z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