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ink/ink1.xml" ContentType="application/inkml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sldIdLst>
    <p:sldId id="666" r:id="rId2"/>
    <p:sldId id="667" r:id="rId3"/>
    <p:sldId id="794" r:id="rId4"/>
    <p:sldId id="813" r:id="rId5"/>
    <p:sldId id="814" r:id="rId6"/>
    <p:sldId id="840" r:id="rId7"/>
    <p:sldId id="815" r:id="rId8"/>
    <p:sldId id="816" r:id="rId9"/>
    <p:sldId id="817" r:id="rId10"/>
    <p:sldId id="818" r:id="rId11"/>
    <p:sldId id="819" r:id="rId12"/>
    <p:sldId id="820" r:id="rId13"/>
    <p:sldId id="821" r:id="rId14"/>
    <p:sldId id="822" r:id="rId15"/>
    <p:sldId id="823" r:id="rId16"/>
    <p:sldId id="824" r:id="rId17"/>
    <p:sldId id="825" r:id="rId18"/>
    <p:sldId id="826" r:id="rId19"/>
    <p:sldId id="827" r:id="rId20"/>
    <p:sldId id="841" r:id="rId21"/>
    <p:sldId id="828" r:id="rId22"/>
    <p:sldId id="842" r:id="rId23"/>
    <p:sldId id="829" r:id="rId24"/>
    <p:sldId id="830" r:id="rId25"/>
    <p:sldId id="831" r:id="rId26"/>
    <p:sldId id="832" r:id="rId27"/>
    <p:sldId id="833" r:id="rId28"/>
    <p:sldId id="843" r:id="rId29"/>
    <p:sldId id="834" r:id="rId30"/>
    <p:sldId id="835" r:id="rId31"/>
    <p:sldId id="856" r:id="rId32"/>
    <p:sldId id="837" r:id="rId33"/>
    <p:sldId id="838" r:id="rId34"/>
    <p:sldId id="839" r:id="rId35"/>
    <p:sldId id="836" r:id="rId36"/>
    <p:sldId id="844" r:id="rId37"/>
    <p:sldId id="854" r:id="rId38"/>
    <p:sldId id="848" r:id="rId39"/>
    <p:sldId id="849" r:id="rId40"/>
    <p:sldId id="850" r:id="rId41"/>
    <p:sldId id="851" r:id="rId42"/>
    <p:sldId id="852" r:id="rId43"/>
    <p:sldId id="853" r:id="rId44"/>
    <p:sldId id="855" r:id="rId45"/>
    <p:sldId id="845" r:id="rId46"/>
    <p:sldId id="846" r:id="rId47"/>
    <p:sldId id="847" r:id="rId48"/>
    <p:sldId id="792" r:id="rId49"/>
  </p:sldIdLst>
  <p:sldSz cx="12192000" cy="6858000"/>
  <p:notesSz cx="9144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44" autoAdjust="0"/>
  </p:normalViewPr>
  <p:slideViewPr>
    <p:cSldViewPr>
      <p:cViewPr varScale="1">
        <p:scale>
          <a:sx n="108" d="100"/>
          <a:sy n="108" d="100"/>
        </p:scale>
        <p:origin x="678" y="114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Flavio Diniz" userId="dedd31532088e5ff" providerId="LiveId" clId="{032815C4-9A99-4EB5-AB6A-2559DDF199E0}"/>
    <pc:docChg chg="undo custSel addSld delSld modSld sldOrd">
      <pc:chgData name="João Flavio Diniz" userId="dedd31532088e5ff" providerId="LiveId" clId="{032815C4-9A99-4EB5-AB6A-2559DDF199E0}" dt="2024-04-04T23:47:23.156" v="1072" actId="47"/>
      <pc:docMkLst>
        <pc:docMk/>
      </pc:docMkLst>
      <pc:sldChg chg="setBg">
        <pc:chgData name="João Flavio Diniz" userId="dedd31532088e5ff" providerId="LiveId" clId="{032815C4-9A99-4EB5-AB6A-2559DDF199E0}" dt="2024-03-27T14:03:16.447" v="1"/>
        <pc:sldMkLst>
          <pc:docMk/>
          <pc:sldMk cId="3932642393" sldId="666"/>
        </pc:sldMkLst>
      </pc:sldChg>
      <pc:sldChg chg="addSp modSp mod setBg">
        <pc:chgData name="João Flavio Diniz" userId="dedd31532088e5ff" providerId="LiveId" clId="{032815C4-9A99-4EB5-AB6A-2559DDF199E0}" dt="2024-03-27T14:04:59.931" v="34" actId="1076"/>
        <pc:sldMkLst>
          <pc:docMk/>
          <pc:sldMk cId="14442516" sldId="667"/>
        </pc:sldMkLst>
      </pc:sldChg>
      <pc:sldChg chg="setBg">
        <pc:chgData name="João Flavio Diniz" userId="dedd31532088e5ff" providerId="LiveId" clId="{032815C4-9A99-4EB5-AB6A-2559DDF199E0}" dt="2024-03-27T14:03:16.447" v="1"/>
        <pc:sldMkLst>
          <pc:docMk/>
          <pc:sldMk cId="3862259087" sldId="792"/>
        </pc:sldMkLst>
      </pc:sldChg>
      <pc:sldChg chg="addSp delSp modSp mod setBg">
        <pc:chgData name="João Flavio Diniz" userId="dedd31532088e5ff" providerId="LiveId" clId="{032815C4-9A99-4EB5-AB6A-2559DDF199E0}" dt="2024-03-27T14:14:21.199" v="175" actId="1076"/>
        <pc:sldMkLst>
          <pc:docMk/>
          <pc:sldMk cId="1281594340" sldId="794"/>
        </pc:sldMkLst>
      </pc:sldChg>
      <pc:sldChg chg="addSp modSp mod setBg">
        <pc:chgData name="João Flavio Diniz" userId="dedd31532088e5ff" providerId="LiveId" clId="{032815C4-9A99-4EB5-AB6A-2559DDF199E0}" dt="2024-03-27T14:14:34.119" v="178" actId="1076"/>
        <pc:sldMkLst>
          <pc:docMk/>
          <pc:sldMk cId="1291695730" sldId="813"/>
        </pc:sldMkLst>
      </pc:sldChg>
      <pc:sldChg chg="addSp delSp modSp mod setBg">
        <pc:chgData name="João Flavio Diniz" userId="dedd31532088e5ff" providerId="LiveId" clId="{032815C4-9A99-4EB5-AB6A-2559DDF199E0}" dt="2024-03-27T14:14:41.763" v="179"/>
        <pc:sldMkLst>
          <pc:docMk/>
          <pc:sldMk cId="269957973" sldId="814"/>
        </pc:sldMkLst>
      </pc:sldChg>
      <pc:sldChg chg="addSp modSp mod setBg">
        <pc:chgData name="João Flavio Diniz" userId="dedd31532088e5ff" providerId="LiveId" clId="{032815C4-9A99-4EB5-AB6A-2559DDF199E0}" dt="2024-03-27T14:15:14.437" v="182"/>
        <pc:sldMkLst>
          <pc:docMk/>
          <pc:sldMk cId="323707366" sldId="815"/>
        </pc:sldMkLst>
      </pc:sldChg>
      <pc:sldChg chg="addSp modSp mod setBg">
        <pc:chgData name="João Flavio Diniz" userId="dedd31532088e5ff" providerId="LiveId" clId="{032815C4-9A99-4EB5-AB6A-2559DDF199E0}" dt="2024-03-27T14:15:34.729" v="187"/>
        <pc:sldMkLst>
          <pc:docMk/>
          <pc:sldMk cId="1796220706" sldId="816"/>
        </pc:sldMkLst>
      </pc:sldChg>
      <pc:sldChg chg="addSp modSp mod setBg">
        <pc:chgData name="João Flavio Diniz" userId="dedd31532088e5ff" providerId="LiveId" clId="{032815C4-9A99-4EB5-AB6A-2559DDF199E0}" dt="2024-03-27T14:16:27.154" v="190"/>
        <pc:sldMkLst>
          <pc:docMk/>
          <pc:sldMk cId="1451405136" sldId="817"/>
        </pc:sldMkLst>
      </pc:sldChg>
      <pc:sldChg chg="addSp modSp mod setBg">
        <pc:chgData name="João Flavio Diniz" userId="dedd31532088e5ff" providerId="LiveId" clId="{032815C4-9A99-4EB5-AB6A-2559DDF199E0}" dt="2024-03-27T14:17:19.707" v="202"/>
        <pc:sldMkLst>
          <pc:docMk/>
          <pc:sldMk cId="565534760" sldId="818"/>
        </pc:sldMkLst>
      </pc:sldChg>
      <pc:sldChg chg="addSp modSp mod setBg">
        <pc:chgData name="João Flavio Diniz" userId="dedd31532088e5ff" providerId="LiveId" clId="{032815C4-9A99-4EB5-AB6A-2559DDF199E0}" dt="2024-03-27T14:17:04.910" v="198"/>
        <pc:sldMkLst>
          <pc:docMk/>
          <pc:sldMk cId="3282237599" sldId="819"/>
        </pc:sldMkLst>
      </pc:sldChg>
      <pc:sldChg chg="addSp modSp mod setBg">
        <pc:chgData name="João Flavio Diniz" userId="dedd31532088e5ff" providerId="LiveId" clId="{032815C4-9A99-4EB5-AB6A-2559DDF199E0}" dt="2024-03-27T14:18:02.673" v="210"/>
        <pc:sldMkLst>
          <pc:docMk/>
          <pc:sldMk cId="186369117" sldId="820"/>
        </pc:sldMkLst>
      </pc:sldChg>
      <pc:sldChg chg="addSp modSp mod setBg">
        <pc:chgData name="João Flavio Diniz" userId="dedd31532088e5ff" providerId="LiveId" clId="{032815C4-9A99-4EB5-AB6A-2559DDF199E0}" dt="2024-03-27T14:18:38.894" v="216"/>
        <pc:sldMkLst>
          <pc:docMk/>
          <pc:sldMk cId="212575954" sldId="821"/>
        </pc:sldMkLst>
      </pc:sldChg>
      <pc:sldChg chg="addSp modSp mod setBg">
        <pc:chgData name="João Flavio Diniz" userId="dedd31532088e5ff" providerId="LiveId" clId="{032815C4-9A99-4EB5-AB6A-2559DDF199E0}" dt="2024-03-27T14:19:37.665" v="233"/>
        <pc:sldMkLst>
          <pc:docMk/>
          <pc:sldMk cId="2521518334" sldId="822"/>
        </pc:sldMkLst>
      </pc:sldChg>
      <pc:sldChg chg="addSp modSp mod setBg">
        <pc:chgData name="João Flavio Diniz" userId="dedd31532088e5ff" providerId="LiveId" clId="{032815C4-9A99-4EB5-AB6A-2559DDF199E0}" dt="2024-03-27T14:20:18.782" v="239" actId="1076"/>
        <pc:sldMkLst>
          <pc:docMk/>
          <pc:sldMk cId="762154086" sldId="823"/>
        </pc:sldMkLst>
      </pc:sldChg>
      <pc:sldChg chg="addSp delSp modSp mod setBg">
        <pc:chgData name="João Flavio Diniz" userId="dedd31532088e5ff" providerId="LiveId" clId="{032815C4-9A99-4EB5-AB6A-2559DDF199E0}" dt="2024-03-27T14:20:31.287" v="243"/>
        <pc:sldMkLst>
          <pc:docMk/>
          <pc:sldMk cId="883360299" sldId="824"/>
        </pc:sldMkLst>
      </pc:sldChg>
      <pc:sldChg chg="addSp delSp modSp mod setBg">
        <pc:chgData name="João Flavio Diniz" userId="dedd31532088e5ff" providerId="LiveId" clId="{032815C4-9A99-4EB5-AB6A-2559DDF199E0}" dt="2024-03-27T14:20:51.337" v="247" actId="1076"/>
        <pc:sldMkLst>
          <pc:docMk/>
          <pc:sldMk cId="3196969627" sldId="825"/>
        </pc:sldMkLst>
      </pc:sldChg>
      <pc:sldChg chg="addSp delSp modSp mod setBg">
        <pc:chgData name="João Flavio Diniz" userId="dedd31532088e5ff" providerId="LiveId" clId="{032815C4-9A99-4EB5-AB6A-2559DDF199E0}" dt="2024-03-27T14:21:18.597" v="254" actId="1076"/>
        <pc:sldMkLst>
          <pc:docMk/>
          <pc:sldMk cId="2114412411" sldId="826"/>
        </pc:sldMkLst>
      </pc:sldChg>
      <pc:sldChg chg="addSp delSp modSp mod setBg">
        <pc:chgData name="João Flavio Diniz" userId="dedd31532088e5ff" providerId="LiveId" clId="{032815C4-9A99-4EB5-AB6A-2559DDF199E0}" dt="2024-03-27T14:21:51.319" v="262"/>
        <pc:sldMkLst>
          <pc:docMk/>
          <pc:sldMk cId="364819817" sldId="827"/>
        </pc:sldMkLst>
      </pc:sldChg>
      <pc:sldChg chg="addSp delSp modSp mod setBg">
        <pc:chgData name="João Flavio Diniz" userId="dedd31532088e5ff" providerId="LiveId" clId="{032815C4-9A99-4EB5-AB6A-2559DDF199E0}" dt="2024-03-27T14:23:19.200" v="288"/>
        <pc:sldMkLst>
          <pc:docMk/>
          <pc:sldMk cId="887980023" sldId="828"/>
        </pc:sldMkLst>
      </pc:sldChg>
      <pc:sldChg chg="addSp delSp modSp mod setBg">
        <pc:chgData name="João Flavio Diniz" userId="dedd31532088e5ff" providerId="LiveId" clId="{032815C4-9A99-4EB5-AB6A-2559DDF199E0}" dt="2024-03-27T14:23:52.231" v="298"/>
        <pc:sldMkLst>
          <pc:docMk/>
          <pc:sldMk cId="1265936769" sldId="829"/>
        </pc:sldMkLst>
      </pc:sldChg>
      <pc:sldChg chg="addSp delSp modSp mod setBg">
        <pc:chgData name="João Flavio Diniz" userId="dedd31532088e5ff" providerId="LiveId" clId="{032815C4-9A99-4EB5-AB6A-2559DDF199E0}" dt="2024-03-27T14:24:13.951" v="302"/>
        <pc:sldMkLst>
          <pc:docMk/>
          <pc:sldMk cId="46843303" sldId="830"/>
        </pc:sldMkLst>
      </pc:sldChg>
      <pc:sldChg chg="addSp delSp modSp mod setBg">
        <pc:chgData name="João Flavio Diniz" userId="dedd31532088e5ff" providerId="LiveId" clId="{032815C4-9A99-4EB5-AB6A-2559DDF199E0}" dt="2024-03-27T14:24:25.488" v="306"/>
        <pc:sldMkLst>
          <pc:docMk/>
          <pc:sldMk cId="2193235242" sldId="831"/>
        </pc:sldMkLst>
      </pc:sldChg>
      <pc:sldChg chg="addSp delSp modSp mod setBg">
        <pc:chgData name="João Flavio Diniz" userId="dedd31532088e5ff" providerId="LiveId" clId="{032815C4-9A99-4EB5-AB6A-2559DDF199E0}" dt="2024-03-27T14:24:37.943" v="310"/>
        <pc:sldMkLst>
          <pc:docMk/>
          <pc:sldMk cId="2674750459" sldId="832"/>
        </pc:sldMkLst>
      </pc:sldChg>
      <pc:sldChg chg="addSp delSp modSp mod setBg">
        <pc:chgData name="João Flavio Diniz" userId="dedd31532088e5ff" providerId="LiveId" clId="{032815C4-9A99-4EB5-AB6A-2559DDF199E0}" dt="2024-03-27T14:24:52.319" v="314"/>
        <pc:sldMkLst>
          <pc:docMk/>
          <pc:sldMk cId="1676536593" sldId="833"/>
        </pc:sldMkLst>
      </pc:sldChg>
      <pc:sldChg chg="addSp delSp modSp mod ord setBg">
        <pc:chgData name="João Flavio Diniz" userId="dedd31532088e5ff" providerId="LiveId" clId="{032815C4-9A99-4EB5-AB6A-2559DDF199E0}" dt="2024-03-27T14:26:41.221" v="337" actId="1076"/>
        <pc:sldMkLst>
          <pc:docMk/>
          <pc:sldMk cId="823592679" sldId="834"/>
        </pc:sldMkLst>
      </pc:sldChg>
      <pc:sldChg chg="addSp delSp modSp mod setBg">
        <pc:chgData name="João Flavio Diniz" userId="dedd31532088e5ff" providerId="LiveId" clId="{032815C4-9A99-4EB5-AB6A-2559DDF199E0}" dt="2024-03-27T14:26:53.290" v="339"/>
        <pc:sldMkLst>
          <pc:docMk/>
          <pc:sldMk cId="1889773612" sldId="835"/>
        </pc:sldMkLst>
      </pc:sldChg>
      <pc:sldChg chg="addSp delSp modSp mod setBg">
        <pc:chgData name="João Flavio Diniz" userId="dedd31532088e5ff" providerId="LiveId" clId="{032815C4-9A99-4EB5-AB6A-2559DDF199E0}" dt="2024-03-28T15:39:57.448" v="884" actId="1076"/>
        <pc:sldMkLst>
          <pc:docMk/>
          <pc:sldMk cId="2645663157" sldId="836"/>
        </pc:sldMkLst>
      </pc:sldChg>
      <pc:sldChg chg="addSp delSp modSp mod setBg">
        <pc:chgData name="João Flavio Diniz" userId="dedd31532088e5ff" providerId="LiveId" clId="{032815C4-9A99-4EB5-AB6A-2559DDF199E0}" dt="2024-03-27T14:27:35.947" v="343" actId="1076"/>
        <pc:sldMkLst>
          <pc:docMk/>
          <pc:sldMk cId="3620491131" sldId="837"/>
        </pc:sldMkLst>
      </pc:sldChg>
      <pc:sldChg chg="addSp delSp modSp mod setBg">
        <pc:chgData name="João Flavio Diniz" userId="dedd31532088e5ff" providerId="LiveId" clId="{032815C4-9A99-4EB5-AB6A-2559DDF199E0}" dt="2024-03-27T14:27:46.957" v="346"/>
        <pc:sldMkLst>
          <pc:docMk/>
          <pc:sldMk cId="1658922986" sldId="838"/>
        </pc:sldMkLst>
      </pc:sldChg>
      <pc:sldChg chg="setBg">
        <pc:chgData name="João Flavio Diniz" userId="dedd31532088e5ff" providerId="LiveId" clId="{032815C4-9A99-4EB5-AB6A-2559DDF199E0}" dt="2024-03-27T14:03:16.447" v="1"/>
        <pc:sldMkLst>
          <pc:docMk/>
          <pc:sldMk cId="3107269081" sldId="839"/>
        </pc:sldMkLst>
      </pc:sldChg>
      <pc:sldChg chg="addSp delSp modSp add mod">
        <pc:chgData name="João Flavio Diniz" userId="dedd31532088e5ff" providerId="LiveId" clId="{032815C4-9A99-4EB5-AB6A-2559DDF199E0}" dt="2024-03-27T14:14:08.434" v="173" actId="1076"/>
        <pc:sldMkLst>
          <pc:docMk/>
          <pc:sldMk cId="1679595190" sldId="840"/>
        </pc:sldMkLst>
      </pc:sldChg>
      <pc:sldChg chg="addSp delSp modSp add mod">
        <pc:chgData name="João Flavio Diniz" userId="dedd31532088e5ff" providerId="LiveId" clId="{032815C4-9A99-4EB5-AB6A-2559DDF199E0}" dt="2024-03-27T14:22:42.004" v="277" actId="1076"/>
        <pc:sldMkLst>
          <pc:docMk/>
          <pc:sldMk cId="1992367270" sldId="841"/>
        </pc:sldMkLst>
      </pc:sldChg>
      <pc:sldChg chg="addSp delSp modSp add mod">
        <pc:chgData name="João Flavio Diniz" userId="dedd31532088e5ff" providerId="LiveId" clId="{032815C4-9A99-4EB5-AB6A-2559DDF199E0}" dt="2024-03-27T14:23:37.295" v="294" actId="1076"/>
        <pc:sldMkLst>
          <pc:docMk/>
          <pc:sldMk cId="1498699723" sldId="842"/>
        </pc:sldMkLst>
      </pc:sldChg>
      <pc:sldChg chg="addSp delSp modSp add mod">
        <pc:chgData name="João Flavio Diniz" userId="dedd31532088e5ff" providerId="LiveId" clId="{032815C4-9A99-4EB5-AB6A-2559DDF199E0}" dt="2024-03-27T14:26:12.231" v="330" actId="1037"/>
        <pc:sldMkLst>
          <pc:docMk/>
          <pc:sldMk cId="501755358" sldId="843"/>
        </pc:sldMkLst>
      </pc:sldChg>
      <pc:sldChg chg="addSp delSp modSp add mod">
        <pc:chgData name="João Flavio Diniz" userId="dedd31532088e5ff" providerId="LiveId" clId="{032815C4-9A99-4EB5-AB6A-2559DDF199E0}" dt="2024-03-28T15:53:28.913" v="1068" actId="20577"/>
        <pc:sldMkLst>
          <pc:docMk/>
          <pc:sldMk cId="1127284480" sldId="844"/>
        </pc:sldMkLst>
      </pc:sldChg>
      <pc:sldChg chg="delSp add del mod">
        <pc:chgData name="João Flavio Diniz" userId="dedd31532088e5ff" providerId="LiveId" clId="{032815C4-9A99-4EB5-AB6A-2559DDF199E0}" dt="2024-04-04T23:47:23.156" v="1072" actId="47"/>
        <pc:sldMkLst>
          <pc:docMk/>
          <pc:sldMk cId="2165731979" sldId="845"/>
        </pc:sldMkLst>
      </pc:sldChg>
    </pc:docChg>
  </pc:docChgLst>
  <pc:docChgLst>
    <pc:chgData name="João Flavio Diniz" userId="dedd31532088e5ff" providerId="LiveId" clId="{59DD2E0B-6A21-4FF9-B971-37370754F440}"/>
    <pc:docChg chg="undo custSel addSld modSld">
      <pc:chgData name="João Flavio Diniz" userId="dedd31532088e5ff" providerId="LiveId" clId="{59DD2E0B-6A21-4FF9-B971-37370754F440}" dt="2025-03-22T16:36:36.780" v="888" actId="1076"/>
      <pc:docMkLst>
        <pc:docMk/>
      </pc:docMkLst>
      <pc:sldChg chg="modSp mod">
        <pc:chgData name="João Flavio Diniz" userId="dedd31532088e5ff" providerId="LiveId" clId="{59DD2E0B-6A21-4FF9-B971-37370754F440}" dt="2025-03-18T16:20:17.817" v="2" actId="1076"/>
        <pc:sldMkLst>
          <pc:docMk/>
          <pc:sldMk cId="269957973" sldId="814"/>
        </pc:sldMkLst>
        <pc:spChg chg="mod">
          <ac:chgData name="João Flavio Diniz" userId="dedd31532088e5ff" providerId="LiveId" clId="{59DD2E0B-6A21-4FF9-B971-37370754F440}" dt="2025-03-18T16:20:17.817" v="2" actId="1076"/>
          <ac:spMkLst>
            <pc:docMk/>
            <pc:sldMk cId="269957973" sldId="814"/>
            <ac:spMk id="2" creationId="{E710C137-D5DA-8CEF-6865-C2DE9E51E619}"/>
          </ac:spMkLst>
        </pc:spChg>
      </pc:sldChg>
      <pc:sldChg chg="addSp delSp modSp add mod">
        <pc:chgData name="João Flavio Diniz" userId="dedd31532088e5ff" providerId="LiveId" clId="{59DD2E0B-6A21-4FF9-B971-37370754F440}" dt="2025-03-22T15:59:30.310" v="494" actId="1076"/>
        <pc:sldMkLst>
          <pc:docMk/>
          <pc:sldMk cId="3549882379" sldId="848"/>
        </pc:sldMkLst>
        <pc:spChg chg="mod">
          <ac:chgData name="João Flavio Diniz" userId="dedd31532088e5ff" providerId="LiveId" clId="{59DD2E0B-6A21-4FF9-B971-37370754F440}" dt="2025-03-22T15:41:04.162" v="87" actId="1076"/>
          <ac:spMkLst>
            <pc:docMk/>
            <pc:sldMk cId="3549882379" sldId="848"/>
            <ac:spMk id="2" creationId="{A97982D8-AA95-87D0-F9F1-AA802B11492C}"/>
          </ac:spMkLst>
        </pc:spChg>
        <pc:spChg chg="mod">
          <ac:chgData name="João Flavio Diniz" userId="dedd31532088e5ff" providerId="LiveId" clId="{59DD2E0B-6A21-4FF9-B971-37370754F440}" dt="2025-03-22T15:48:30.257" v="240" actId="1076"/>
          <ac:spMkLst>
            <pc:docMk/>
            <pc:sldMk cId="3549882379" sldId="848"/>
            <ac:spMk id="4" creationId="{E1402223-EC6A-2CE9-FB82-D612FBEA1CE5}"/>
          </ac:spMkLst>
        </pc:spChg>
        <pc:spChg chg="add mod">
          <ac:chgData name="João Flavio Diniz" userId="dedd31532088e5ff" providerId="LiveId" clId="{59DD2E0B-6A21-4FF9-B971-37370754F440}" dt="2025-03-22T15:59:30.310" v="494" actId="1076"/>
          <ac:spMkLst>
            <pc:docMk/>
            <pc:sldMk cId="3549882379" sldId="848"/>
            <ac:spMk id="9" creationId="{6D179F03-C117-C467-CE62-4AA236A2A95C}"/>
          </ac:spMkLst>
        </pc:spChg>
        <pc:spChg chg="add mod">
          <ac:chgData name="João Flavio Diniz" userId="dedd31532088e5ff" providerId="LiveId" clId="{59DD2E0B-6A21-4FF9-B971-37370754F440}" dt="2025-03-22T15:46:09.842" v="114" actId="1076"/>
          <ac:spMkLst>
            <pc:docMk/>
            <pc:sldMk cId="3549882379" sldId="848"/>
            <ac:spMk id="10" creationId="{12BDEA89-F97C-059B-8988-15F6DC0A2E93}"/>
          </ac:spMkLst>
        </pc:spChg>
        <pc:spChg chg="add mod">
          <ac:chgData name="João Flavio Diniz" userId="dedd31532088e5ff" providerId="LiveId" clId="{59DD2E0B-6A21-4FF9-B971-37370754F440}" dt="2025-03-22T15:47:25.090" v="216" actId="207"/>
          <ac:spMkLst>
            <pc:docMk/>
            <pc:sldMk cId="3549882379" sldId="848"/>
            <ac:spMk id="11" creationId="{9AAAD291-7070-0788-2B1D-F83768E7EABC}"/>
          </ac:spMkLst>
        </pc:spChg>
        <pc:spChg chg="add mod">
          <ac:chgData name="João Flavio Diniz" userId="dedd31532088e5ff" providerId="LiveId" clId="{59DD2E0B-6A21-4FF9-B971-37370754F440}" dt="2025-03-22T15:48:38.383" v="243" actId="207"/>
          <ac:spMkLst>
            <pc:docMk/>
            <pc:sldMk cId="3549882379" sldId="848"/>
            <ac:spMk id="12" creationId="{0ACA65D6-4394-D63E-49FD-5D75E8DB451F}"/>
          </ac:spMkLst>
        </pc:spChg>
        <pc:spChg chg="add mod">
          <ac:chgData name="João Flavio Diniz" userId="dedd31532088e5ff" providerId="LiveId" clId="{59DD2E0B-6A21-4FF9-B971-37370754F440}" dt="2025-03-22T15:58:08.707" v="423" actId="1076"/>
          <ac:spMkLst>
            <pc:docMk/>
            <pc:sldMk cId="3549882379" sldId="848"/>
            <ac:spMk id="13" creationId="{791F16E9-BDDF-E8F8-FBBD-FA900592864C}"/>
          </ac:spMkLst>
        </pc:spChg>
        <pc:spChg chg="add mod">
          <ac:chgData name="João Flavio Diniz" userId="dedd31532088e5ff" providerId="LiveId" clId="{59DD2E0B-6A21-4FF9-B971-37370754F440}" dt="2025-03-22T15:59:20.082" v="493" actId="1076"/>
          <ac:spMkLst>
            <pc:docMk/>
            <pc:sldMk cId="3549882379" sldId="848"/>
            <ac:spMk id="14" creationId="{DFC75183-1AC3-AF77-732B-D98B309822E9}"/>
          </ac:spMkLst>
        </pc:spChg>
        <pc:picChg chg="mod">
          <ac:chgData name="João Flavio Diniz" userId="dedd31532088e5ff" providerId="LiveId" clId="{59DD2E0B-6A21-4FF9-B971-37370754F440}" dt="2025-03-22T15:48:32.076" v="241" actId="1076"/>
          <ac:picMkLst>
            <pc:docMk/>
            <pc:sldMk cId="3549882379" sldId="848"/>
            <ac:picMk id="3" creationId="{0EE8EC3C-051B-8317-3689-F25179EB6583}"/>
          </ac:picMkLst>
        </pc:picChg>
        <pc:picChg chg="add mod">
          <ac:chgData name="João Flavio Diniz" userId="dedd31532088e5ff" providerId="LiveId" clId="{59DD2E0B-6A21-4FF9-B971-37370754F440}" dt="2025-03-22T15:47:25.710" v="217" actId="1076"/>
          <ac:picMkLst>
            <pc:docMk/>
            <pc:sldMk cId="3549882379" sldId="848"/>
            <ac:picMk id="8" creationId="{916405E9-9011-D807-6E07-81D6451531F8}"/>
          </ac:picMkLst>
        </pc:picChg>
      </pc:sldChg>
      <pc:sldChg chg="addSp delSp modSp add mod">
        <pc:chgData name="João Flavio Diniz" userId="dedd31532088e5ff" providerId="LiveId" clId="{59DD2E0B-6A21-4FF9-B971-37370754F440}" dt="2025-03-22T15:49:15.829" v="272" actId="207"/>
        <pc:sldMkLst>
          <pc:docMk/>
          <pc:sldMk cId="2305311755" sldId="849"/>
        </pc:sldMkLst>
        <pc:spChg chg="mod ord">
          <ac:chgData name="João Flavio Diniz" userId="dedd31532088e5ff" providerId="LiveId" clId="{59DD2E0B-6A21-4FF9-B971-37370754F440}" dt="2025-03-22T15:45:30.641" v="110" actId="1076"/>
          <ac:spMkLst>
            <pc:docMk/>
            <pc:sldMk cId="2305311755" sldId="849"/>
            <ac:spMk id="9" creationId="{B19BD6B0-3A20-0FDC-235B-E777AD999A9D}"/>
          </ac:spMkLst>
        </pc:spChg>
        <pc:spChg chg="add mod">
          <ac:chgData name="João Flavio Diniz" userId="dedd31532088e5ff" providerId="LiveId" clId="{59DD2E0B-6A21-4FF9-B971-37370754F440}" dt="2025-03-22T15:49:15.829" v="272" actId="207"/>
          <ac:spMkLst>
            <pc:docMk/>
            <pc:sldMk cId="2305311755" sldId="849"/>
            <ac:spMk id="13" creationId="{83AFC126-E2DB-4C93-832E-BC53BC4A450B}"/>
          </ac:spMkLst>
        </pc:spChg>
        <pc:picChg chg="add mod">
          <ac:chgData name="João Flavio Diniz" userId="dedd31532088e5ff" providerId="LiveId" clId="{59DD2E0B-6A21-4FF9-B971-37370754F440}" dt="2025-03-22T15:45:28.252" v="109" actId="1076"/>
          <ac:picMkLst>
            <pc:docMk/>
            <pc:sldMk cId="2305311755" sldId="849"/>
            <ac:picMk id="12" creationId="{7CB6A93B-F2A5-BB32-F657-04F9213DD6ED}"/>
          </ac:picMkLst>
        </pc:picChg>
      </pc:sldChg>
      <pc:sldChg chg="addSp delSp modSp add mod">
        <pc:chgData name="João Flavio Diniz" userId="dedd31532088e5ff" providerId="LiveId" clId="{59DD2E0B-6A21-4FF9-B971-37370754F440}" dt="2025-03-22T15:52:04.807" v="297" actId="1076"/>
        <pc:sldMkLst>
          <pc:docMk/>
          <pc:sldMk cId="972507258" sldId="850"/>
        </pc:sldMkLst>
        <pc:spChg chg="add mod">
          <ac:chgData name="João Flavio Diniz" userId="dedd31532088e5ff" providerId="LiveId" clId="{59DD2E0B-6A21-4FF9-B971-37370754F440}" dt="2025-03-22T15:51:25.633" v="290" actId="1076"/>
          <ac:spMkLst>
            <pc:docMk/>
            <pc:sldMk cId="972507258" sldId="850"/>
            <ac:spMk id="7" creationId="{9AFB3DE4-36C0-97B7-4B97-0D8B801FE751}"/>
          </ac:spMkLst>
        </pc:spChg>
        <pc:spChg chg="add mod">
          <ac:chgData name="João Flavio Diniz" userId="dedd31532088e5ff" providerId="LiveId" clId="{59DD2E0B-6A21-4FF9-B971-37370754F440}" dt="2025-03-22T15:51:49.631" v="295" actId="1076"/>
          <ac:spMkLst>
            <pc:docMk/>
            <pc:sldMk cId="972507258" sldId="850"/>
            <ac:spMk id="8" creationId="{29896FBD-6932-3DCE-7F48-41E1CB95BC23}"/>
          </ac:spMkLst>
        </pc:spChg>
        <pc:spChg chg="mod ord">
          <ac:chgData name="João Flavio Diniz" userId="dedd31532088e5ff" providerId="LiveId" clId="{59DD2E0B-6A21-4FF9-B971-37370754F440}" dt="2025-03-22T15:51:19.060" v="288" actId="1076"/>
          <ac:spMkLst>
            <pc:docMk/>
            <pc:sldMk cId="972507258" sldId="850"/>
            <ac:spMk id="9" creationId="{275D7075-74DA-28BE-B0D2-D0AC0C563341}"/>
          </ac:spMkLst>
        </pc:spChg>
        <pc:spChg chg="add mod">
          <ac:chgData name="João Flavio Diniz" userId="dedd31532088e5ff" providerId="LiveId" clId="{59DD2E0B-6A21-4FF9-B971-37370754F440}" dt="2025-03-22T15:52:04.807" v="297" actId="1076"/>
          <ac:spMkLst>
            <pc:docMk/>
            <pc:sldMk cId="972507258" sldId="850"/>
            <ac:spMk id="10" creationId="{2998C309-6E46-771D-7738-AE21D78BC085}"/>
          </ac:spMkLst>
        </pc:spChg>
        <pc:spChg chg="mod">
          <ac:chgData name="João Flavio Diniz" userId="dedd31532088e5ff" providerId="LiveId" clId="{59DD2E0B-6A21-4FF9-B971-37370754F440}" dt="2025-03-22T15:50:23.135" v="275" actId="1076"/>
          <ac:spMkLst>
            <pc:docMk/>
            <pc:sldMk cId="972507258" sldId="850"/>
            <ac:spMk id="13" creationId="{832AF4EF-25D5-A83F-776D-165046EDA184}"/>
          </ac:spMkLst>
        </pc:spChg>
        <pc:picChg chg="add mod ord">
          <ac:chgData name="João Flavio Diniz" userId="dedd31532088e5ff" providerId="LiveId" clId="{59DD2E0B-6A21-4FF9-B971-37370754F440}" dt="2025-03-22T15:51:06.626" v="285" actId="166"/>
          <ac:picMkLst>
            <pc:docMk/>
            <pc:sldMk cId="972507258" sldId="850"/>
            <ac:picMk id="6" creationId="{EAC16BF1-040C-4C96-A3F2-DFF2553B08AB}"/>
          </ac:picMkLst>
        </pc:picChg>
      </pc:sldChg>
      <pc:sldChg chg="addSp delSp modSp add mod">
        <pc:chgData name="João Flavio Diniz" userId="dedd31532088e5ff" providerId="LiveId" clId="{59DD2E0B-6A21-4FF9-B971-37370754F440}" dt="2025-03-22T15:54:52.294" v="350" actId="478"/>
        <pc:sldMkLst>
          <pc:docMk/>
          <pc:sldMk cId="590474952" sldId="851"/>
        </pc:sldMkLst>
        <pc:spChg chg="mod ord">
          <ac:chgData name="João Flavio Diniz" userId="dedd31532088e5ff" providerId="LiveId" clId="{59DD2E0B-6A21-4FF9-B971-37370754F440}" dt="2025-03-22T15:53:41.018" v="309" actId="1076"/>
          <ac:spMkLst>
            <pc:docMk/>
            <pc:sldMk cId="590474952" sldId="851"/>
            <ac:spMk id="7" creationId="{80C4FEE1-2398-DB28-AF27-A634D74642A3}"/>
          </ac:spMkLst>
        </pc:spChg>
        <pc:spChg chg="add mod">
          <ac:chgData name="João Flavio Diniz" userId="dedd31532088e5ff" providerId="LiveId" clId="{59DD2E0B-6A21-4FF9-B971-37370754F440}" dt="2025-03-22T15:54:02.303" v="344" actId="1076"/>
          <ac:spMkLst>
            <pc:docMk/>
            <pc:sldMk cId="590474952" sldId="851"/>
            <ac:spMk id="12" creationId="{13B658AB-71E2-38C1-0273-9A0662338497}"/>
          </ac:spMkLst>
        </pc:spChg>
        <pc:picChg chg="add mod">
          <ac:chgData name="João Flavio Diniz" userId="dedd31532088e5ff" providerId="LiveId" clId="{59DD2E0B-6A21-4FF9-B971-37370754F440}" dt="2025-03-22T15:53:28.025" v="306" actId="1076"/>
          <ac:picMkLst>
            <pc:docMk/>
            <pc:sldMk cId="590474952" sldId="851"/>
            <ac:picMk id="11" creationId="{9386DDE5-B674-D0DB-7CE4-46233AD71CC4}"/>
          </ac:picMkLst>
        </pc:picChg>
      </pc:sldChg>
      <pc:sldChg chg="addSp delSp modSp add mod">
        <pc:chgData name="João Flavio Diniz" userId="dedd31532088e5ff" providerId="LiveId" clId="{59DD2E0B-6A21-4FF9-B971-37370754F440}" dt="2025-03-22T15:56:13.697" v="385" actId="20577"/>
        <pc:sldMkLst>
          <pc:docMk/>
          <pc:sldMk cId="143119912" sldId="852"/>
        </pc:sldMkLst>
        <pc:spChg chg="mod ord">
          <ac:chgData name="João Flavio Diniz" userId="dedd31532088e5ff" providerId="LiveId" clId="{59DD2E0B-6A21-4FF9-B971-37370754F440}" dt="2025-03-22T15:55:34.660" v="359" actId="1076"/>
          <ac:spMkLst>
            <pc:docMk/>
            <pc:sldMk cId="143119912" sldId="852"/>
            <ac:spMk id="7" creationId="{FD886276-50F8-456A-D70F-8FA65D46793A}"/>
          </ac:spMkLst>
        </pc:spChg>
        <pc:spChg chg="mod ord">
          <ac:chgData name="João Flavio Diniz" userId="dedd31532088e5ff" providerId="LiveId" clId="{59DD2E0B-6A21-4FF9-B971-37370754F440}" dt="2025-03-22T15:56:13.697" v="385" actId="20577"/>
          <ac:spMkLst>
            <pc:docMk/>
            <pc:sldMk cId="143119912" sldId="852"/>
            <ac:spMk id="13" creationId="{7A32752F-D24F-9FAB-159A-9EEEAD9E0587}"/>
          </ac:spMkLst>
        </pc:spChg>
        <pc:picChg chg="add mod">
          <ac:chgData name="João Flavio Diniz" userId="dedd31532088e5ff" providerId="LiveId" clId="{59DD2E0B-6A21-4FF9-B971-37370754F440}" dt="2025-03-22T15:55:25.127" v="357" actId="1076"/>
          <ac:picMkLst>
            <pc:docMk/>
            <pc:sldMk cId="143119912" sldId="852"/>
            <ac:picMk id="6" creationId="{A246A15A-6965-2A86-43ED-32518AE5FB58}"/>
          </ac:picMkLst>
        </pc:picChg>
      </pc:sldChg>
      <pc:sldChg chg="addSp delSp modSp add mod">
        <pc:chgData name="João Flavio Diniz" userId="dedd31532088e5ff" providerId="LiveId" clId="{59DD2E0B-6A21-4FF9-B971-37370754F440}" dt="2025-03-22T16:36:36.780" v="888" actId="1076"/>
        <pc:sldMkLst>
          <pc:docMk/>
          <pc:sldMk cId="3498859808" sldId="853"/>
        </pc:sldMkLst>
        <pc:spChg chg="mod ord">
          <ac:chgData name="João Flavio Diniz" userId="dedd31532088e5ff" providerId="LiveId" clId="{59DD2E0B-6A21-4FF9-B971-37370754F440}" dt="2025-03-22T15:57:15.266" v="396" actId="1076"/>
          <ac:spMkLst>
            <pc:docMk/>
            <pc:sldMk cId="3498859808" sldId="853"/>
            <ac:spMk id="7" creationId="{6635B16F-50DA-86A1-6970-3C07CDCCFA95}"/>
          </ac:spMkLst>
        </pc:spChg>
        <pc:spChg chg="add mod">
          <ac:chgData name="João Flavio Diniz" userId="dedd31532088e5ff" providerId="LiveId" clId="{59DD2E0B-6A21-4FF9-B971-37370754F440}" dt="2025-03-22T16:29:39.759" v="676" actId="1076"/>
          <ac:spMkLst>
            <pc:docMk/>
            <pc:sldMk cId="3498859808" sldId="853"/>
            <ac:spMk id="9" creationId="{6B83A7BB-1D7F-72D6-C21D-51BD10ED8D2D}"/>
          </ac:spMkLst>
        </pc:spChg>
        <pc:spChg chg="add mod">
          <ac:chgData name="João Flavio Diniz" userId="dedd31532088e5ff" providerId="LiveId" clId="{59DD2E0B-6A21-4FF9-B971-37370754F440}" dt="2025-03-22T16:36:36.780" v="888" actId="1076"/>
          <ac:spMkLst>
            <pc:docMk/>
            <pc:sldMk cId="3498859808" sldId="853"/>
            <ac:spMk id="10" creationId="{4B590564-A49A-F004-8081-B8544380504C}"/>
          </ac:spMkLst>
        </pc:spChg>
        <pc:spChg chg="mod ord">
          <ac:chgData name="João Flavio Diniz" userId="dedd31532088e5ff" providerId="LiveId" clId="{59DD2E0B-6A21-4FF9-B971-37370754F440}" dt="2025-03-22T16:36:23.779" v="886" actId="20577"/>
          <ac:spMkLst>
            <pc:docMk/>
            <pc:sldMk cId="3498859808" sldId="853"/>
            <ac:spMk id="13" creationId="{26E2A00E-248D-30CB-7923-8CF472D5E4F5}"/>
          </ac:spMkLst>
        </pc:spChg>
        <pc:picChg chg="add mod">
          <ac:chgData name="João Flavio Diniz" userId="dedd31532088e5ff" providerId="LiveId" clId="{59DD2E0B-6A21-4FF9-B971-37370754F440}" dt="2025-03-22T16:32:45.151" v="802" actId="1076"/>
          <ac:picMkLst>
            <pc:docMk/>
            <pc:sldMk cId="3498859808" sldId="853"/>
            <ac:picMk id="8" creationId="{2E8B6D7E-85B7-1532-873A-EAD517270523}"/>
          </ac:picMkLst>
        </pc:picChg>
      </pc:sldChg>
      <pc:sldChg chg="addSp delSp modSp add mod">
        <pc:chgData name="João Flavio Diniz" userId="dedd31532088e5ff" providerId="LiveId" clId="{59DD2E0B-6A21-4FF9-B971-37370754F440}" dt="2025-03-22T16:05:04.794" v="605" actId="1076"/>
        <pc:sldMkLst>
          <pc:docMk/>
          <pc:sldMk cId="2988314836" sldId="854"/>
        </pc:sldMkLst>
        <pc:spChg chg="add mod">
          <ac:chgData name="João Flavio Diniz" userId="dedd31532088e5ff" providerId="LiveId" clId="{59DD2E0B-6A21-4FF9-B971-37370754F440}" dt="2025-03-22T16:03:04.824" v="545" actId="207"/>
          <ac:spMkLst>
            <pc:docMk/>
            <pc:sldMk cId="2988314836" sldId="854"/>
            <ac:spMk id="7" creationId="{98338C32-08D4-563F-1B86-42D2FC51F5DC}"/>
          </ac:spMkLst>
        </pc:spChg>
        <pc:spChg chg="add mod">
          <ac:chgData name="João Flavio Diniz" userId="dedd31532088e5ff" providerId="LiveId" clId="{59DD2E0B-6A21-4FF9-B971-37370754F440}" dt="2025-03-22T16:03:21.140" v="548" actId="1076"/>
          <ac:spMkLst>
            <pc:docMk/>
            <pc:sldMk cId="2988314836" sldId="854"/>
            <ac:spMk id="8" creationId="{91166FAC-52E3-A537-09DD-18D51C5CD4FA}"/>
          </ac:spMkLst>
        </pc:spChg>
        <pc:spChg chg="add mod">
          <ac:chgData name="João Flavio Diniz" userId="dedd31532088e5ff" providerId="LiveId" clId="{59DD2E0B-6A21-4FF9-B971-37370754F440}" dt="2025-03-22T16:05:04.794" v="605" actId="1076"/>
          <ac:spMkLst>
            <pc:docMk/>
            <pc:sldMk cId="2988314836" sldId="854"/>
            <ac:spMk id="9" creationId="{3EAF08AA-EE97-7107-7694-D0998EC11F75}"/>
          </ac:spMkLst>
        </pc:spChg>
        <pc:picChg chg="add mod">
          <ac:chgData name="João Flavio Diniz" userId="dedd31532088e5ff" providerId="LiveId" clId="{59DD2E0B-6A21-4FF9-B971-37370754F440}" dt="2025-03-22T16:03:08.218" v="546" actId="1076"/>
          <ac:picMkLst>
            <pc:docMk/>
            <pc:sldMk cId="2988314836" sldId="854"/>
            <ac:picMk id="6" creationId="{D943364F-9D08-C646-2F4D-14419DD96239}"/>
          </ac:picMkLst>
        </pc:picChg>
      </pc:sldChg>
      <pc:sldChg chg="addSp delSp modSp add mod">
        <pc:chgData name="João Flavio Diniz" userId="dedd31532088e5ff" providerId="LiveId" clId="{59DD2E0B-6A21-4FF9-B971-37370754F440}" dt="2025-03-22T16:34:20.410" v="853" actId="20577"/>
        <pc:sldMkLst>
          <pc:docMk/>
          <pc:sldMk cId="2401056541" sldId="855"/>
        </pc:sldMkLst>
        <pc:spChg chg="mod ord">
          <ac:chgData name="João Flavio Diniz" userId="dedd31532088e5ff" providerId="LiveId" clId="{59DD2E0B-6A21-4FF9-B971-37370754F440}" dt="2025-03-22T16:31:53.878" v="697" actId="1076"/>
          <ac:spMkLst>
            <pc:docMk/>
            <pc:sldMk cId="2401056541" sldId="855"/>
            <ac:spMk id="9" creationId="{11A96B23-B347-7091-F32E-68A1688C87C5}"/>
          </ac:spMkLst>
        </pc:spChg>
        <pc:spChg chg="mod ord">
          <ac:chgData name="João Flavio Diniz" userId="dedd31532088e5ff" providerId="LiveId" clId="{59DD2E0B-6A21-4FF9-B971-37370754F440}" dt="2025-03-22T16:34:20.410" v="853" actId="20577"/>
          <ac:spMkLst>
            <pc:docMk/>
            <pc:sldMk cId="2401056541" sldId="855"/>
            <ac:spMk id="13" creationId="{31B12F0B-63B2-1184-28EE-F70A207A6B5A}"/>
          </ac:spMkLst>
        </pc:spChg>
        <pc:picChg chg="add mod">
          <ac:chgData name="João Flavio Diniz" userId="dedd31532088e5ff" providerId="LiveId" clId="{59DD2E0B-6A21-4FF9-B971-37370754F440}" dt="2025-03-22T16:31:42.936" v="695" actId="1076"/>
          <ac:picMkLst>
            <pc:docMk/>
            <pc:sldMk cId="2401056541" sldId="855"/>
            <ac:picMk id="6" creationId="{5925BB32-6FC7-B54B-2163-C4A02B550EAB}"/>
          </ac:picMkLst>
        </pc:picChg>
      </pc:sldChg>
    </pc:docChg>
  </pc:docChgLst>
  <pc:docChgLst>
    <pc:chgData name="João Flavio Diniz" userId="dedd31532088e5ff" providerId="LiveId" clId="{E195852F-371F-4C1D-9E37-EEF77F7CDC99}"/>
    <pc:docChg chg="modSld">
      <pc:chgData name="João Flavio Diniz" userId="dedd31532088e5ff" providerId="LiveId" clId="{E195852F-371F-4C1D-9E37-EEF77F7CDC99}" dt="2024-02-12T12:12:04.992" v="38" actId="6549"/>
      <pc:docMkLst>
        <pc:docMk/>
      </pc:docMkLst>
      <pc:sldChg chg="modSp mod">
        <pc:chgData name="João Flavio Diniz" userId="dedd31532088e5ff" providerId="LiveId" clId="{E195852F-371F-4C1D-9E37-EEF77F7CDC99}" dt="2024-02-12T12:12:04.992" v="38" actId="6549"/>
        <pc:sldMkLst>
          <pc:docMk/>
          <pc:sldMk cId="3932642393" sldId="666"/>
        </pc:sldMkLst>
      </pc:sldChg>
    </pc:docChg>
  </pc:docChgLst>
  <pc:docChgLst>
    <pc:chgData name="João Flavio Diniz" userId="dedd31532088e5ff" providerId="LiveId" clId="{72970921-62FE-401E-9B59-8F6BE859FAF3}"/>
    <pc:docChg chg="undo custSel addSld delSld modSld sldOrd">
      <pc:chgData name="João Flavio Diniz" userId="dedd31532088e5ff" providerId="LiveId" clId="{72970921-62FE-401E-9B59-8F6BE859FAF3}" dt="2024-01-16T20:51:05.892" v="1731" actId="1076"/>
      <pc:docMkLst>
        <pc:docMk/>
      </pc:docMkLst>
      <pc:sldChg chg="modSp mod">
        <pc:chgData name="João Flavio Diniz" userId="dedd31532088e5ff" providerId="LiveId" clId="{72970921-62FE-401E-9B59-8F6BE859FAF3}" dt="2024-01-16T19:39:35.022" v="1367" actId="207"/>
        <pc:sldMkLst>
          <pc:docMk/>
          <pc:sldMk cId="14442516" sldId="667"/>
        </pc:sldMkLst>
      </pc:sldChg>
      <pc:sldChg chg="modSp mod">
        <pc:chgData name="João Flavio Diniz" userId="dedd31532088e5ff" providerId="LiveId" clId="{72970921-62FE-401E-9B59-8F6BE859FAF3}" dt="2024-01-16T17:41:50.057" v="51" actId="20577"/>
        <pc:sldMkLst>
          <pc:docMk/>
          <pc:sldMk cId="1281594340" sldId="794"/>
        </pc:sldMkLst>
      </pc:sldChg>
      <pc:sldChg chg="del">
        <pc:chgData name="João Flavio Diniz" userId="dedd31532088e5ff" providerId="LiveId" clId="{72970921-62FE-401E-9B59-8F6BE859FAF3}" dt="2024-01-16T17:37:14.392" v="2" actId="47"/>
        <pc:sldMkLst>
          <pc:docMk/>
          <pc:sldMk cId="185790663" sldId="795"/>
        </pc:sldMkLst>
      </pc:sldChg>
      <pc:sldChg chg="del">
        <pc:chgData name="João Flavio Diniz" userId="dedd31532088e5ff" providerId="LiveId" clId="{72970921-62FE-401E-9B59-8F6BE859FAF3}" dt="2024-01-16T17:37:14.392" v="2" actId="47"/>
        <pc:sldMkLst>
          <pc:docMk/>
          <pc:sldMk cId="420188452" sldId="796"/>
        </pc:sldMkLst>
      </pc:sldChg>
      <pc:sldChg chg="del">
        <pc:chgData name="João Flavio Diniz" userId="dedd31532088e5ff" providerId="LiveId" clId="{72970921-62FE-401E-9B59-8F6BE859FAF3}" dt="2024-01-16T17:37:14.392" v="2" actId="47"/>
        <pc:sldMkLst>
          <pc:docMk/>
          <pc:sldMk cId="2363334204" sldId="797"/>
        </pc:sldMkLst>
      </pc:sldChg>
      <pc:sldChg chg="del">
        <pc:chgData name="João Flavio Diniz" userId="dedd31532088e5ff" providerId="LiveId" clId="{72970921-62FE-401E-9B59-8F6BE859FAF3}" dt="2024-01-16T17:37:14.392" v="2" actId="47"/>
        <pc:sldMkLst>
          <pc:docMk/>
          <pc:sldMk cId="2969111219" sldId="798"/>
        </pc:sldMkLst>
      </pc:sldChg>
      <pc:sldChg chg="del">
        <pc:chgData name="João Flavio Diniz" userId="dedd31532088e5ff" providerId="LiveId" clId="{72970921-62FE-401E-9B59-8F6BE859FAF3}" dt="2024-01-16T17:37:14.392" v="2" actId="47"/>
        <pc:sldMkLst>
          <pc:docMk/>
          <pc:sldMk cId="3516674699" sldId="799"/>
        </pc:sldMkLst>
      </pc:sldChg>
      <pc:sldChg chg="del">
        <pc:chgData name="João Flavio Diniz" userId="dedd31532088e5ff" providerId="LiveId" clId="{72970921-62FE-401E-9B59-8F6BE859FAF3}" dt="2024-01-16T17:37:14.392" v="2" actId="47"/>
        <pc:sldMkLst>
          <pc:docMk/>
          <pc:sldMk cId="814583069" sldId="800"/>
        </pc:sldMkLst>
      </pc:sldChg>
      <pc:sldChg chg="del">
        <pc:chgData name="João Flavio Diniz" userId="dedd31532088e5ff" providerId="LiveId" clId="{72970921-62FE-401E-9B59-8F6BE859FAF3}" dt="2024-01-16T17:37:14.392" v="2" actId="47"/>
        <pc:sldMkLst>
          <pc:docMk/>
          <pc:sldMk cId="4044924403" sldId="801"/>
        </pc:sldMkLst>
      </pc:sldChg>
      <pc:sldChg chg="del">
        <pc:chgData name="João Flavio Diniz" userId="dedd31532088e5ff" providerId="LiveId" clId="{72970921-62FE-401E-9B59-8F6BE859FAF3}" dt="2024-01-16T17:37:14.392" v="2" actId="47"/>
        <pc:sldMkLst>
          <pc:docMk/>
          <pc:sldMk cId="1229197532" sldId="802"/>
        </pc:sldMkLst>
      </pc:sldChg>
      <pc:sldChg chg="del">
        <pc:chgData name="João Flavio Diniz" userId="dedd31532088e5ff" providerId="LiveId" clId="{72970921-62FE-401E-9B59-8F6BE859FAF3}" dt="2024-01-16T17:37:14.392" v="2" actId="47"/>
        <pc:sldMkLst>
          <pc:docMk/>
          <pc:sldMk cId="595323396" sldId="803"/>
        </pc:sldMkLst>
      </pc:sldChg>
      <pc:sldChg chg="del">
        <pc:chgData name="João Flavio Diniz" userId="dedd31532088e5ff" providerId="LiveId" clId="{72970921-62FE-401E-9B59-8F6BE859FAF3}" dt="2024-01-16T17:37:14.392" v="2" actId="47"/>
        <pc:sldMkLst>
          <pc:docMk/>
          <pc:sldMk cId="2091068725" sldId="804"/>
        </pc:sldMkLst>
      </pc:sldChg>
      <pc:sldChg chg="del">
        <pc:chgData name="João Flavio Diniz" userId="dedd31532088e5ff" providerId="LiveId" clId="{72970921-62FE-401E-9B59-8F6BE859FAF3}" dt="2024-01-16T17:37:14.392" v="2" actId="47"/>
        <pc:sldMkLst>
          <pc:docMk/>
          <pc:sldMk cId="688667981" sldId="805"/>
        </pc:sldMkLst>
      </pc:sldChg>
      <pc:sldChg chg="del">
        <pc:chgData name="João Flavio Diniz" userId="dedd31532088e5ff" providerId="LiveId" clId="{72970921-62FE-401E-9B59-8F6BE859FAF3}" dt="2024-01-16T17:37:14.392" v="2" actId="47"/>
        <pc:sldMkLst>
          <pc:docMk/>
          <pc:sldMk cId="591769218" sldId="806"/>
        </pc:sldMkLst>
      </pc:sldChg>
      <pc:sldChg chg="del">
        <pc:chgData name="João Flavio Diniz" userId="dedd31532088e5ff" providerId="LiveId" clId="{72970921-62FE-401E-9B59-8F6BE859FAF3}" dt="2024-01-16T17:37:14.392" v="2" actId="47"/>
        <pc:sldMkLst>
          <pc:docMk/>
          <pc:sldMk cId="2010042873" sldId="807"/>
        </pc:sldMkLst>
      </pc:sldChg>
      <pc:sldChg chg="del">
        <pc:chgData name="João Flavio Diniz" userId="dedd31532088e5ff" providerId="LiveId" clId="{72970921-62FE-401E-9B59-8F6BE859FAF3}" dt="2024-01-16T17:37:14.392" v="2" actId="47"/>
        <pc:sldMkLst>
          <pc:docMk/>
          <pc:sldMk cId="1875474169" sldId="808"/>
        </pc:sldMkLst>
      </pc:sldChg>
      <pc:sldChg chg="del">
        <pc:chgData name="João Flavio Diniz" userId="dedd31532088e5ff" providerId="LiveId" clId="{72970921-62FE-401E-9B59-8F6BE859FAF3}" dt="2024-01-16T17:37:14.392" v="2" actId="47"/>
        <pc:sldMkLst>
          <pc:docMk/>
          <pc:sldMk cId="848915138" sldId="809"/>
        </pc:sldMkLst>
      </pc:sldChg>
      <pc:sldChg chg="del">
        <pc:chgData name="João Flavio Diniz" userId="dedd31532088e5ff" providerId="LiveId" clId="{72970921-62FE-401E-9B59-8F6BE859FAF3}" dt="2024-01-16T17:37:14.392" v="2" actId="47"/>
        <pc:sldMkLst>
          <pc:docMk/>
          <pc:sldMk cId="3238843928" sldId="810"/>
        </pc:sldMkLst>
      </pc:sldChg>
      <pc:sldChg chg="del">
        <pc:chgData name="João Flavio Diniz" userId="dedd31532088e5ff" providerId="LiveId" clId="{72970921-62FE-401E-9B59-8F6BE859FAF3}" dt="2024-01-16T17:37:14.392" v="2" actId="47"/>
        <pc:sldMkLst>
          <pc:docMk/>
          <pc:sldMk cId="855422702" sldId="811"/>
        </pc:sldMkLst>
      </pc:sldChg>
      <pc:sldChg chg="del">
        <pc:chgData name="João Flavio Diniz" userId="dedd31532088e5ff" providerId="LiveId" clId="{72970921-62FE-401E-9B59-8F6BE859FAF3}" dt="2024-01-16T17:37:14.392" v="2" actId="47"/>
        <pc:sldMkLst>
          <pc:docMk/>
          <pc:sldMk cId="2488287648" sldId="812"/>
        </pc:sldMkLst>
      </pc:sldChg>
      <pc:sldChg chg="modSp mod">
        <pc:chgData name="João Flavio Diniz" userId="dedd31532088e5ff" providerId="LiveId" clId="{72970921-62FE-401E-9B59-8F6BE859FAF3}" dt="2024-01-16T17:44:07.955" v="90" actId="6549"/>
        <pc:sldMkLst>
          <pc:docMk/>
          <pc:sldMk cId="1291695730" sldId="813"/>
        </pc:sldMkLst>
      </pc:sldChg>
      <pc:sldChg chg="del">
        <pc:chgData name="João Flavio Diniz" userId="dedd31532088e5ff" providerId="LiveId" clId="{72970921-62FE-401E-9B59-8F6BE859FAF3}" dt="2024-01-16T17:37:14.392" v="2" actId="47"/>
        <pc:sldMkLst>
          <pc:docMk/>
          <pc:sldMk cId="24330769" sldId="814"/>
        </pc:sldMkLst>
      </pc:sldChg>
      <pc:sldChg chg="addSp modSp add mod">
        <pc:chgData name="João Flavio Diniz" userId="dedd31532088e5ff" providerId="LiveId" clId="{72970921-62FE-401E-9B59-8F6BE859FAF3}" dt="2024-01-16T17:58:07.868" v="186" actId="1076"/>
        <pc:sldMkLst>
          <pc:docMk/>
          <pc:sldMk cId="269957973" sldId="814"/>
        </pc:sldMkLst>
      </pc:sldChg>
      <pc:sldChg chg="addSp modSp add mod ord">
        <pc:chgData name="João Flavio Diniz" userId="dedd31532088e5ff" providerId="LiveId" clId="{72970921-62FE-401E-9B59-8F6BE859FAF3}" dt="2024-01-16T18:06:23.997" v="449" actId="20577"/>
        <pc:sldMkLst>
          <pc:docMk/>
          <pc:sldMk cId="323707366" sldId="815"/>
        </pc:sldMkLst>
      </pc:sldChg>
      <pc:sldChg chg="addSp delSp modSp add mod">
        <pc:chgData name="João Flavio Diniz" userId="dedd31532088e5ff" providerId="LiveId" clId="{72970921-62FE-401E-9B59-8F6BE859FAF3}" dt="2024-01-16T18:08:59.279" v="460" actId="1076"/>
        <pc:sldMkLst>
          <pc:docMk/>
          <pc:sldMk cId="1796220706" sldId="816"/>
        </pc:sldMkLst>
      </pc:sldChg>
      <pc:sldChg chg="addSp delSp modSp add mod">
        <pc:chgData name="João Flavio Diniz" userId="dedd31532088e5ff" providerId="LiveId" clId="{72970921-62FE-401E-9B59-8F6BE859FAF3}" dt="2024-01-16T18:10:32.030" v="489" actId="6549"/>
        <pc:sldMkLst>
          <pc:docMk/>
          <pc:sldMk cId="1451405136" sldId="817"/>
        </pc:sldMkLst>
      </pc:sldChg>
      <pc:sldChg chg="addSp delSp modSp add mod">
        <pc:chgData name="João Flavio Diniz" userId="dedd31532088e5ff" providerId="LiveId" clId="{72970921-62FE-401E-9B59-8F6BE859FAF3}" dt="2024-01-16T18:15:54.500" v="649" actId="1076"/>
        <pc:sldMkLst>
          <pc:docMk/>
          <pc:sldMk cId="565534760" sldId="818"/>
        </pc:sldMkLst>
      </pc:sldChg>
      <pc:sldChg chg="addSp delSp modSp add mod">
        <pc:chgData name="João Flavio Diniz" userId="dedd31532088e5ff" providerId="LiveId" clId="{72970921-62FE-401E-9B59-8F6BE859FAF3}" dt="2024-01-16T18:17:44.234" v="674" actId="1076"/>
        <pc:sldMkLst>
          <pc:docMk/>
          <pc:sldMk cId="3282237599" sldId="819"/>
        </pc:sldMkLst>
      </pc:sldChg>
      <pc:sldChg chg="addSp delSp modSp add mod">
        <pc:chgData name="João Flavio Diniz" userId="dedd31532088e5ff" providerId="LiveId" clId="{72970921-62FE-401E-9B59-8F6BE859FAF3}" dt="2024-01-16T18:19:04.576" v="712" actId="1076"/>
        <pc:sldMkLst>
          <pc:docMk/>
          <pc:sldMk cId="186369117" sldId="820"/>
        </pc:sldMkLst>
      </pc:sldChg>
      <pc:sldChg chg="addSp delSp modSp add mod">
        <pc:chgData name="João Flavio Diniz" userId="dedd31532088e5ff" providerId="LiveId" clId="{72970921-62FE-401E-9B59-8F6BE859FAF3}" dt="2024-01-16T18:21:46.225" v="751" actId="1076"/>
        <pc:sldMkLst>
          <pc:docMk/>
          <pc:sldMk cId="212575954" sldId="821"/>
        </pc:sldMkLst>
      </pc:sldChg>
      <pc:sldChg chg="addSp delSp modSp add mod">
        <pc:chgData name="João Flavio Diniz" userId="dedd31532088e5ff" providerId="LiveId" clId="{72970921-62FE-401E-9B59-8F6BE859FAF3}" dt="2024-01-16T18:27:11.761" v="803" actId="1076"/>
        <pc:sldMkLst>
          <pc:docMk/>
          <pc:sldMk cId="2521518334" sldId="822"/>
        </pc:sldMkLst>
      </pc:sldChg>
      <pc:sldChg chg="addSp delSp modSp add mod">
        <pc:chgData name="João Flavio Diniz" userId="dedd31532088e5ff" providerId="LiveId" clId="{72970921-62FE-401E-9B59-8F6BE859FAF3}" dt="2024-01-16T18:31:39.466" v="844" actId="1076"/>
        <pc:sldMkLst>
          <pc:docMk/>
          <pc:sldMk cId="762154086" sldId="823"/>
        </pc:sldMkLst>
      </pc:sldChg>
      <pc:sldChg chg="addSp delSp modSp add mod">
        <pc:chgData name="João Flavio Diniz" userId="dedd31532088e5ff" providerId="LiveId" clId="{72970921-62FE-401E-9B59-8F6BE859FAF3}" dt="2024-01-16T18:36:14.298" v="872" actId="1036"/>
        <pc:sldMkLst>
          <pc:docMk/>
          <pc:sldMk cId="883360299" sldId="824"/>
        </pc:sldMkLst>
      </pc:sldChg>
      <pc:sldChg chg="addSp delSp modSp add mod">
        <pc:chgData name="João Flavio Diniz" userId="dedd31532088e5ff" providerId="LiveId" clId="{72970921-62FE-401E-9B59-8F6BE859FAF3}" dt="2024-01-16T18:38:57.158" v="898" actId="1076"/>
        <pc:sldMkLst>
          <pc:docMk/>
          <pc:sldMk cId="3196969627" sldId="825"/>
        </pc:sldMkLst>
      </pc:sldChg>
      <pc:sldChg chg="addSp delSp modSp add mod">
        <pc:chgData name="João Flavio Diniz" userId="dedd31532088e5ff" providerId="LiveId" clId="{72970921-62FE-401E-9B59-8F6BE859FAF3}" dt="2024-01-16T18:41:56.638" v="917" actId="123"/>
        <pc:sldMkLst>
          <pc:docMk/>
          <pc:sldMk cId="2114412411" sldId="826"/>
        </pc:sldMkLst>
      </pc:sldChg>
      <pc:sldChg chg="addSp delSp modSp add mod">
        <pc:chgData name="João Flavio Diniz" userId="dedd31532088e5ff" providerId="LiveId" clId="{72970921-62FE-401E-9B59-8F6BE859FAF3}" dt="2024-01-16T18:45:53.284" v="966" actId="123"/>
        <pc:sldMkLst>
          <pc:docMk/>
          <pc:sldMk cId="364819817" sldId="827"/>
        </pc:sldMkLst>
      </pc:sldChg>
      <pc:sldChg chg="addSp delSp modSp add mod">
        <pc:chgData name="João Flavio Diniz" userId="dedd31532088e5ff" providerId="LiveId" clId="{72970921-62FE-401E-9B59-8F6BE859FAF3}" dt="2024-01-16T18:49:30.424" v="1014" actId="1076"/>
        <pc:sldMkLst>
          <pc:docMk/>
          <pc:sldMk cId="887980023" sldId="828"/>
        </pc:sldMkLst>
      </pc:sldChg>
      <pc:sldChg chg="addSp delSp modSp add mod">
        <pc:chgData name="João Flavio Diniz" userId="dedd31532088e5ff" providerId="LiveId" clId="{72970921-62FE-401E-9B59-8F6BE859FAF3}" dt="2024-01-16T18:51:35.211" v="1034" actId="123"/>
        <pc:sldMkLst>
          <pc:docMk/>
          <pc:sldMk cId="1265936769" sldId="829"/>
        </pc:sldMkLst>
      </pc:sldChg>
      <pc:sldChg chg="addSp delSp modSp add mod">
        <pc:chgData name="João Flavio Diniz" userId="dedd31532088e5ff" providerId="LiveId" clId="{72970921-62FE-401E-9B59-8F6BE859FAF3}" dt="2024-01-16T18:58:47.791" v="1053" actId="1076"/>
        <pc:sldMkLst>
          <pc:docMk/>
          <pc:sldMk cId="46843303" sldId="830"/>
        </pc:sldMkLst>
      </pc:sldChg>
      <pc:sldChg chg="addSp delSp modSp add mod">
        <pc:chgData name="João Flavio Diniz" userId="dedd31532088e5ff" providerId="LiveId" clId="{72970921-62FE-401E-9B59-8F6BE859FAF3}" dt="2024-01-16T19:00:18.329" v="1073" actId="1076"/>
        <pc:sldMkLst>
          <pc:docMk/>
          <pc:sldMk cId="2193235242" sldId="831"/>
        </pc:sldMkLst>
      </pc:sldChg>
      <pc:sldChg chg="addSp delSp modSp add mod">
        <pc:chgData name="João Flavio Diniz" userId="dedd31532088e5ff" providerId="LiveId" clId="{72970921-62FE-401E-9B59-8F6BE859FAF3}" dt="2024-01-16T19:01:51.309" v="1091" actId="123"/>
        <pc:sldMkLst>
          <pc:docMk/>
          <pc:sldMk cId="2674750459" sldId="832"/>
        </pc:sldMkLst>
      </pc:sldChg>
      <pc:sldChg chg="addSp delSp modSp add mod">
        <pc:chgData name="João Flavio Diniz" userId="dedd31532088e5ff" providerId="LiveId" clId="{72970921-62FE-401E-9B59-8F6BE859FAF3}" dt="2024-01-16T19:10:44.110" v="1117" actId="1076"/>
        <pc:sldMkLst>
          <pc:docMk/>
          <pc:sldMk cId="1676536593" sldId="833"/>
        </pc:sldMkLst>
      </pc:sldChg>
      <pc:sldChg chg="addSp delSp modSp add mod">
        <pc:chgData name="João Flavio Diniz" userId="dedd31532088e5ff" providerId="LiveId" clId="{72970921-62FE-401E-9B59-8F6BE859FAF3}" dt="2024-01-16T19:27:44.094" v="1172" actId="1076"/>
        <pc:sldMkLst>
          <pc:docMk/>
          <pc:sldMk cId="823592679" sldId="834"/>
        </pc:sldMkLst>
      </pc:sldChg>
      <pc:sldChg chg="addSp delSp modSp add mod">
        <pc:chgData name="João Flavio Diniz" userId="dedd31532088e5ff" providerId="LiveId" clId="{72970921-62FE-401E-9B59-8F6BE859FAF3}" dt="2024-01-16T19:35:49.945" v="1268" actId="1076"/>
        <pc:sldMkLst>
          <pc:docMk/>
          <pc:sldMk cId="1889773612" sldId="835"/>
        </pc:sldMkLst>
      </pc:sldChg>
      <pc:sldChg chg="addSp delSp modSp add mod">
        <pc:chgData name="João Flavio Diniz" userId="dedd31532088e5ff" providerId="LiveId" clId="{72970921-62FE-401E-9B59-8F6BE859FAF3}" dt="2024-01-16T19:41:29.955" v="1416" actId="20577"/>
        <pc:sldMkLst>
          <pc:docMk/>
          <pc:sldMk cId="2645663157" sldId="836"/>
        </pc:sldMkLst>
      </pc:sldChg>
      <pc:sldChg chg="addSp delSp modSp add mod ord">
        <pc:chgData name="João Flavio Diniz" userId="dedd31532088e5ff" providerId="LiveId" clId="{72970921-62FE-401E-9B59-8F6BE859FAF3}" dt="2024-01-16T20:41:43.938" v="1445" actId="1076"/>
        <pc:sldMkLst>
          <pc:docMk/>
          <pc:sldMk cId="3620491131" sldId="837"/>
        </pc:sldMkLst>
      </pc:sldChg>
      <pc:sldChg chg="addSp delSp modSp add mod">
        <pc:chgData name="João Flavio Diniz" userId="dedd31532088e5ff" providerId="LiveId" clId="{72970921-62FE-401E-9B59-8F6BE859FAF3}" dt="2024-01-16T20:48:27.800" v="1723" actId="114"/>
        <pc:sldMkLst>
          <pc:docMk/>
          <pc:sldMk cId="1658922986" sldId="838"/>
        </pc:sldMkLst>
      </pc:sldChg>
      <pc:sldChg chg="addSp delSp modSp add mod">
        <pc:chgData name="João Flavio Diniz" userId="dedd31532088e5ff" providerId="LiveId" clId="{72970921-62FE-401E-9B59-8F6BE859FAF3}" dt="2024-01-16T20:51:05.892" v="1731" actId="1076"/>
        <pc:sldMkLst>
          <pc:docMk/>
          <pc:sldMk cId="3107269081" sldId="839"/>
        </pc:sldMkLst>
      </pc:sldChg>
    </pc:docChg>
  </pc:docChgLst>
  <pc:docChgLst>
    <pc:chgData name="João Flavio Diniz" userId="dedd31532088e5ff" providerId="LiveId" clId="{750C022B-9336-4380-AB99-D2525C10C40E}"/>
    <pc:docChg chg="custSel addSld modSld">
      <pc:chgData name="João Flavio Diniz" userId="dedd31532088e5ff" providerId="LiveId" clId="{750C022B-9336-4380-AB99-D2525C10C40E}" dt="2025-02-01T12:01:59.770" v="49" actId="1076"/>
      <pc:docMkLst>
        <pc:docMk/>
      </pc:docMkLst>
      <pc:sldChg chg="addSp modSp add mod">
        <pc:chgData name="João Flavio Diniz" userId="dedd31532088e5ff" providerId="LiveId" clId="{750C022B-9336-4380-AB99-D2525C10C40E}" dt="2025-02-01T11:54:15.985" v="37" actId="1076"/>
        <pc:sldMkLst>
          <pc:docMk/>
          <pc:sldMk cId="607680434" sldId="845"/>
        </pc:sldMkLst>
      </pc:sldChg>
      <pc:sldChg chg="addSp delSp modSp add mod">
        <pc:chgData name="João Flavio Diniz" userId="dedd31532088e5ff" providerId="LiveId" clId="{750C022B-9336-4380-AB99-D2525C10C40E}" dt="2025-02-01T11:55:02.406" v="43" actId="1076"/>
        <pc:sldMkLst>
          <pc:docMk/>
          <pc:sldMk cId="2628568772" sldId="846"/>
        </pc:sldMkLst>
      </pc:sldChg>
      <pc:sldChg chg="addSp delSp modSp add mod">
        <pc:chgData name="João Flavio Diniz" userId="dedd31532088e5ff" providerId="LiveId" clId="{750C022B-9336-4380-AB99-D2525C10C40E}" dt="2025-02-01T12:01:59.770" v="49" actId="1076"/>
        <pc:sldMkLst>
          <pc:docMk/>
          <pc:sldMk cId="839607624" sldId="847"/>
        </pc:sldMkLst>
      </pc:sldChg>
    </pc:docChg>
  </pc:docChgLst>
  <pc:docChgLst>
    <pc:chgData name="João Flavio Diniz" userId="dedd31532088e5ff" providerId="LiveId" clId="{32EA6361-8701-46F9-971B-FBA23908AD99}"/>
    <pc:docChg chg="modSld">
      <pc:chgData name="João Flavio Diniz" userId="dedd31532088e5ff" providerId="LiveId" clId="{32EA6361-8701-46F9-971B-FBA23908AD99}" dt="2025-05-16T18:44:13.567" v="1" actId="9405"/>
      <pc:docMkLst>
        <pc:docMk/>
      </pc:docMkLst>
      <pc:sldChg chg="modSp mod">
        <pc:chgData name="João Flavio Diniz" userId="dedd31532088e5ff" providerId="LiveId" clId="{32EA6361-8701-46F9-971B-FBA23908AD99}" dt="2025-05-16T18:28:48.778" v="0" actId="1076"/>
        <pc:sldMkLst>
          <pc:docMk/>
          <pc:sldMk cId="607680434" sldId="845"/>
        </pc:sldMkLst>
        <pc:spChg chg="mod">
          <ac:chgData name="João Flavio Diniz" userId="dedd31532088e5ff" providerId="LiveId" clId="{32EA6361-8701-46F9-971B-FBA23908AD99}" dt="2025-05-16T18:28:48.778" v="0" actId="1076"/>
          <ac:spMkLst>
            <pc:docMk/>
            <pc:sldMk cId="607680434" sldId="845"/>
            <ac:spMk id="2" creationId="{6E8FA338-F122-5CCE-5365-5B6532B07C38}"/>
          </ac:spMkLst>
        </pc:spChg>
      </pc:sldChg>
      <pc:sldChg chg="addSp mod">
        <pc:chgData name="João Flavio Diniz" userId="dedd31532088e5ff" providerId="LiveId" clId="{32EA6361-8701-46F9-971B-FBA23908AD99}" dt="2025-05-16T18:44:13.567" v="1" actId="9405"/>
        <pc:sldMkLst>
          <pc:docMk/>
          <pc:sldMk cId="972507258" sldId="850"/>
        </pc:sldMkLst>
        <pc:inkChg chg="add">
          <ac:chgData name="João Flavio Diniz" userId="dedd31532088e5ff" providerId="LiveId" clId="{32EA6361-8701-46F9-971B-FBA23908AD99}" dt="2025-05-16T18:44:13.567" v="1" actId="9405"/>
          <ac:inkMkLst>
            <pc:docMk/>
            <pc:sldMk cId="972507258" sldId="850"/>
            <ac:inkMk id="5" creationId="{D2142224-57C9-AEB3-0C02-DF2CFFF9ECA6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8:44:13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62030-45F6-46AD-8C01-0187B6194FA2}" type="datetimeFigureOut">
              <a:rPr lang="pt-BR" smtClean="0"/>
              <a:t>26/05/2025</a:t>
            </a:fld>
            <a:endParaRPr lang="pt-BR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B82E6-FF5E-4F23-B414-37BD73B70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734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72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1219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3042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8218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617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9283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4079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06941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8929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5840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9842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9988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30741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3745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181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0267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47650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23223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13880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8355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56436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03052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10003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37844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45912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9768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69266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08421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38236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16926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98162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84869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0994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26537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2543A-98BF-0503-372D-1FD9EDA65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9DB6A13D-E3E3-6569-A1DA-C28821D81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DF983957-F5F7-1EB1-5F18-B81BA5D04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4B9D7F3-1BD0-83A2-7BCD-048A45D60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06252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4B3B9-8DC4-DF94-DDF8-C6CF8943A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492B269-8655-B780-4445-25CA584F7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99B7EB1F-C96B-7D00-6C38-4A5D602FA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E5868E5-E9B1-D07E-4BD9-4FA8A57C9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78677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9F63A-AF55-4593-7167-8FEAC7A28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DEA9BDB-21AE-5667-8BAE-BCB10AA5B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FFA6051C-5F77-4D45-4B7F-3398F7E20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BDEB9A2-899A-6DA8-8DD0-155A04EF0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651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CA52C-111E-AA88-81FE-C33B77DA3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2D9A4D3-4203-AC61-C16A-269F1ADCA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D4F0AD6-FBF3-0939-2015-2D5FDD96F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554CF74-CC76-C0F2-8702-BEE149FEE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54437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829E7-2016-D885-2649-E7154EFAD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3494D4A-238A-825B-D292-59A29A587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30B68DB4-5E66-D58C-0046-137FCCA4F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6706CAF-FB25-6339-C8F6-233283AE67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33362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FCD8A-095E-A833-D48F-14271688E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A5276C3-1B43-A812-AFAA-D3642B512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DF78534E-1D58-3411-7DD3-00ACEC469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7E9AD3D-E472-0FC5-9AFF-AEED13258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4329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6793B-D748-2D9C-3DF2-BCB87BF0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BCF02B51-013E-F893-4A3A-9C067FC52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A1F3DA9-76CF-D5C9-3FF0-06774321C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C3D27AE-87D7-5FF6-D208-A1B56AC59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72162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A1E0F-5DD0-2CAE-0045-53F88F40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1323E1D-55B8-BDAC-EB64-0E4D74AAD5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B4E59BF8-07D3-F93A-9163-4E268EA29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D15AE2F-277C-F64D-2F9B-6F2DC3728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70608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979E1-CDCF-2E27-02B7-2072B6721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75B8076-07E2-51B9-1B17-618FB98B5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5363C737-1957-1258-1F38-409D89837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9126403-50E7-D0C2-E2AF-26638D158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772581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A679B-3E4A-07A0-4117-FA4809F53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41229718-307C-19DC-8D81-41A4393D2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9E81D7B0-D2DD-6A5D-9E8F-493821A21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DB2C43C-BC72-7518-E4A9-5D7AB6688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634778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37242-6A03-8EA2-9A69-5257DA967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2F94EEF-F4B2-629F-052B-813C6C864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58D9B6E-98B0-88A5-B87E-E2977D335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8B9DFAD-AAA7-7E6F-36D9-59D34939B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6743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9255" y="1675638"/>
            <a:ext cx="11033488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5" smtClean="0"/>
              <a:pPr marL="38100">
                <a:lnSpc>
                  <a:spcPts val="1425"/>
                </a:lnSpc>
              </a:pPr>
              <a:t>‹nº›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5" smtClean="0"/>
              <a:pPr marL="38100">
                <a:lnSpc>
                  <a:spcPts val="1425"/>
                </a:lnSpc>
              </a:pPr>
              <a:t>‹nº›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5" smtClean="0"/>
              <a:pPr marL="38100">
                <a:lnSpc>
                  <a:spcPts val="1425"/>
                </a:lnSpc>
              </a:pPr>
              <a:t>‹nº›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5" smtClean="0"/>
              <a:pPr marL="38100">
                <a:lnSpc>
                  <a:spcPts val="1425"/>
                </a:lnSpc>
              </a:pPr>
              <a:t>‹nº›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5" smtClean="0"/>
              <a:pPr marL="38100">
                <a:lnSpc>
                  <a:spcPts val="1425"/>
                </a:lnSpc>
              </a:pPr>
              <a:t>‹nº›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741322F5-93ED-4D68-A8FF-9359DF6E7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85060" y="2074737"/>
            <a:ext cx="8915515" cy="5078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3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Digitar seu título aqui</a:t>
            </a:r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2B77ECB5-455F-48E1-AC6C-CB94B5AD6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5061" y="3165925"/>
            <a:ext cx="3496729" cy="230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 dirty="0"/>
              <a:t>Digitar seu subtítulo aqui</a:t>
            </a:r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94A25BC8-06B9-4702-900E-C725EC8984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4351" y="3686177"/>
            <a:ext cx="8323263" cy="899785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dignissimos</a:t>
            </a:r>
            <a:endParaRPr lang="pt-BR" sz="15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  <a:p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 dirty="0"/>
              <a:t> </a:t>
            </a:r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2CD3EFA3-E8FF-4777-8F73-3A0ED7F42E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-195444" y="2728976"/>
            <a:ext cx="1367759" cy="12125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788" b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anose="00000600000000000000" pitchFamily="2" charset="0"/>
              </a:defRPr>
            </a:lvl1pPr>
          </a:lstStyle>
          <a:p>
            <a:pPr lvl="0"/>
            <a:r>
              <a:rPr lang="pt-BR" dirty="0"/>
              <a:t>JANEIRO 2019</a:t>
            </a:r>
          </a:p>
        </p:txBody>
      </p:sp>
    </p:spTree>
    <p:extLst>
      <p:ext uri="{BB962C8B-B14F-4D97-AF65-F5344CB8AC3E}">
        <p14:creationId xmlns:p14="http://schemas.microsoft.com/office/powerpoint/2010/main" val="3993738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9061" y="717676"/>
            <a:ext cx="1141387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2960" y="2035936"/>
            <a:ext cx="1037251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7964" y="6446122"/>
            <a:ext cx="443653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5" smtClean="0"/>
              <a:pPr marL="38100">
                <a:lnSpc>
                  <a:spcPts val="1425"/>
                </a:lnSpc>
              </a:pPr>
              <a:t>‹nº›</a:t>
            </a:fld>
            <a:endParaRPr lang="en-US"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6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6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6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6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6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6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5" Type="http://schemas.openxmlformats.org/officeDocument/2006/relationships/image" Target="../media/image6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5" Type="http://schemas.openxmlformats.org/officeDocument/2006/relationships/image" Target="../media/image6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5" Type="http://schemas.openxmlformats.org/officeDocument/2006/relationships/image" Target="../media/image6.png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5" Type="http://schemas.openxmlformats.org/officeDocument/2006/relationships/image" Target="../media/image6.png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6.png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1.pn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5" Type="http://schemas.openxmlformats.org/officeDocument/2006/relationships/image" Target="../media/image6.png"/><Relationship Id="rId4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5.png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6.png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7.png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5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.xml"/><Relationship Id="rId5" Type="http://schemas.openxmlformats.org/officeDocument/2006/relationships/image" Target="../media/image58.png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9.png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0.png"/><Relationship Id="rId4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1.png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2.png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3.png"/><Relationship Id="rId4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4.png"/><Relationship Id="rId4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5.png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029A919-0E3B-FA43-69F9-A85AB0F0E9D1}"/>
              </a:ext>
            </a:extLst>
          </p:cNvPr>
          <p:cNvSpPr txBox="1"/>
          <p:nvPr/>
        </p:nvSpPr>
        <p:spPr>
          <a:xfrm>
            <a:off x="1600200" y="990600"/>
            <a:ext cx="7848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INSTALADOR E REPARADOR DE  EQUIPAMENTOS DE TELECOMUNICAÇÕES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7913B6-4D37-DE27-C639-1600E19E451D}"/>
              </a:ext>
            </a:extLst>
          </p:cNvPr>
          <p:cNvSpPr txBox="1"/>
          <p:nvPr/>
        </p:nvSpPr>
        <p:spPr>
          <a:xfrm>
            <a:off x="2057400" y="3581400"/>
            <a:ext cx="7162800" cy="991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2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UNIDADE CURRICULAR: Tecnologia </a:t>
            </a:r>
            <a:r>
              <a:rPr lang="pt-BR" sz="2800" b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 Informação  </a:t>
            </a:r>
            <a:r>
              <a:rPr lang="pt-BR" sz="2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- 80 horas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642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7B635C7-8BC5-6C49-6FDA-B092A2F8FF16}"/>
              </a:ext>
            </a:extLst>
          </p:cNvPr>
          <p:cNvSpPr txBox="1"/>
          <p:nvPr/>
        </p:nvSpPr>
        <p:spPr>
          <a:xfrm>
            <a:off x="990600" y="685800"/>
            <a:ext cx="9144000" cy="376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2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Objetivo Geral: Tecnologia da Informação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AutoNum type="arabicPeriod"/>
              <a:tabLst>
                <a:tab pos="228600" algn="l"/>
              </a:tabLst>
            </a:pPr>
            <a:r>
              <a:rPr lang="pt-BR" sz="16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Editor de texto</a:t>
            </a:r>
            <a:endParaRPr lang="en-US" sz="16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AutoNum type="arabicPeriod"/>
              <a:tabLst>
                <a:tab pos="71755" algn="l"/>
                <a:tab pos="387985" algn="l"/>
              </a:tabLst>
            </a:pPr>
            <a:r>
              <a:rPr lang="pt-BR" sz="16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Comandos</a:t>
            </a:r>
            <a:endParaRPr lang="en-US" sz="16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AutoNum type="arabicPeriod"/>
              <a:tabLst>
                <a:tab pos="71755" algn="l"/>
                <a:tab pos="387985" algn="l"/>
              </a:tabLst>
            </a:pPr>
            <a:r>
              <a:rPr lang="pt-BR" sz="16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Formatação</a:t>
            </a:r>
            <a:endParaRPr lang="en-US" sz="16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50000"/>
              </a:lnSpc>
              <a:buFont typeface="+mj-lt"/>
              <a:buAutoNum type="arabicPeriod"/>
              <a:tabLst>
                <a:tab pos="918210" algn="l"/>
              </a:tabLst>
            </a:pPr>
            <a:r>
              <a:rPr lang="pt-BR" sz="16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Fonte</a:t>
            </a:r>
            <a:endParaRPr lang="en-US" sz="16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50000"/>
              </a:lnSpc>
              <a:buFont typeface="+mj-lt"/>
              <a:buAutoNum type="arabicPeriod"/>
              <a:tabLst>
                <a:tab pos="918210" algn="l"/>
              </a:tabLst>
            </a:pPr>
            <a:r>
              <a:rPr lang="pt-BR" sz="16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Parágrafo</a:t>
            </a:r>
            <a:endParaRPr lang="en-US" sz="16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50000"/>
              </a:lnSpc>
              <a:buFont typeface="+mj-lt"/>
              <a:buAutoNum type="arabicPeriod"/>
              <a:tabLst>
                <a:tab pos="918210" algn="l"/>
              </a:tabLst>
            </a:pPr>
            <a:r>
              <a:rPr lang="pt-BR" sz="16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Página</a:t>
            </a:r>
            <a:endParaRPr lang="en-US" sz="16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AutoNum type="arabicPeriod"/>
              <a:tabLst>
                <a:tab pos="71755" algn="l"/>
                <a:tab pos="387985" algn="l"/>
              </a:tabLst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Impressão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A2FBD1-77B9-2F26-801A-2E0C00170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524000"/>
            <a:ext cx="5347422" cy="504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2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066800" y="1905000"/>
            <a:ext cx="7467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Word é um processador de texto desenvolvido pela Microsoft em meados de 1983.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r>
              <a:rPr lang="pt-BR" sz="2800" dirty="0">
                <a:solidFill>
                  <a:srgbClr val="000000"/>
                </a:solidFill>
              </a:rPr>
              <a:t>Seu desenvolvedor foi Richard </a:t>
            </a:r>
            <a:r>
              <a:rPr lang="pt-BR" sz="2800" dirty="0" err="1">
                <a:solidFill>
                  <a:srgbClr val="000000"/>
                </a:solidFill>
              </a:rPr>
              <a:t>Brodie</a:t>
            </a:r>
            <a:r>
              <a:rPr lang="pt-BR" sz="2800" dirty="0">
                <a:solidFill>
                  <a:srgbClr val="000000"/>
                </a:solidFill>
              </a:rPr>
              <a:t> e sua primeira aplicação era para o sistema operacional DOS.</a:t>
            </a:r>
          </a:p>
          <a:p>
            <a:pPr algn="just"/>
            <a:endParaRPr lang="pt-BR" sz="2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just"/>
            <a:r>
              <a:rPr lang="pt-BR" sz="2800" dirty="0">
                <a:solidFill>
                  <a:srgbClr val="000000"/>
                </a:solidFill>
              </a:rPr>
              <a:t>Em 1989 foi lançada sua versão para Windows onde ele passou a integrar o pacote Microsoft Office.</a:t>
            </a:r>
            <a:endParaRPr lang="pt-BR" sz="2800" dirty="0">
              <a:solidFill>
                <a:srgbClr val="222222"/>
              </a:solidFill>
            </a:endParaRPr>
          </a:p>
        </p:txBody>
      </p:sp>
      <p:pic>
        <p:nvPicPr>
          <p:cNvPr id="1028" name="Picture 4" descr="Sistema operacional Microsoft Disk do MS-DOS, microsoft ...">
            <a:extLst>
              <a:ext uri="{FF2B5EF4-FFF2-40B4-BE49-F238E27FC236}">
                <a16:creationId xmlns:a16="http://schemas.microsoft.com/office/drawing/2014/main" id="{EBF363E3-B6C4-F9F6-A552-F21F12695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1752600"/>
            <a:ext cx="3429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Microsoft Word Logo – PNG e Vetor – Download de Logo">
            <a:extLst>
              <a:ext uri="{FF2B5EF4-FFF2-40B4-BE49-F238E27FC236}">
                <a16:creationId xmlns:a16="http://schemas.microsoft.com/office/drawing/2014/main" id="{494878F4-F740-B2C9-8F25-E7C8E6C8D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2624C79-0DF8-FF33-00D7-6CB93211DB9A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281594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295400" y="1749937"/>
            <a:ext cx="8763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</a:rPr>
              <a:t>Editor de texto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r>
              <a:rPr lang="pt-BR" sz="2800" dirty="0">
                <a:solidFill>
                  <a:srgbClr val="374151"/>
                </a:solidFill>
                <a:latin typeface="Söhne"/>
              </a:rPr>
              <a:t>O aplicativo do Word permite desde a digitação de simples documentos de texto até complicados contratos ou documentos judiciais, devido a sua gama enorme de ferramentas para edição e formatação de textos e planilhas, inserção de fotos, gráficos e muito mais.</a:t>
            </a:r>
          </a:p>
          <a:p>
            <a:pPr algn="just"/>
            <a:endParaRPr lang="pt-BR" sz="2800" dirty="0">
              <a:solidFill>
                <a:srgbClr val="374151"/>
              </a:solidFill>
              <a:latin typeface="Söhne"/>
            </a:endParaRPr>
          </a:p>
          <a:p>
            <a:pPr algn="just"/>
            <a:r>
              <a:rPr lang="pt-BR" sz="2800" dirty="0">
                <a:solidFill>
                  <a:srgbClr val="374151"/>
                </a:solidFill>
                <a:latin typeface="Söhne"/>
              </a:rPr>
              <a:t>A grande maioria das empresas e escolas utilizam o Microsoft Word como ferramenta para criar documentos.</a:t>
            </a:r>
          </a:p>
        </p:txBody>
      </p:sp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0CF335A5-9F09-D182-E61B-470763480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481B0F6-CAD6-6DC9-1042-A97E20482E6C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291695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905000" y="2156409"/>
            <a:ext cx="876300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rgbClr val="374151"/>
                </a:solidFill>
                <a:latin typeface="Söhne"/>
              </a:rPr>
              <a:t> 		</a:t>
            </a:r>
            <a:r>
              <a:rPr lang="pt-BR" sz="2800" dirty="0">
                <a:solidFill>
                  <a:srgbClr val="374151"/>
                </a:solidFill>
                <a:latin typeface="Siemens TIA Portal Basic" pitchFamily="2" charset="0"/>
                <a:ea typeface="Siemens TIA Portal Basic" pitchFamily="2" charset="0"/>
                <a:cs typeface="Siemens TIA Portal Basic" pitchFamily="2" charset="0"/>
              </a:rPr>
              <a:t>      </a:t>
            </a:r>
            <a:r>
              <a:rPr lang="pt-BR" sz="2800" dirty="0">
                <a:latin typeface="Siemens TIA Portal Basic" pitchFamily="2" charset="0"/>
                <a:ea typeface="Siemens TIA Portal Basic" pitchFamily="2" charset="0"/>
                <a:cs typeface="Siemens TIA Portal Basic" pitchFamily="2" charset="0"/>
              </a:rPr>
              <a:t>Barra de Ferramentas de Acesso Rápido.</a:t>
            </a:r>
          </a:p>
          <a:p>
            <a:endParaRPr lang="pt-BR" sz="2800" dirty="0">
              <a:latin typeface="Siemens TIA Portal Basic" pitchFamily="2" charset="0"/>
              <a:ea typeface="Siemens TIA Portal Basic" pitchFamily="2" charset="0"/>
              <a:cs typeface="Siemens TIA Portal Basic" pitchFamily="2" charset="0"/>
            </a:endParaRPr>
          </a:p>
          <a:p>
            <a:endParaRPr lang="pt-BR" sz="2800" dirty="0">
              <a:latin typeface="Siemens TIA Portal Basic" pitchFamily="2" charset="0"/>
              <a:ea typeface="Siemens TIA Portal Basic" pitchFamily="2" charset="0"/>
              <a:cs typeface="Siemens TIA Portal Basic" pitchFamily="2" charset="0"/>
            </a:endParaRPr>
          </a:p>
          <a:p>
            <a:r>
              <a:rPr lang="en-US" sz="2800" b="1" i="0" dirty="0" err="1">
                <a:solidFill>
                  <a:srgbClr val="000000"/>
                </a:solidFill>
                <a:effectLst/>
                <a:latin typeface="Siemens TIA Portal Basic" pitchFamily="2" charset="0"/>
                <a:ea typeface="Siemens TIA Portal Basic" pitchFamily="2" charset="0"/>
                <a:cs typeface="Siemens TIA Portal Basic" pitchFamily="2" charset="0"/>
              </a:rPr>
              <a:t>Salvar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Siemens TIA Portal Basic" pitchFamily="2" charset="0"/>
                <a:ea typeface="Siemens TIA Portal Basic" pitchFamily="2" charset="0"/>
                <a:cs typeface="Siemens TIA Portal Basic" pitchFamily="2" charset="0"/>
              </a:rPr>
              <a:t>: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iemens TIA Portal Basic" pitchFamily="2" charset="0"/>
                <a:ea typeface="Siemens TIA Portal Basic" pitchFamily="2" charset="0"/>
                <a:cs typeface="Siemens TIA Portal Basic" pitchFamily="2" charset="0"/>
              </a:rPr>
              <a:t>Salva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iemens TIA Portal Basic" pitchFamily="2" charset="0"/>
                <a:ea typeface="Siemens TIA Portal Basic" pitchFamily="2" charset="0"/>
                <a:cs typeface="Siemens TIA Portal Basic" pitchFamily="2" charset="0"/>
              </a:rPr>
              <a:t>seu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iemens TIA Portal Basic" pitchFamily="2" charset="0"/>
                <a:ea typeface="Siemens TIA Portal Basic" pitchFamily="2" charset="0"/>
                <a:cs typeface="Siemens TIA Portal Basic" pitchFamily="2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iemens TIA Portal Basic" pitchFamily="2" charset="0"/>
                <a:ea typeface="Siemens TIA Portal Basic" pitchFamily="2" charset="0"/>
                <a:cs typeface="Siemens TIA Portal Basic" pitchFamily="2" charset="0"/>
              </a:rPr>
              <a:t>documento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iemens TIA Portal Basic" pitchFamily="2" charset="0"/>
                <a:ea typeface="Siemens TIA Portal Basic" pitchFamily="2" charset="0"/>
                <a:cs typeface="Siemens TIA Portal Basic" pitchFamily="2" charset="0"/>
              </a:rPr>
              <a:t> (CRTL+B).</a:t>
            </a:r>
            <a:r>
              <a:rPr lang="en-US" sz="2800" dirty="0">
                <a:latin typeface="Siemens TIA Portal Basic" pitchFamily="2" charset="0"/>
                <a:ea typeface="Siemens TIA Portal Basic" pitchFamily="2" charset="0"/>
                <a:cs typeface="Siemens TIA Portal Basic" pitchFamily="2" charset="0"/>
              </a:rPr>
              <a:t> </a:t>
            </a:r>
          </a:p>
          <a:p>
            <a:endParaRPr lang="en-US" sz="2000" dirty="0">
              <a:latin typeface="Siemens TIA Portal Basic" pitchFamily="2" charset="0"/>
              <a:ea typeface="Siemens TIA Portal Basic" pitchFamily="2" charset="0"/>
              <a:cs typeface="Siemens TIA Portal Basic" pitchFamily="2" charset="0"/>
            </a:endParaRPr>
          </a:p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  <a:latin typeface="Siemens TIA Portal Basic" pitchFamily="2" charset="0"/>
                <a:ea typeface="Siemens TIA Portal Basic" pitchFamily="2" charset="0"/>
                <a:cs typeface="Siemens TIA Portal Basic" pitchFamily="2" charset="0"/>
              </a:rPr>
              <a:t>Desfazer: 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Siemens TIA Portal Basic" pitchFamily="2" charset="0"/>
                <a:ea typeface="Siemens TIA Portal Basic" pitchFamily="2" charset="0"/>
                <a:cs typeface="Siemens TIA Portal Basic" pitchFamily="2" charset="0"/>
              </a:rPr>
              <a:t>Desfaz a última (ou as últimas) ações ou edições que você tenha feito em seu documento;</a:t>
            </a:r>
          </a:p>
          <a:p>
            <a:pPr algn="just"/>
            <a:endParaRPr lang="pt-BR" sz="1400" dirty="0">
              <a:solidFill>
                <a:srgbClr val="000000"/>
              </a:solidFill>
            </a:endParaRP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FAF98EC-FCE3-F9DE-990F-1100A6161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295" y="2156409"/>
            <a:ext cx="3063505" cy="58679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F3EEFE2-7A7B-B860-9083-2591252E82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295" y="3347396"/>
            <a:ext cx="647756" cy="62489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A60106C-F0FC-31CD-89AF-B44054970A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295" y="4366209"/>
            <a:ext cx="624894" cy="594412"/>
          </a:xfrm>
          <a:prstGeom prst="rect">
            <a:avLst/>
          </a:prstGeom>
        </p:spPr>
      </p:pic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4FD85D1A-177D-F3C1-834A-65732633F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997493B-57A1-EB95-2E56-BD763E0D55CE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69957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828800" y="2194679"/>
            <a:ext cx="8763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pt-BR" sz="1400" dirty="0">
              <a:solidFill>
                <a:srgbClr val="000000"/>
              </a:solidFill>
            </a:endParaRPr>
          </a:p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</a:rPr>
              <a:t>Repetir Digitação: 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Repete o que você tenha digitado ou editado anteriormente, a ferramenta será alterada para “Refazer” caso você tenha utilizado a ferramenta Desfazer</a:t>
            </a:r>
            <a:r>
              <a:rPr lang="pt-BR" sz="2800" dirty="0"/>
              <a:t> </a:t>
            </a:r>
            <a:br>
              <a:rPr lang="pt-BR" sz="2800" dirty="0"/>
            </a:br>
            <a:endParaRPr lang="pt-BR" sz="1600" dirty="0"/>
          </a:p>
          <a:p>
            <a:pPr algn="just"/>
            <a:r>
              <a:rPr lang="pt-BR" sz="2800" b="1" i="0" dirty="0">
                <a:solidFill>
                  <a:srgbClr val="000000"/>
                </a:solidFill>
                <a:effectLst/>
              </a:rPr>
              <a:t>Personalizar Barra de Ferramentas de Acesso Rápido: 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Neste menu você poderá escolher o que utilizará nesta barra de ferramentas.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54B6A15-7AA9-10F1-A437-814200EC1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183" y="2556434"/>
            <a:ext cx="609653" cy="58679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C4DC240-B643-D931-C016-AC66C61FF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132" y="4069030"/>
            <a:ext cx="624894" cy="579170"/>
          </a:xfrm>
          <a:prstGeom prst="rect">
            <a:avLst/>
          </a:prstGeom>
        </p:spPr>
      </p:pic>
      <p:pic>
        <p:nvPicPr>
          <p:cNvPr id="3074" name="Picture 2" descr="Microsoft Word Logo – PNG e Vetor – Download de Logo">
            <a:extLst>
              <a:ext uri="{FF2B5EF4-FFF2-40B4-BE49-F238E27FC236}">
                <a16:creationId xmlns:a16="http://schemas.microsoft.com/office/drawing/2014/main" id="{15EFE805-9B04-7EDF-4513-3E7C08840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F28B810-66C9-6118-235C-DF429A506833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679595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459653" y="2743200"/>
            <a:ext cx="85344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</a:rPr>
              <a:t>Editor de texto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r>
              <a:rPr lang="pt-BR" sz="2800" dirty="0">
                <a:solidFill>
                  <a:srgbClr val="374151"/>
                </a:solidFill>
                <a:latin typeface="Söhne"/>
              </a:rPr>
              <a:t>A faixa de opções é uma barra com menus que englobam diversas ferramentas.</a:t>
            </a:r>
          </a:p>
          <a:p>
            <a:endParaRPr lang="pt-BR" sz="2800" dirty="0">
              <a:solidFill>
                <a:srgbClr val="374151"/>
              </a:solidFill>
              <a:latin typeface="Söhne"/>
            </a:endParaRPr>
          </a:p>
          <a:p>
            <a:r>
              <a:rPr lang="pt-BR" sz="2800" dirty="0">
                <a:solidFill>
                  <a:srgbClr val="374151"/>
                </a:solidFill>
                <a:latin typeface="Söhne"/>
              </a:rPr>
              <a:t>É possível personalizar essa barra de menus clicando com o botão direito do mouse, inserindo novas ferramentas ou ocultando as opções estendidas.</a:t>
            </a:r>
          </a:p>
        </p:txBody>
      </p:sp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A9E89701-165B-677A-90D8-11A94ED5E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F11CA26-E3D6-EB4F-DAB1-4624B9B4FE5A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F1D9739-82F3-4E9D-BB0B-2FC05FD59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374" y="2185737"/>
            <a:ext cx="11871251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07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131754" y="1981200"/>
            <a:ext cx="85344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</a:rPr>
              <a:t>Editor de texto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r>
              <a:rPr lang="pt-BR" sz="2800" b="0" i="0" dirty="0">
                <a:solidFill>
                  <a:srgbClr val="000000"/>
                </a:solidFill>
                <a:effectLst/>
              </a:rPr>
              <a:t>A faixa de opções estendida mostra as ferramentas que o Word dispõe para que você edite seu documento da forma que precisar.</a:t>
            </a:r>
            <a:r>
              <a:rPr lang="pt-BR" sz="2800" dirty="0"/>
              <a:t> </a:t>
            </a:r>
            <a:br>
              <a:rPr lang="pt-BR" sz="2800" dirty="0"/>
            </a:br>
            <a:endParaRPr lang="pt-BR" sz="2800" dirty="0">
              <a:solidFill>
                <a:srgbClr val="374151"/>
              </a:solidFill>
              <a:latin typeface="Söhne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679453-E5EE-4C3F-3076-8ABD0FA23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4495800"/>
            <a:ext cx="4244708" cy="1950889"/>
          </a:xfrm>
          <a:prstGeom prst="rect">
            <a:avLst/>
          </a:prstGeom>
        </p:spPr>
      </p:pic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CF05ADF1-B5B1-CCBE-0FBB-96B534E54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A88761F-D0B0-B9D6-89DF-7293F199B647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796220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066800" y="1828800"/>
            <a:ext cx="85344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</a:rPr>
              <a:t>Editor de texto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As</a:t>
            </a:r>
            <a:r>
              <a:rPr lang="pt-BR" sz="2800" dirty="0">
                <a:solidFill>
                  <a:srgbClr val="000000"/>
                </a:solidFill>
              </a:rPr>
              <a:t> ferramentas que você encontra na Faixa de Opções Estendida dependem da opção que você clicou na Faixa de Opções.</a:t>
            </a:r>
            <a:endParaRPr lang="pt-BR" sz="2800" dirty="0">
              <a:solidFill>
                <a:srgbClr val="374151"/>
              </a:solidFill>
              <a:latin typeface="Söhne"/>
            </a:endParaRPr>
          </a:p>
        </p:txBody>
      </p:sp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F8E1E165-9E4C-6CAE-B33E-C79ACE82A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5183585-53B7-C746-A1CB-F5CB9B26CAD9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1623834-BDD0-4AA8-9D72-B21D075478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4191000"/>
            <a:ext cx="118872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405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143000" y="1981200"/>
            <a:ext cx="85344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A Área de Transferência é o recurso que o Windows</a:t>
            </a:r>
            <a:br>
              <a:rPr lang="pt-BR" sz="2800" dirty="0">
                <a:solidFill>
                  <a:srgbClr val="000000"/>
                </a:solidFill>
              </a:rPr>
            </a:br>
            <a:r>
              <a:rPr lang="pt-BR" sz="2800" dirty="0">
                <a:solidFill>
                  <a:srgbClr val="000000"/>
                </a:solidFill>
              </a:rPr>
              <a:t>utiliza para armazenamento de pequenas quantidades de dados para transferência através das opções de copiar e colar.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r>
              <a:rPr lang="pt-BR" sz="2800" dirty="0">
                <a:solidFill>
                  <a:srgbClr val="000000"/>
                </a:solidFill>
              </a:rPr>
              <a:t>O pincel de formatação copia a formatação do texto selecionado para aplicar a outras áreas escritas.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287547D-CCEB-054A-746A-77305E53B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3505200"/>
            <a:ext cx="2673991" cy="2001392"/>
          </a:xfrm>
          <a:prstGeom prst="rect">
            <a:avLst/>
          </a:prstGeom>
        </p:spPr>
      </p:pic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9193ABA7-D163-8527-E522-525BB9AF0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AD018FA-97FF-885F-AD81-C62A391B8602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565534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066800" y="1828800"/>
            <a:ext cx="85344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No menu Fonte, você tem as opções de edição de tamanho, tipo, cor, preenchimento, Negrito, Itálico, sombras, efeitos de tipografia, bem como limpar toda a formatação previamente configurada utilizando as ferramentas deste menu.</a:t>
            </a:r>
            <a:endParaRPr lang="pt-BR" sz="2800" dirty="0">
              <a:solidFill>
                <a:srgbClr val="000000"/>
              </a:solidFill>
            </a:endParaRPr>
          </a:p>
        </p:txBody>
      </p:sp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63C63CC6-998C-389D-55EC-8EFEB575A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34AF426-6AC0-C071-2AB6-EA4AE202AD55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A4C638F-0721-4E20-8DE8-9C515B8D88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9175" y="4191000"/>
            <a:ext cx="5892740" cy="222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237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219200" y="1447800"/>
            <a:ext cx="8534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Já no menu Parágrafo, você possui as opções para editar o alinhamento do texto, inserir diversos tipos de marcadores, ajustar os espaçamentos entre linhas e parágrafos, editar bordas, acionar o modo “Mostrar tudo” que mostra marcas de parágrafo e símbolos de formatação e escolher alguns tipos de sombreamentos possíveis.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FCAEC04-A957-BF5E-D54F-08270E27F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0" y="4293424"/>
            <a:ext cx="5638800" cy="2233552"/>
          </a:xfrm>
          <a:prstGeom prst="rect">
            <a:avLst/>
          </a:prstGeom>
        </p:spPr>
      </p:pic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C7877F38-9881-D8AA-012F-E7DF9BE17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CC5B0C2-17FB-15E8-BB52-1EFC8156F1F7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86369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295400" y="2102427"/>
            <a:ext cx="85344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Em Estilo, você poderá escolher entre diversos estilos </a:t>
            </a:r>
            <a:r>
              <a:rPr lang="pt-BR" sz="2800" dirty="0" err="1">
                <a:solidFill>
                  <a:srgbClr val="000000"/>
                </a:solidFill>
              </a:rPr>
              <a:t>pré</a:t>
            </a:r>
            <a:r>
              <a:rPr lang="pt-BR" sz="2800" dirty="0">
                <a:solidFill>
                  <a:srgbClr val="000000"/>
                </a:solidFill>
              </a:rPr>
              <a:t>-configurados ou você poderá também criar seu próprio estilo ou editar um estilo já existente. </a:t>
            </a:r>
          </a:p>
          <a:p>
            <a:pPr algn="just"/>
            <a:r>
              <a:rPr lang="pt-BR" sz="2800" dirty="0">
                <a:solidFill>
                  <a:srgbClr val="000000"/>
                </a:solidFill>
              </a:rPr>
              <a:t>Ao utilizar estilos, o Word irá criar um padrão de formatação que facilitará a você redigir grandes textos.</a:t>
            </a:r>
          </a:p>
        </p:txBody>
      </p:sp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EF702925-A99F-8BFB-99B9-467AB8E9A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8E71CFC-091C-4AD7-F0EF-81927369AC64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56FE862-A178-424F-81C8-BBBA8CE3C3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61" y="4648200"/>
            <a:ext cx="11257878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75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914400" y="2051211"/>
            <a:ext cx="6858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</a:rPr>
              <a:t>Editor de texto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r>
              <a:rPr lang="pt-BR" sz="2800" dirty="0">
                <a:solidFill>
                  <a:srgbClr val="000000"/>
                </a:solidFill>
              </a:rPr>
              <a:t>No menu de edição, você poderá localizar palavras em meio a grandes textos, substituir</a:t>
            </a:r>
          </a:p>
          <a:p>
            <a:pPr algn="just"/>
            <a:r>
              <a:rPr lang="pt-BR" sz="2800" dirty="0">
                <a:solidFill>
                  <a:srgbClr val="000000"/>
                </a:solidFill>
              </a:rPr>
              <a:t>automaticamente</a:t>
            </a:r>
            <a:br>
              <a:rPr lang="pt-BR" sz="2800" dirty="0">
                <a:solidFill>
                  <a:srgbClr val="000000"/>
                </a:solidFill>
              </a:rPr>
            </a:br>
            <a:r>
              <a:rPr lang="pt-BR" sz="2800" dirty="0">
                <a:solidFill>
                  <a:srgbClr val="000000"/>
                </a:solidFill>
              </a:rPr>
              <a:t>qualquer número de palavras por outras e diversas opções de seleção de texto e objetos separas por formatação e outras formas de seleção personalizadas.</a:t>
            </a:r>
          </a:p>
          <a:p>
            <a:pPr algn="just"/>
            <a:br>
              <a:rPr lang="pt-BR" sz="2800" dirty="0"/>
            </a:br>
            <a:endParaRPr lang="pt-BR" sz="2800" dirty="0">
              <a:solidFill>
                <a:srgbClr val="0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216D19C-20A2-0137-02A7-83665226C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092" y="3537822"/>
            <a:ext cx="3183015" cy="2950680"/>
          </a:xfrm>
          <a:prstGeom prst="rect">
            <a:avLst/>
          </a:prstGeom>
        </p:spPr>
      </p:pic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484F5E9F-8901-C15B-BB12-33CFB4788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2560010-0040-48E0-91AB-05558B66A9AE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81E6934-2F81-4BF1-A71D-4F6FDE9A86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0825" y="1447800"/>
            <a:ext cx="1767548" cy="170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518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833021" y="1749415"/>
            <a:ext cx="8534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2800" dirty="0">
              <a:solidFill>
                <a:srgbClr val="242021"/>
              </a:solidFill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r>
              <a:rPr lang="pt-BR" sz="2800" dirty="0">
                <a:solidFill>
                  <a:srgbClr val="000000"/>
                </a:solidFill>
              </a:rPr>
              <a:t>Em Inserir você terá as opções para inserir tabelas, páginas, ilustrações, mídias e outros em seus documentos.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58E7760-BD7B-6EE6-228D-D133E4CB0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90800"/>
            <a:ext cx="9960203" cy="96782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3229FAD-FE80-81CA-38D4-86A9BF06A47C}"/>
              </a:ext>
            </a:extLst>
          </p:cNvPr>
          <p:cNvSpPr txBox="1"/>
          <p:nvPr/>
        </p:nvSpPr>
        <p:spPr>
          <a:xfrm>
            <a:off x="838200" y="4856478"/>
            <a:ext cx="60942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i="0" dirty="0">
                <a:solidFill>
                  <a:srgbClr val="000000"/>
                </a:solidFill>
                <a:effectLst/>
              </a:rPr>
              <a:t>Em Inserir você terá as opções para inserir tabelas, páginas, ilustrações, mídias e outros em seus documentos.</a:t>
            </a:r>
            <a:endParaRPr lang="en-US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3D1CD0F-579A-ED59-1410-5F26342EE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4505439"/>
            <a:ext cx="3124200" cy="2088553"/>
          </a:xfrm>
          <a:prstGeom prst="rect">
            <a:avLst/>
          </a:prstGeom>
        </p:spPr>
      </p:pic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47D8D166-AF04-4D52-A501-DC1B7A41E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BCDB9D9-8713-58B1-066D-F559D321BD09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25683F1-A406-4006-8951-201C3CE9F1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522131"/>
            <a:ext cx="121920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154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3229FAD-FE80-81CA-38D4-86A9BF06A47C}"/>
              </a:ext>
            </a:extLst>
          </p:cNvPr>
          <p:cNvSpPr txBox="1"/>
          <p:nvPr/>
        </p:nvSpPr>
        <p:spPr>
          <a:xfrm>
            <a:off x="990600" y="1752600"/>
            <a:ext cx="9677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Em Ilustrações você poderá adicionar Imagens, formas, ícones, Modelos 3D, gráficos,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ou adicionar Print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Screens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automáticas de telas abertas no seu computador utilizando a</a:t>
            </a:r>
            <a:br>
              <a:rPr lang="pt-BR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pt-BR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ferramenta Instantâneo.</a:t>
            </a:r>
            <a:endParaRPr lang="en-US" sz="28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B7CF7EE-BB8B-BC22-59F8-99CA2D470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176915"/>
            <a:ext cx="6957332" cy="1962733"/>
          </a:xfrm>
          <a:prstGeom prst="rect">
            <a:avLst/>
          </a:prstGeom>
        </p:spPr>
      </p:pic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CFAE4490-54AC-2B45-34AE-97000379E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44A9FCB-00AC-48BA-44A5-DA16DB4978A3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DC4D139-9A34-4A6D-AE43-2337F289048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801" r="67081"/>
          <a:stretch/>
        </p:blipFill>
        <p:spPr>
          <a:xfrm>
            <a:off x="8518173" y="4343400"/>
            <a:ext cx="3059788" cy="121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360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3229FAD-FE80-81CA-38D4-86A9BF06A47C}"/>
              </a:ext>
            </a:extLst>
          </p:cNvPr>
          <p:cNvSpPr txBox="1"/>
          <p:nvPr/>
        </p:nvSpPr>
        <p:spPr>
          <a:xfrm>
            <a:off x="921110" y="2057400"/>
            <a:ext cx="9677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  <a:latin typeface="Calibri" panose="020F0502020204030204" pitchFamily="34" charset="0"/>
              </a:rPr>
              <a:t>Em Mídia você poderá utilizar vídeos online em seu documento, em links você poderá adicionar hiperlinks que levam para outros endereços online ou off-line, indicadores e referência cruzada. </a:t>
            </a:r>
            <a:br>
              <a:rPr lang="pt-BR" sz="280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endParaRPr lang="en-US" sz="2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3EB4CC4-5269-8449-493B-29F90C391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7468" y="4091468"/>
            <a:ext cx="3810000" cy="1978269"/>
          </a:xfrm>
          <a:prstGeom prst="rect">
            <a:avLst/>
          </a:prstGeom>
        </p:spPr>
      </p:pic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B92380AD-6FC9-7779-B67E-C615B1CAF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FB5DD95-5EAB-A311-8ECE-CE969411B761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8526009-B098-4852-833B-5BE66E4664C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3750" r="47500"/>
          <a:stretch/>
        </p:blipFill>
        <p:spPr>
          <a:xfrm>
            <a:off x="7162800" y="4114450"/>
            <a:ext cx="2133600" cy="205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969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3229FAD-FE80-81CA-38D4-86A9BF06A47C}"/>
              </a:ext>
            </a:extLst>
          </p:cNvPr>
          <p:cNvSpPr txBox="1"/>
          <p:nvPr/>
        </p:nvSpPr>
        <p:spPr>
          <a:xfrm>
            <a:off x="1035410" y="2438400"/>
            <a:ext cx="9448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As primeiras ferramentas desta guia lhe dão a oportunidade de selecionar um tema de formatação para seu arquivo. Estes temas são formatações </a:t>
            </a:r>
            <a:r>
              <a:rPr lang="pt-BR" sz="2800" b="0" i="0" dirty="0" err="1">
                <a:solidFill>
                  <a:srgbClr val="000000"/>
                </a:solidFill>
                <a:effectLst/>
              </a:rPr>
              <a:t>pré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-configuradas para seu texto e arquivo, alterando espaçamento entre parágrafos, formato, forma, fonte e cor da letra, alinhamento, etc.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0C2FB0-BC4B-5E04-190F-969C0A25A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629788"/>
            <a:ext cx="12192000" cy="1074155"/>
          </a:xfrm>
          <a:prstGeom prst="rect">
            <a:avLst/>
          </a:prstGeom>
        </p:spPr>
      </p:pic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0A434D0E-EBE1-79AE-A786-33D0EF64F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82BD424-7329-38E0-4D4F-B0C0AA5923BF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7720232-C8E7-4651-8E89-685319E6C3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7" y="4747476"/>
            <a:ext cx="12192000" cy="82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412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3229FAD-FE80-81CA-38D4-86A9BF06A47C}"/>
              </a:ext>
            </a:extLst>
          </p:cNvPr>
          <p:cNvSpPr txBox="1"/>
          <p:nvPr/>
        </p:nvSpPr>
        <p:spPr>
          <a:xfrm>
            <a:off x="1079529" y="2736502"/>
            <a:ext cx="9677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Na guia, Layout, você encontrará opções para criar novos layouts para seu documento, ou alinhar seus textos com recuos e espaçamentos a sua escolha.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C878922-C91E-036F-B7E3-478E64A81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5562600"/>
            <a:ext cx="9998306" cy="960203"/>
          </a:xfrm>
          <a:prstGeom prst="rect">
            <a:avLst/>
          </a:prstGeom>
        </p:spPr>
      </p:pic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F6EA9BEB-554B-5052-B278-6217AD354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846D393-DB9D-5EF4-92D6-96885A1695D5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AD141DC-CD9B-48D6-976C-1FC28FE5A6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650" y="4121497"/>
            <a:ext cx="9963150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9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32E6806A-0561-C752-9F62-E07913A2F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302311"/>
            <a:ext cx="5634991" cy="144486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B77D5F8F-801E-31CC-6379-EBDC2835A882}"/>
              </a:ext>
            </a:extLst>
          </p:cNvPr>
          <p:cNvSpPr txBox="1"/>
          <p:nvPr/>
        </p:nvSpPr>
        <p:spPr>
          <a:xfrm>
            <a:off x="1143000" y="1981200"/>
            <a:ext cx="8305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No menu Configurar Página, você terá as opções de alterar as margens do documento, a orientação do mesmo, tamanho da folha, inserir colunas e quebras de página, numerar as linhas e utilizar Hifenização.</a:t>
            </a:r>
            <a:endParaRPr lang="en-US" sz="2800" dirty="0"/>
          </a:p>
        </p:txBody>
      </p:sp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D2C009D9-23C2-FAFB-E632-177E02572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27D6A2C-6909-D5E2-F6E4-0337F812A828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56F20A2-5E60-4C39-9B6B-74A79338E00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65296"/>
          <a:stretch/>
        </p:blipFill>
        <p:spPr>
          <a:xfrm>
            <a:off x="6934200" y="4256151"/>
            <a:ext cx="4143375" cy="163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367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3229FAD-FE80-81CA-38D4-86A9BF06A47C}"/>
              </a:ext>
            </a:extLst>
          </p:cNvPr>
          <p:cNvSpPr txBox="1"/>
          <p:nvPr/>
        </p:nvSpPr>
        <p:spPr>
          <a:xfrm>
            <a:off x="990600" y="2279302"/>
            <a:ext cx="9677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No menu Parágrafo, você poderá editar o espaçamento entre linhas e o recuo do parágrafo à esquerda e à direita da página do documento.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934560C-1816-AE0F-A9E1-2D4D45BB5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114800"/>
            <a:ext cx="5334000" cy="1731819"/>
          </a:xfrm>
          <a:prstGeom prst="rect">
            <a:avLst/>
          </a:prstGeom>
        </p:spPr>
      </p:pic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8B9258A2-E40A-122C-9D83-2A9002C12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9B13A20-9CCD-E0B6-E014-57AB4336FA43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12EFE97-00F5-4769-9E16-D6457B33ECE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3939" r="36233"/>
          <a:stretch/>
        </p:blipFill>
        <p:spPr>
          <a:xfrm>
            <a:off x="6553200" y="4051942"/>
            <a:ext cx="4114800" cy="1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980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BB448C9D-7C24-8ADC-0ECA-CCB5F11DD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343400"/>
            <a:ext cx="6248400" cy="1602153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8364421C-A8F1-A684-E062-9A680668E656}"/>
              </a:ext>
            </a:extLst>
          </p:cNvPr>
          <p:cNvSpPr txBox="1"/>
          <p:nvPr/>
        </p:nvSpPr>
        <p:spPr>
          <a:xfrm>
            <a:off x="1219200" y="2443282"/>
            <a:ext cx="8763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No menu organizar você poderá arrumar o layout do texto referente a imagens e outros objetos que tenha inserido em seu documento.</a:t>
            </a:r>
            <a:endParaRPr lang="en-US" sz="2800" dirty="0"/>
          </a:p>
        </p:txBody>
      </p:sp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C2707D87-2CE5-8950-41E3-714E32885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9F464F8-6612-69E4-2A00-D12093C9CB85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F1DB752-C8C3-48A0-947E-96CE80E7096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3480"/>
          <a:stretch/>
        </p:blipFill>
        <p:spPr>
          <a:xfrm>
            <a:off x="6934200" y="4343400"/>
            <a:ext cx="4681771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699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3229FAD-FE80-81CA-38D4-86A9BF06A47C}"/>
              </a:ext>
            </a:extLst>
          </p:cNvPr>
          <p:cNvSpPr txBox="1"/>
          <p:nvPr/>
        </p:nvSpPr>
        <p:spPr>
          <a:xfrm>
            <a:off x="990600" y="2514600"/>
            <a:ext cx="96774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600" b="0" i="0" dirty="0">
                <a:solidFill>
                  <a:srgbClr val="000000"/>
                </a:solidFill>
                <a:effectLst/>
              </a:rPr>
              <a:t>Em referências você poderá criar sumários para seu documento, notas de rodapé, usar pesquisas inteligentes, inserir citações e bibliografias, legendas ou índices, bem como formata-los da forma que precisar.</a:t>
            </a:r>
            <a:endParaRPr lang="en-US" sz="2600" dirty="0">
              <a:solidFill>
                <a:srgbClr val="00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F5AF316-D2FD-E0CC-43A6-66C10256C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92" y="5410200"/>
            <a:ext cx="11769615" cy="1097778"/>
          </a:xfrm>
          <a:prstGeom prst="rect">
            <a:avLst/>
          </a:prstGeom>
        </p:spPr>
      </p:pic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2D090735-769F-9955-CB44-5F45B5D1D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B918E8E-7D28-B8EB-9F38-F1A012BFA613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26B1325-3DF1-4418-B81E-5AA6A5C90D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962400"/>
            <a:ext cx="1109662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36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3229FAD-FE80-81CA-38D4-86A9BF06A47C}"/>
              </a:ext>
            </a:extLst>
          </p:cNvPr>
          <p:cNvSpPr txBox="1"/>
          <p:nvPr/>
        </p:nvSpPr>
        <p:spPr>
          <a:xfrm>
            <a:off x="762000" y="2209800"/>
            <a:ext cx="96774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600" dirty="0">
                <a:solidFill>
                  <a:srgbClr val="000000"/>
                </a:solidFill>
              </a:rPr>
              <a:t>Clicando em correspondência, você habilitará a barra de opções estendida da guia de mesmo nome, que lhe permite criar modelos de etiquetas e envelopes, iniciar mala direta e efetuar envio de arquivos para destinatários online e gravar e inserir campos de mesclagem. </a:t>
            </a:r>
            <a:br>
              <a:rPr lang="pt-BR" sz="2600" dirty="0">
                <a:solidFill>
                  <a:srgbClr val="000000"/>
                </a:solidFill>
              </a:rPr>
            </a:br>
            <a:endParaRPr lang="en-US" sz="2600" dirty="0">
              <a:solidFill>
                <a:srgbClr val="0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F0AEB94-BA93-3347-026B-EE72D60E2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58" y="5334000"/>
            <a:ext cx="12150828" cy="1162092"/>
          </a:xfrm>
          <a:prstGeom prst="rect">
            <a:avLst/>
          </a:prstGeom>
        </p:spPr>
      </p:pic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F5463321-CFC2-C253-0AAF-0B7EAF59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DBE0A0C-67AB-4332-B39A-13E23D4E2FFB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F4E4211-0684-4CBE-A449-438DF4FDF3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62400"/>
            <a:ext cx="1105852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43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3229FAD-FE80-81CA-38D4-86A9BF06A47C}"/>
              </a:ext>
            </a:extLst>
          </p:cNvPr>
          <p:cNvSpPr txBox="1"/>
          <p:nvPr/>
        </p:nvSpPr>
        <p:spPr>
          <a:xfrm>
            <a:off x="838200" y="2057400"/>
            <a:ext cx="9677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Na guia revisão você terá as opções de revisão de texto, acessibilidade, idioma, controle de comentários, alterações, comparações e uma ferramenta para proteger seu documento restringindo a edição do mesmo.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76C7814-F2E4-229A-431B-35FBD96A2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444" y="5334000"/>
            <a:ext cx="11705112" cy="1098191"/>
          </a:xfrm>
          <a:prstGeom prst="rect">
            <a:avLst/>
          </a:prstGeom>
        </p:spPr>
      </p:pic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3D421379-F3EC-DCB7-0EB5-85C4E6FF1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85C7DB6-F254-DF1B-F04D-C9C1C13EF1E7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F0EC540-DD36-4845-BCE1-124DBD8C48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62400"/>
            <a:ext cx="12192000" cy="108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235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3229FAD-FE80-81CA-38D4-86A9BF06A47C}"/>
              </a:ext>
            </a:extLst>
          </p:cNvPr>
          <p:cNvSpPr txBox="1"/>
          <p:nvPr/>
        </p:nvSpPr>
        <p:spPr>
          <a:xfrm>
            <a:off x="838200" y="2159912"/>
            <a:ext cx="9677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Em exibir você terá as ferramentas para alterar os modos de exibição da página, as ferramentas que você quer que sejam exibidas, alterar o zoom, orientar a posição da janela, alternar entre janelas e utilizar macros.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8B987D2-52A2-333A-F0B7-157E0B212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812" y="5486400"/>
            <a:ext cx="11606375" cy="1074500"/>
          </a:xfrm>
          <a:prstGeom prst="rect">
            <a:avLst/>
          </a:prstGeom>
        </p:spPr>
      </p:pic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B4D24E4B-BD00-518B-20ED-4D4BE3AB9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2BFC621-0B01-D388-0AB9-550A1FD03504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156DCFD-D3EE-4A37-B532-3759D1D8D1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108091"/>
            <a:ext cx="12192000" cy="107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750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3229FAD-FE80-81CA-38D4-86A9BF06A47C}"/>
              </a:ext>
            </a:extLst>
          </p:cNvPr>
          <p:cNvSpPr txBox="1"/>
          <p:nvPr/>
        </p:nvSpPr>
        <p:spPr>
          <a:xfrm>
            <a:off x="838200" y="2286000"/>
            <a:ext cx="9677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Em modos de exibição você poderá selecionar como a página de trabalho do documento será visualizada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E0FAE2D-4388-25EC-AC7E-6FD0F9D42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73" y="4355648"/>
            <a:ext cx="5486400" cy="1680805"/>
          </a:xfrm>
          <a:prstGeom prst="rect">
            <a:avLst/>
          </a:prstGeom>
        </p:spPr>
      </p:pic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ABE4F512-52EE-E504-961C-EEFACA2D0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CBB583B-BF00-A7BC-043F-AFA07E17BABF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40C1EDC-74AD-4D74-84BC-F334131F888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78750"/>
          <a:stretch/>
        </p:blipFill>
        <p:spPr>
          <a:xfrm>
            <a:off x="6705600" y="4334194"/>
            <a:ext cx="4462730" cy="184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5365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3229FAD-FE80-81CA-38D4-86A9BF06A47C}"/>
              </a:ext>
            </a:extLst>
          </p:cNvPr>
          <p:cNvSpPr txBox="1"/>
          <p:nvPr/>
        </p:nvSpPr>
        <p:spPr>
          <a:xfrm>
            <a:off x="914400" y="1905000"/>
            <a:ext cx="587612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solidFill>
                  <a:srgbClr val="000000"/>
                </a:solidFill>
              </a:rPr>
              <a:t>Negrito: </a:t>
            </a:r>
            <a:r>
              <a:rPr lang="pt-BR" sz="2800" dirty="0">
                <a:solidFill>
                  <a:srgbClr val="000000"/>
                </a:solidFill>
              </a:rPr>
              <a:t>Negrito é quando você precisa dar um destaque à fonte que está utilizando.</a:t>
            </a:r>
          </a:p>
          <a:p>
            <a:pPr algn="just"/>
            <a:endParaRPr lang="pt-BR" sz="2800" b="1" dirty="0">
              <a:solidFill>
                <a:srgbClr val="000000"/>
              </a:solidFill>
            </a:endParaRPr>
          </a:p>
          <a:p>
            <a:pPr algn="just"/>
            <a:r>
              <a:rPr lang="pt-BR" sz="2800" b="1" dirty="0">
                <a:solidFill>
                  <a:srgbClr val="000000"/>
                </a:solidFill>
              </a:rPr>
              <a:t>Itálico: </a:t>
            </a:r>
            <a:r>
              <a:rPr lang="pt-BR" sz="2800" dirty="0">
                <a:solidFill>
                  <a:srgbClr val="000000"/>
                </a:solidFill>
              </a:rPr>
              <a:t>Itálico torna a letra inclinada à direita, itálico geralmente é utilizado para destacar palavras em língua estrangeira, denotar títulos em meio ao texto ou descrever nomes de espécies.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0B5F55-B48C-4D20-75EF-EE2D70D41F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9213"/>
          <a:stretch/>
        </p:blipFill>
        <p:spPr>
          <a:xfrm>
            <a:off x="7174083" y="1752600"/>
            <a:ext cx="5007560" cy="1883952"/>
          </a:xfrm>
          <a:prstGeom prst="rect">
            <a:avLst/>
          </a:prstGeom>
        </p:spPr>
      </p:pic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33840049-DD26-5DF7-79C3-FFD1C80CD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3A9920E-ED40-73F5-1C25-566A04CBB1CD}"/>
              </a:ext>
            </a:extLst>
          </p:cNvPr>
          <p:cNvSpPr txBox="1"/>
          <p:nvPr/>
        </p:nvSpPr>
        <p:spPr>
          <a:xfrm>
            <a:off x="3245861" y="691133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5EF3C2C-DE2B-4CA3-95B6-D9407446EE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67200"/>
            <a:ext cx="450523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7553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3229FAD-FE80-81CA-38D4-86A9BF06A47C}"/>
              </a:ext>
            </a:extLst>
          </p:cNvPr>
          <p:cNvSpPr txBox="1"/>
          <p:nvPr/>
        </p:nvSpPr>
        <p:spPr>
          <a:xfrm>
            <a:off x="1279814" y="4038600"/>
            <a:ext cx="8534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r>
              <a:rPr lang="pt-BR" sz="2800" u="sng" dirty="0">
                <a:solidFill>
                  <a:srgbClr val="000000"/>
                </a:solidFill>
              </a:rPr>
              <a:t>Sublinhado: </a:t>
            </a:r>
            <a:r>
              <a:rPr lang="pt-BR" sz="2800" dirty="0">
                <a:solidFill>
                  <a:srgbClr val="000000"/>
                </a:solidFill>
              </a:rPr>
              <a:t>O sublinhado geralmente é mais utilizado na Web como destaque para palavras que possam ser confundidas caso estejam em itálico ou Negrito.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59677DF7-182D-5FFB-4DDD-C233FE1B4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D7BF2A5-6A4C-F457-E734-96DA90EE52F3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D7D10EE-BE6A-4F88-9E83-CE1A90AF598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9213"/>
          <a:stretch/>
        </p:blipFill>
        <p:spPr>
          <a:xfrm>
            <a:off x="914400" y="2071687"/>
            <a:ext cx="5007560" cy="188395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687BF58-901F-457B-BE76-75796AE531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2151650"/>
            <a:ext cx="450523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5926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36BBE98-4CB2-348A-A855-212282ED7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920166"/>
            <a:ext cx="7978831" cy="374936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1C904D25-860F-5775-72AC-E68C68514457}"/>
              </a:ext>
            </a:extLst>
          </p:cNvPr>
          <p:cNvSpPr txBox="1"/>
          <p:nvPr/>
        </p:nvSpPr>
        <p:spPr>
          <a:xfrm>
            <a:off x="8991600" y="2209800"/>
            <a:ext cx="27432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b="1" i="0" dirty="0">
                <a:solidFill>
                  <a:srgbClr val="000000"/>
                </a:solidFill>
                <a:effectLst/>
              </a:rPr>
              <a:t>No quadro “Inserir</a:t>
            </a:r>
            <a:br>
              <a:rPr lang="pt-BR" sz="2000" b="1" i="0" dirty="0">
                <a:solidFill>
                  <a:srgbClr val="000000"/>
                </a:solidFill>
                <a:effectLst/>
              </a:rPr>
            </a:br>
            <a:r>
              <a:rPr lang="pt-BR" sz="2000" b="1" i="0" dirty="0">
                <a:solidFill>
                  <a:srgbClr val="000000"/>
                </a:solidFill>
                <a:effectLst/>
              </a:rPr>
              <a:t>Tabela” você poderá</a:t>
            </a:r>
            <a:br>
              <a:rPr lang="pt-BR" sz="2000" b="1" i="0" dirty="0">
                <a:solidFill>
                  <a:srgbClr val="000000"/>
                </a:solidFill>
                <a:effectLst/>
              </a:rPr>
            </a:br>
            <a:r>
              <a:rPr lang="pt-BR" sz="2000" b="1" i="0" dirty="0">
                <a:solidFill>
                  <a:srgbClr val="000000"/>
                </a:solidFill>
                <a:effectLst/>
              </a:rPr>
              <a:t>desenhar a tabela que</a:t>
            </a:r>
            <a:br>
              <a:rPr lang="pt-BR" sz="2000" b="1" i="0" dirty="0">
                <a:solidFill>
                  <a:srgbClr val="000000"/>
                </a:solidFill>
                <a:effectLst/>
              </a:rPr>
            </a:br>
            <a:r>
              <a:rPr lang="pt-BR" sz="2000" b="1" i="0" dirty="0">
                <a:solidFill>
                  <a:srgbClr val="000000"/>
                </a:solidFill>
                <a:effectLst/>
              </a:rPr>
              <a:t>precisa selecionando os quadros do desenho,</a:t>
            </a:r>
            <a:br>
              <a:rPr lang="pt-BR" sz="2000" b="1" i="0" dirty="0">
                <a:solidFill>
                  <a:srgbClr val="000000"/>
                </a:solidFill>
                <a:effectLst/>
              </a:rPr>
            </a:br>
            <a:r>
              <a:rPr lang="pt-BR" sz="2000" b="1" i="0" dirty="0">
                <a:solidFill>
                  <a:srgbClr val="000000"/>
                </a:solidFill>
                <a:effectLst/>
              </a:rPr>
              <a:t>como na imagem ao  lado.</a:t>
            </a:r>
          </a:p>
          <a:p>
            <a:pPr algn="just"/>
            <a:r>
              <a:rPr lang="pt-BR" sz="2000" b="1" dirty="0">
                <a:solidFill>
                  <a:srgbClr val="000000"/>
                </a:solidFill>
              </a:rPr>
              <a:t>Se desejar você pode desenhar a tabela do seu jeito.</a:t>
            </a:r>
            <a:endParaRPr lang="en-US" sz="2000" dirty="0"/>
          </a:p>
        </p:txBody>
      </p:sp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0F64AF2A-47BF-C090-9F6E-B33AC845B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0C82E4E-16EE-5156-8764-5C77DFC812E3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8897736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1C904D25-860F-5775-72AC-E68C68514457}"/>
              </a:ext>
            </a:extLst>
          </p:cNvPr>
          <p:cNvSpPr txBox="1"/>
          <p:nvPr/>
        </p:nvSpPr>
        <p:spPr>
          <a:xfrm>
            <a:off x="8991600" y="2209800"/>
            <a:ext cx="27432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b="1" i="0" dirty="0">
                <a:solidFill>
                  <a:srgbClr val="000000"/>
                </a:solidFill>
                <a:effectLst/>
              </a:rPr>
              <a:t>No quadro “Inserir</a:t>
            </a:r>
            <a:br>
              <a:rPr lang="pt-BR" sz="2000" b="1" i="0" dirty="0">
                <a:solidFill>
                  <a:srgbClr val="000000"/>
                </a:solidFill>
                <a:effectLst/>
              </a:rPr>
            </a:br>
            <a:r>
              <a:rPr lang="pt-BR" sz="2000" b="1" i="0" dirty="0">
                <a:solidFill>
                  <a:srgbClr val="000000"/>
                </a:solidFill>
                <a:effectLst/>
              </a:rPr>
              <a:t>Tabela” você poderá</a:t>
            </a:r>
            <a:br>
              <a:rPr lang="pt-BR" sz="2000" b="1" i="0" dirty="0">
                <a:solidFill>
                  <a:srgbClr val="000000"/>
                </a:solidFill>
                <a:effectLst/>
              </a:rPr>
            </a:br>
            <a:r>
              <a:rPr lang="pt-BR" sz="2000" b="1" i="0" dirty="0">
                <a:solidFill>
                  <a:srgbClr val="000000"/>
                </a:solidFill>
                <a:effectLst/>
              </a:rPr>
              <a:t>desenhar a tabela que</a:t>
            </a:r>
            <a:br>
              <a:rPr lang="pt-BR" sz="2000" b="1" i="0" dirty="0">
                <a:solidFill>
                  <a:srgbClr val="000000"/>
                </a:solidFill>
                <a:effectLst/>
              </a:rPr>
            </a:br>
            <a:r>
              <a:rPr lang="pt-BR" sz="2000" b="1" i="0" dirty="0">
                <a:solidFill>
                  <a:srgbClr val="000000"/>
                </a:solidFill>
                <a:effectLst/>
              </a:rPr>
              <a:t>precisa selecionando os quadros do desenho,</a:t>
            </a:r>
            <a:br>
              <a:rPr lang="pt-BR" sz="2000" b="1" i="0" dirty="0">
                <a:solidFill>
                  <a:srgbClr val="000000"/>
                </a:solidFill>
                <a:effectLst/>
              </a:rPr>
            </a:br>
            <a:r>
              <a:rPr lang="pt-BR" sz="2000" b="1" i="0" dirty="0">
                <a:solidFill>
                  <a:srgbClr val="000000"/>
                </a:solidFill>
                <a:effectLst/>
              </a:rPr>
              <a:t>como na imagem ao  lado.</a:t>
            </a:r>
          </a:p>
          <a:p>
            <a:pPr algn="just"/>
            <a:r>
              <a:rPr lang="pt-BR" sz="2000" b="1" dirty="0">
                <a:solidFill>
                  <a:srgbClr val="000000"/>
                </a:solidFill>
              </a:rPr>
              <a:t>Se desejar você pode desenhar a tabela do seu jeito.</a:t>
            </a:r>
            <a:endParaRPr lang="en-US" sz="2000" dirty="0"/>
          </a:p>
        </p:txBody>
      </p:sp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0F64AF2A-47BF-C090-9F6E-B33AC845B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0C82E4E-16EE-5156-8764-5C77DFC812E3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59E3592-980D-44DC-9506-56C93E53F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141487"/>
            <a:ext cx="12192000" cy="39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887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3229FAD-FE80-81CA-38D4-86A9BF06A47C}"/>
              </a:ext>
            </a:extLst>
          </p:cNvPr>
          <p:cNvSpPr txBox="1"/>
          <p:nvPr/>
        </p:nvSpPr>
        <p:spPr>
          <a:xfrm>
            <a:off x="1219200" y="1551563"/>
            <a:ext cx="85344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i="0" dirty="0">
                <a:solidFill>
                  <a:srgbClr val="000000"/>
                </a:solidFill>
                <a:effectLst/>
              </a:rPr>
              <a:t>Antes de imprimir, você pode visualizar o documento e especificar as páginas que você deseja imprimir.</a:t>
            </a:r>
          </a:p>
          <a:p>
            <a:endParaRPr lang="pt-BR" sz="1400" dirty="0">
              <a:solidFill>
                <a:srgbClr val="000000"/>
              </a:solidFill>
            </a:endParaRPr>
          </a:p>
          <a:p>
            <a:r>
              <a:rPr lang="pt-BR" sz="2800" b="1" dirty="0">
                <a:solidFill>
                  <a:srgbClr val="000000"/>
                </a:solidFill>
              </a:rPr>
              <a:t>Visualizar o documento:</a:t>
            </a:r>
          </a:p>
          <a:p>
            <a:br>
              <a:rPr lang="pt-BR" sz="2800" dirty="0">
                <a:solidFill>
                  <a:srgbClr val="000000"/>
                </a:solidFill>
              </a:rPr>
            </a:br>
            <a:r>
              <a:rPr lang="pt-BR" sz="2800" dirty="0">
                <a:solidFill>
                  <a:srgbClr val="000000"/>
                </a:solidFill>
              </a:rPr>
              <a:t>1. No menu Arquivo, clique em Imprimir.</a:t>
            </a:r>
            <a:br>
              <a:rPr lang="pt-BR" sz="2800" dirty="0">
                <a:solidFill>
                  <a:srgbClr val="000000"/>
                </a:solidFill>
              </a:rPr>
            </a:br>
            <a:r>
              <a:rPr lang="pt-BR" sz="2800" dirty="0">
                <a:solidFill>
                  <a:srgbClr val="000000"/>
                </a:solidFill>
              </a:rPr>
              <a:t>2. Para visualizar cada página, clique nas setas para frente   e para trás, na parte inferior da página. </a:t>
            </a:r>
            <a:br>
              <a:rPr lang="pt-BR" sz="2800" dirty="0">
                <a:solidFill>
                  <a:srgbClr val="000000"/>
                </a:solidFill>
              </a:rPr>
            </a:b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D0C3C22-2584-8A2F-ACC9-25A8C655C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705049"/>
            <a:ext cx="3048000" cy="92363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5D97CB1-DBC1-C86C-B6AE-2F4E256A4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800" y="5599219"/>
            <a:ext cx="5077602" cy="954106"/>
          </a:xfrm>
          <a:prstGeom prst="rect">
            <a:avLst/>
          </a:prstGeom>
        </p:spPr>
      </p:pic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9785C8F2-3B49-CFA9-7CEB-E1DB0FB6C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0D0F258-3C6F-7AFB-9311-0D051F9AD2AE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83D8CBC-C95B-47D4-84FC-FA66E38B04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531" y="4814635"/>
            <a:ext cx="3645738" cy="76386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1C453BF-1D95-4055-80F1-89E6A691BF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8433" y="4814636"/>
            <a:ext cx="4838480" cy="71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4911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3229FAD-FE80-81CA-38D4-86A9BF06A47C}"/>
              </a:ext>
            </a:extLst>
          </p:cNvPr>
          <p:cNvSpPr txBox="1"/>
          <p:nvPr/>
        </p:nvSpPr>
        <p:spPr>
          <a:xfrm>
            <a:off x="1143000" y="2183698"/>
            <a:ext cx="73914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</a:rPr>
              <a:t>Por </a:t>
            </a:r>
            <a:r>
              <a:rPr lang="en-US" sz="2800" b="0" i="0" dirty="0" err="1">
                <a:solidFill>
                  <a:srgbClr val="000000"/>
                </a:solidFill>
                <a:effectLst/>
              </a:rPr>
              <a:t>exemplo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, 3, 4-6 </a:t>
            </a:r>
            <a:r>
              <a:rPr lang="en-US" sz="2800" b="0" i="0" dirty="0">
                <a:solidFill>
                  <a:srgbClr val="000000"/>
                </a:solidFill>
                <a:effectLst/>
                <a:sym typeface="Wingdings" panose="05000000000000000000" pitchFamily="2" charset="2"/>
              </a:rPr>
              <a:t>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</a:rPr>
              <a:t>imprime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 a </a:t>
            </a:r>
            <a:r>
              <a:rPr lang="en-US" sz="2800" b="0" i="0" dirty="0" err="1">
                <a:solidFill>
                  <a:srgbClr val="000000"/>
                </a:solidFill>
                <a:effectLst/>
              </a:rPr>
              <a:t>página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 3 </a:t>
            </a:r>
            <a:r>
              <a:rPr lang="en-US" sz="2800" b="0" i="0" dirty="0" err="1">
                <a:solidFill>
                  <a:srgbClr val="000000"/>
                </a:solidFill>
                <a:effectLst/>
              </a:rPr>
              <a:t>depois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 as </a:t>
            </a:r>
            <a:r>
              <a:rPr lang="en-US" sz="2800" b="0" i="0" dirty="0" err="1">
                <a:solidFill>
                  <a:srgbClr val="000000"/>
                </a:solidFill>
                <a:effectLst/>
              </a:rPr>
              <a:t>pag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. 4, 5 e 6.</a:t>
            </a:r>
          </a:p>
          <a:p>
            <a:br>
              <a:rPr lang="en-US" sz="2800" dirty="0"/>
            </a:br>
            <a:r>
              <a:rPr lang="en-US" sz="2800" dirty="0" err="1"/>
              <a:t>Você</a:t>
            </a:r>
            <a:r>
              <a:rPr lang="en-US" sz="2800" dirty="0"/>
              <a:t> </a:t>
            </a:r>
            <a:r>
              <a:rPr lang="en-US" sz="2800" dirty="0" err="1"/>
              <a:t>pode</a:t>
            </a:r>
            <a:r>
              <a:rPr lang="en-US" sz="2800" dirty="0"/>
              <a:t> usar a </a:t>
            </a:r>
            <a:r>
              <a:rPr lang="en-US" sz="2800" dirty="0" err="1"/>
              <a:t>opção</a:t>
            </a:r>
            <a:r>
              <a:rPr lang="en-US" sz="2800" dirty="0"/>
              <a:t> </a:t>
            </a:r>
            <a:r>
              <a:rPr lang="en-US" sz="2800" dirty="0" err="1"/>
              <a:t>imprimir</a:t>
            </a:r>
            <a:r>
              <a:rPr lang="en-US" sz="2800" dirty="0"/>
              <a:t> </a:t>
            </a:r>
            <a:r>
              <a:rPr lang="pt-BR" sz="2800" dirty="0"/>
              <a:t>página atual, se quiser apenas uma pag.</a:t>
            </a:r>
            <a:br>
              <a:rPr lang="pt-BR" sz="2800" dirty="0">
                <a:solidFill>
                  <a:srgbClr val="000000"/>
                </a:solidFill>
              </a:rPr>
            </a:br>
            <a:endParaRPr lang="pt-BR" sz="2800" dirty="0">
              <a:solidFill>
                <a:srgbClr val="000000"/>
              </a:solidFill>
            </a:endParaRPr>
          </a:p>
          <a:p>
            <a:r>
              <a:rPr lang="pt-BR" sz="2800" dirty="0">
                <a:solidFill>
                  <a:srgbClr val="000000"/>
                </a:solidFill>
              </a:rPr>
              <a:t>Temos uma variedade de opções que podemos usar, </a:t>
            </a:r>
            <a:r>
              <a:rPr lang="pt-BR" sz="2800" i="1" dirty="0">
                <a:solidFill>
                  <a:srgbClr val="C00000"/>
                </a:solidFill>
              </a:rPr>
              <a:t>vamos conhecer as opções</a:t>
            </a:r>
            <a:r>
              <a:rPr lang="pt-BR" sz="2800" dirty="0">
                <a:solidFill>
                  <a:srgbClr val="000000"/>
                </a:solidFill>
              </a:rPr>
              <a:t>.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3D177893-EFBD-A822-0237-97DAE0A14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13D74B-7D59-1731-FE83-CD80F972CB7F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EAD35C6-65EC-4AD0-AEAC-1C853AD3E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152400"/>
            <a:ext cx="2771775" cy="64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9229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600200" y="0"/>
            <a:ext cx="8534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</a:rPr>
              <a:t>Editor de texto</a:t>
            </a:r>
          </a:p>
          <a:p>
            <a:endParaRPr lang="pt-BR" sz="2800" dirty="0">
              <a:solidFill>
                <a:srgbClr val="24202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363CB9D-2064-4C65-B0D7-91D5C5CC1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09600"/>
            <a:ext cx="10820400" cy="603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2690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1C904D25-860F-5775-72AC-E68C68514457}"/>
              </a:ext>
            </a:extLst>
          </p:cNvPr>
          <p:cNvSpPr txBox="1"/>
          <p:nvPr/>
        </p:nvSpPr>
        <p:spPr>
          <a:xfrm>
            <a:off x="1524000" y="2048806"/>
            <a:ext cx="8991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i="0" dirty="0">
                <a:effectLst/>
              </a:rPr>
              <a:t>Nesta aba podemos definir as margens do documento e a orientação como paisagem ou retrato, também é possível inserir quebras de páginas, incluir  numeração, colunas, e tamanho dos documentos.</a:t>
            </a:r>
            <a:endParaRPr lang="pt-BR" sz="28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78F22DE-DA18-9082-E40F-CF9F9A9CC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668619"/>
            <a:ext cx="6135513" cy="1627525"/>
          </a:xfrm>
          <a:prstGeom prst="rect">
            <a:avLst/>
          </a:prstGeom>
        </p:spPr>
      </p:pic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1D11AC4E-D58B-678C-A3DC-166C03B94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F2F30BD-744C-3F3F-412F-423CD63B22AE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4DCE52B-0362-4292-B9A8-560BA312BA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00" y="4668620"/>
            <a:ext cx="4855671" cy="162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6631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1D11AC4E-D58B-678C-A3DC-166C03B94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F2F30BD-744C-3F3F-412F-423CD63B22AE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FAC9640-FB21-5644-5E08-C8C20A4F4548}"/>
              </a:ext>
            </a:extLst>
          </p:cNvPr>
          <p:cNvSpPr txBox="1"/>
          <p:nvPr/>
        </p:nvSpPr>
        <p:spPr>
          <a:xfrm>
            <a:off x="1447800" y="2362200"/>
            <a:ext cx="8991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i="0" dirty="0">
                <a:effectLst/>
              </a:rPr>
              <a:t>Atividade avaliativa de conhecimentos.</a:t>
            </a:r>
          </a:p>
          <a:p>
            <a:r>
              <a:rPr lang="pt-BR" sz="2800" dirty="0"/>
              <a:t>Entregar relatório para avaliação com </a:t>
            </a:r>
            <a:r>
              <a:rPr lang="pt-BR" sz="2800"/>
              <a:t>conteúdo sobre o tema: 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1272844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DF89B7-402E-226C-053F-D436B5A79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824DEF60-4F2D-371D-80C8-82107C610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8CDD272-B7F5-DBB8-FE01-D0E93F5A483E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943364F-9D08-C646-2F4D-14419DD962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522131"/>
            <a:ext cx="9372600" cy="499676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8338C32-08D4-563F-1B86-42D2FC51F5DC}"/>
              </a:ext>
            </a:extLst>
          </p:cNvPr>
          <p:cNvSpPr txBox="1"/>
          <p:nvPr/>
        </p:nvSpPr>
        <p:spPr>
          <a:xfrm>
            <a:off x="3490637" y="4648200"/>
            <a:ext cx="4385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Clique duas vezes sobre o número e delete-o</a:t>
            </a:r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91166FAC-52E3-A537-09DD-18D51C5CD4FA}"/>
              </a:ext>
            </a:extLst>
          </p:cNvPr>
          <p:cNvSpPr/>
          <p:nvPr/>
        </p:nvSpPr>
        <p:spPr>
          <a:xfrm>
            <a:off x="5659011" y="4975968"/>
            <a:ext cx="228600" cy="415859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EAF08AA-EE97-7107-7694-D0998EC11F75}"/>
              </a:ext>
            </a:extLst>
          </p:cNvPr>
          <p:cNvSpPr txBox="1"/>
          <p:nvPr/>
        </p:nvSpPr>
        <p:spPr>
          <a:xfrm>
            <a:off x="3352800" y="5744117"/>
            <a:ext cx="5239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Clique duas vezes fora do rodapé para voltar a página.</a:t>
            </a:r>
          </a:p>
        </p:txBody>
      </p:sp>
    </p:spTree>
    <p:extLst>
      <p:ext uri="{BB962C8B-B14F-4D97-AF65-F5344CB8AC3E}">
        <p14:creationId xmlns:p14="http://schemas.microsoft.com/office/powerpoint/2010/main" val="29883148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0DFB9C-3628-8938-83A7-FE1DF7BBC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0EE8EC3C-051B-8317-3689-F25179EB6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52017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1402223-EC6A-2CE9-FB82-D612FBEA1CE5}"/>
              </a:ext>
            </a:extLst>
          </p:cNvPr>
          <p:cNvSpPr txBox="1"/>
          <p:nvPr/>
        </p:nvSpPr>
        <p:spPr>
          <a:xfrm>
            <a:off x="4648200" y="527779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97982D8-AA95-87D0-F9F1-AA802B11492C}"/>
              </a:ext>
            </a:extLst>
          </p:cNvPr>
          <p:cNvSpPr txBox="1"/>
          <p:nvPr/>
        </p:nvSpPr>
        <p:spPr>
          <a:xfrm>
            <a:off x="10363200" y="2590800"/>
            <a:ext cx="1524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Colocar número nas</a:t>
            </a:r>
          </a:p>
          <a:p>
            <a:r>
              <a:rPr lang="pt-BR" sz="2000" dirty="0"/>
              <a:t> páginas do relatório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16405E9-9011-D807-6E07-81D6451531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522131"/>
            <a:ext cx="9372600" cy="5027392"/>
          </a:xfrm>
          <a:prstGeom prst="rect">
            <a:avLst/>
          </a:prstGeom>
        </p:spPr>
      </p:pic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6D179F03-C117-C467-CE62-4AA236A2A95C}"/>
              </a:ext>
            </a:extLst>
          </p:cNvPr>
          <p:cNvSpPr/>
          <p:nvPr/>
        </p:nvSpPr>
        <p:spPr>
          <a:xfrm>
            <a:off x="1672936" y="1415340"/>
            <a:ext cx="457200" cy="533400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12BDEA89-F97C-059B-8988-15F6DC0A2E93}"/>
              </a:ext>
            </a:extLst>
          </p:cNvPr>
          <p:cNvSpPr/>
          <p:nvPr/>
        </p:nvSpPr>
        <p:spPr>
          <a:xfrm>
            <a:off x="1905000" y="3397827"/>
            <a:ext cx="228600" cy="415859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AAAD291-7070-0788-2B1D-F83768E7EABC}"/>
              </a:ext>
            </a:extLst>
          </p:cNvPr>
          <p:cNvSpPr txBox="1"/>
          <p:nvPr/>
        </p:nvSpPr>
        <p:spPr>
          <a:xfrm>
            <a:off x="1371600" y="3028495"/>
            <a:ext cx="761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Posicione o cursor no início da página onde você deseja que inicie a numeração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ACA65D6-4394-D63E-49FD-5D75E8DB451F}"/>
              </a:ext>
            </a:extLst>
          </p:cNvPr>
          <p:cNvSpPr txBox="1"/>
          <p:nvPr/>
        </p:nvSpPr>
        <p:spPr>
          <a:xfrm>
            <a:off x="861195" y="882653"/>
            <a:ext cx="1935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Clique em quebras</a:t>
            </a:r>
          </a:p>
        </p:txBody>
      </p:sp>
      <p:sp>
        <p:nvSpPr>
          <p:cNvPr id="13" name="Seta: Para Baixo 12">
            <a:extLst>
              <a:ext uri="{FF2B5EF4-FFF2-40B4-BE49-F238E27FC236}">
                <a16:creationId xmlns:a16="http://schemas.microsoft.com/office/drawing/2014/main" id="{791F16E9-BDDF-E8F8-FBBD-FA900592864C}"/>
              </a:ext>
            </a:extLst>
          </p:cNvPr>
          <p:cNvSpPr/>
          <p:nvPr/>
        </p:nvSpPr>
        <p:spPr>
          <a:xfrm>
            <a:off x="861195" y="5867400"/>
            <a:ext cx="228600" cy="415859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FC75183-1AC3-AF77-732B-D98B309822E9}"/>
              </a:ext>
            </a:extLst>
          </p:cNvPr>
          <p:cNvSpPr txBox="1"/>
          <p:nvPr/>
        </p:nvSpPr>
        <p:spPr>
          <a:xfrm>
            <a:off x="123921" y="4719939"/>
            <a:ext cx="19317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Observe o número</a:t>
            </a:r>
          </a:p>
          <a:p>
            <a:r>
              <a:rPr lang="pt-BR" dirty="0">
                <a:solidFill>
                  <a:srgbClr val="FF0000"/>
                </a:solidFill>
              </a:rPr>
              <a:t> da página, </a:t>
            </a:r>
          </a:p>
          <a:p>
            <a:r>
              <a:rPr lang="pt-BR" dirty="0">
                <a:solidFill>
                  <a:srgbClr val="FF0000"/>
                </a:solidFill>
              </a:rPr>
              <a:t>neste caso, é 5</a:t>
            </a:r>
          </a:p>
        </p:txBody>
      </p:sp>
    </p:spTree>
    <p:extLst>
      <p:ext uri="{BB962C8B-B14F-4D97-AF65-F5344CB8AC3E}">
        <p14:creationId xmlns:p14="http://schemas.microsoft.com/office/powerpoint/2010/main" val="35498823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E6E98-1A4C-6B3B-F02A-AAFA5DEFB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0EFD2FEA-CD7A-16CC-126F-8C8D802BB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26B4DAE-C635-0F99-9C55-DEF278CFA2F3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636DC4D-8784-BAE3-627A-E69A62F324C9}"/>
              </a:ext>
            </a:extLst>
          </p:cNvPr>
          <p:cNvSpPr txBox="1"/>
          <p:nvPr/>
        </p:nvSpPr>
        <p:spPr>
          <a:xfrm>
            <a:off x="10363200" y="2590800"/>
            <a:ext cx="1524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Colocar número nas</a:t>
            </a:r>
          </a:p>
          <a:p>
            <a:r>
              <a:rPr lang="pt-BR" sz="2000" dirty="0"/>
              <a:t> páginas do relatório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CB6A93B-F2A5-BB32-F657-04F9213DD6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197" y="1535986"/>
            <a:ext cx="9608403" cy="5147180"/>
          </a:xfrm>
          <a:prstGeom prst="rect">
            <a:avLst/>
          </a:prstGeom>
        </p:spPr>
      </p:pic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B19BD6B0-3A20-0FDC-235B-E777AD999A9D}"/>
              </a:ext>
            </a:extLst>
          </p:cNvPr>
          <p:cNvSpPr/>
          <p:nvPr/>
        </p:nvSpPr>
        <p:spPr>
          <a:xfrm>
            <a:off x="2244299" y="3503770"/>
            <a:ext cx="457200" cy="533400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3AFC126-E2DB-4C93-832E-BC53BC4A450B}"/>
              </a:ext>
            </a:extLst>
          </p:cNvPr>
          <p:cNvSpPr txBox="1"/>
          <p:nvPr/>
        </p:nvSpPr>
        <p:spPr>
          <a:xfrm>
            <a:off x="4040718" y="3244334"/>
            <a:ext cx="2579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Selecione próxima página</a:t>
            </a:r>
          </a:p>
        </p:txBody>
      </p:sp>
    </p:spTree>
    <p:extLst>
      <p:ext uri="{BB962C8B-B14F-4D97-AF65-F5344CB8AC3E}">
        <p14:creationId xmlns:p14="http://schemas.microsoft.com/office/powerpoint/2010/main" val="23053117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25FBF6-27D1-4E7B-81B4-9C27493C0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9DA7B3D8-833C-4810-B4C9-1E9A65D6B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0B5AC14-F545-493B-B9AF-600C90FD89C7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24EE21-3C3C-BE52-8B5D-0A1EA0B2B735}"/>
              </a:ext>
            </a:extLst>
          </p:cNvPr>
          <p:cNvSpPr txBox="1"/>
          <p:nvPr/>
        </p:nvSpPr>
        <p:spPr>
          <a:xfrm>
            <a:off x="10363200" y="2590800"/>
            <a:ext cx="1524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Colocar número nas</a:t>
            </a:r>
          </a:p>
          <a:p>
            <a:r>
              <a:rPr lang="pt-BR" sz="2000" dirty="0"/>
              <a:t> páginas do relatório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32AF4EF-25D5-A83F-776D-165046EDA184}"/>
              </a:ext>
            </a:extLst>
          </p:cNvPr>
          <p:cNvSpPr txBox="1"/>
          <p:nvPr/>
        </p:nvSpPr>
        <p:spPr>
          <a:xfrm>
            <a:off x="5562600" y="152400"/>
            <a:ext cx="2579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Selecione próxima página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AC16BF1-040C-4C96-A3F2-DFF2553B08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618" y="1490958"/>
            <a:ext cx="9677400" cy="5146801"/>
          </a:xfrm>
          <a:prstGeom prst="rect">
            <a:avLst/>
          </a:prstGeom>
        </p:spPr>
      </p:pic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275D7075-74DA-28BE-B0D2-D0AC0C563341}"/>
              </a:ext>
            </a:extLst>
          </p:cNvPr>
          <p:cNvSpPr/>
          <p:nvPr/>
        </p:nvSpPr>
        <p:spPr>
          <a:xfrm>
            <a:off x="6859207" y="1720376"/>
            <a:ext cx="381000" cy="533400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9AFB3DE4-36C0-97B7-4B97-0D8B801FE751}"/>
              </a:ext>
            </a:extLst>
          </p:cNvPr>
          <p:cNvSpPr/>
          <p:nvPr/>
        </p:nvSpPr>
        <p:spPr>
          <a:xfrm>
            <a:off x="1101299" y="1224258"/>
            <a:ext cx="381000" cy="533400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29896FBD-6932-3DCE-7F48-41E1CB95BC23}"/>
              </a:ext>
            </a:extLst>
          </p:cNvPr>
          <p:cNvSpPr/>
          <p:nvPr/>
        </p:nvSpPr>
        <p:spPr>
          <a:xfrm rot="5400000">
            <a:off x="7848600" y="2493818"/>
            <a:ext cx="381000" cy="533400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2998C309-6E46-771D-7738-AE21D78BC085}"/>
              </a:ext>
            </a:extLst>
          </p:cNvPr>
          <p:cNvSpPr/>
          <p:nvPr/>
        </p:nvSpPr>
        <p:spPr>
          <a:xfrm>
            <a:off x="4876800" y="3162300"/>
            <a:ext cx="381000" cy="533400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D2142224-57C9-AEB3-0C02-DF2CFFF9ECA6}"/>
                  </a:ext>
                </a:extLst>
              </p14:cNvPr>
              <p14:cNvContentPartPr/>
              <p14:nvPr/>
            </p14:nvContentPartPr>
            <p14:xfrm>
              <a:off x="13341878" y="155835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D2142224-57C9-AEB3-0C02-DF2CFFF9EC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332878" y="154971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25072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8A8DE2-0F50-B8B4-FE88-649DB2F3D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A2C6ECDE-7D46-62AF-96A8-EBF56D3BC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57CD8C-9484-59C6-6C4D-7CDB9722CD4C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0802962-7614-474F-F3C6-C29269B47840}"/>
              </a:ext>
            </a:extLst>
          </p:cNvPr>
          <p:cNvSpPr txBox="1"/>
          <p:nvPr/>
        </p:nvSpPr>
        <p:spPr>
          <a:xfrm>
            <a:off x="10363200" y="2590800"/>
            <a:ext cx="1524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Colocar número nas</a:t>
            </a:r>
          </a:p>
          <a:p>
            <a:r>
              <a:rPr lang="pt-BR" sz="2000" dirty="0"/>
              <a:t> páginas do relatório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386DDE5-B674-D0DB-7CE4-46233AD71C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79" y="1547311"/>
            <a:ext cx="9601200" cy="5095944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80C4FEE1-2398-DB28-AF27-A634D74642A3}"/>
              </a:ext>
            </a:extLst>
          </p:cNvPr>
          <p:cNvSpPr/>
          <p:nvPr/>
        </p:nvSpPr>
        <p:spPr>
          <a:xfrm>
            <a:off x="4648200" y="1828800"/>
            <a:ext cx="381000" cy="533400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3B658AB-71E2-38C1-0273-9A0662338497}"/>
              </a:ext>
            </a:extLst>
          </p:cNvPr>
          <p:cNvSpPr txBox="1"/>
          <p:nvPr/>
        </p:nvSpPr>
        <p:spPr>
          <a:xfrm>
            <a:off x="3542960" y="3018447"/>
            <a:ext cx="2972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Selecione vincular ao anterior</a:t>
            </a:r>
          </a:p>
        </p:txBody>
      </p:sp>
    </p:spTree>
    <p:extLst>
      <p:ext uri="{BB962C8B-B14F-4D97-AF65-F5344CB8AC3E}">
        <p14:creationId xmlns:p14="http://schemas.microsoft.com/office/powerpoint/2010/main" val="5904749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34407-C550-DF11-7F9F-BA2D46299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1F4663C9-2A2B-83F7-3966-48C055A19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CEA7EB1-551F-2890-C4A7-AE4E2F2B8260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1867254-B550-6B0F-5829-983000807BBF}"/>
              </a:ext>
            </a:extLst>
          </p:cNvPr>
          <p:cNvSpPr txBox="1"/>
          <p:nvPr/>
        </p:nvSpPr>
        <p:spPr>
          <a:xfrm>
            <a:off x="10363200" y="2590800"/>
            <a:ext cx="1524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Colocar número nas</a:t>
            </a:r>
          </a:p>
          <a:p>
            <a:r>
              <a:rPr lang="pt-BR" sz="2000" dirty="0"/>
              <a:t> páginas do relatório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246A15A-6965-2A86-43ED-32518AE5FB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504813"/>
            <a:ext cx="9677400" cy="5180166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FD886276-50F8-456A-D70F-8FA65D46793A}"/>
              </a:ext>
            </a:extLst>
          </p:cNvPr>
          <p:cNvSpPr/>
          <p:nvPr/>
        </p:nvSpPr>
        <p:spPr>
          <a:xfrm rot="5400000">
            <a:off x="3048000" y="3124200"/>
            <a:ext cx="381000" cy="533400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A32752F-D24F-9FAB-159A-9EEEAD9E0587}"/>
              </a:ext>
            </a:extLst>
          </p:cNvPr>
          <p:cNvSpPr txBox="1"/>
          <p:nvPr/>
        </p:nvSpPr>
        <p:spPr>
          <a:xfrm>
            <a:off x="3810000" y="3200400"/>
            <a:ext cx="3818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Selecione formatar números de página</a:t>
            </a:r>
          </a:p>
        </p:txBody>
      </p:sp>
    </p:spTree>
    <p:extLst>
      <p:ext uri="{BB962C8B-B14F-4D97-AF65-F5344CB8AC3E}">
        <p14:creationId xmlns:p14="http://schemas.microsoft.com/office/powerpoint/2010/main" val="1431199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6BA753-634A-1398-9011-991F5B997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A5CE2048-1EC8-61D4-A456-1CDF2D4BB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9112BFE-B6E2-BDD5-A73C-619148DDB503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80580D3-E13F-A095-250A-55969B77FE7D}"/>
              </a:ext>
            </a:extLst>
          </p:cNvPr>
          <p:cNvSpPr txBox="1"/>
          <p:nvPr/>
        </p:nvSpPr>
        <p:spPr>
          <a:xfrm>
            <a:off x="10363200" y="2590800"/>
            <a:ext cx="1524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Colocar número nas</a:t>
            </a:r>
          </a:p>
          <a:p>
            <a:r>
              <a:rPr lang="pt-BR" sz="2000" dirty="0"/>
              <a:t> páginas do relatório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E8B6D7E-85B7-1532-873A-EAD5172705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71" y="1522131"/>
            <a:ext cx="9689956" cy="5150471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6635B16F-50DA-86A1-6970-3C07CDCCFA95}"/>
              </a:ext>
            </a:extLst>
          </p:cNvPr>
          <p:cNvSpPr/>
          <p:nvPr/>
        </p:nvSpPr>
        <p:spPr>
          <a:xfrm rot="5400000">
            <a:off x="5905500" y="4191000"/>
            <a:ext cx="381000" cy="533400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6E2A00E-248D-30CB-7923-8CF472D5E4F5}"/>
              </a:ext>
            </a:extLst>
          </p:cNvPr>
          <p:cNvSpPr txBox="1"/>
          <p:nvPr/>
        </p:nvSpPr>
        <p:spPr>
          <a:xfrm>
            <a:off x="6378312" y="4134534"/>
            <a:ext cx="374762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Selecione o número que deseja iniciar</a:t>
            </a:r>
          </a:p>
          <a:p>
            <a:r>
              <a:rPr lang="pt-BR" dirty="0">
                <a:solidFill>
                  <a:srgbClr val="FF0000"/>
                </a:solidFill>
              </a:rPr>
              <a:t>E clique em ok</a:t>
            </a:r>
          </a:p>
          <a:p>
            <a:r>
              <a:rPr lang="pt-BR" dirty="0">
                <a:solidFill>
                  <a:srgbClr val="FF0000"/>
                </a:solidFill>
              </a:rPr>
              <a:t>Volte a página anterior </a:t>
            </a:r>
          </a:p>
          <a:p>
            <a:r>
              <a:rPr lang="pt-BR" dirty="0">
                <a:solidFill>
                  <a:srgbClr val="FF0000"/>
                </a:solidFill>
              </a:rPr>
              <a:t>E delete o número da </a:t>
            </a:r>
          </a:p>
          <a:p>
            <a:r>
              <a:rPr lang="pt-BR" dirty="0">
                <a:solidFill>
                  <a:srgbClr val="FF0000"/>
                </a:solidFill>
              </a:rPr>
              <a:t>página no rodapé.</a:t>
            </a:r>
          </a:p>
          <a:p>
            <a:r>
              <a:rPr lang="pt-BR" dirty="0">
                <a:solidFill>
                  <a:srgbClr val="FF0000"/>
                </a:solidFill>
              </a:rPr>
              <a:t>Depois, clique em fechar </a:t>
            </a:r>
          </a:p>
          <a:p>
            <a:r>
              <a:rPr lang="pt-BR" dirty="0">
                <a:solidFill>
                  <a:srgbClr val="FF0000"/>
                </a:solidFill>
              </a:rPr>
              <a:t>Cabeçalho e rodapé.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6B83A7BB-1D7F-72D6-C21D-51BD10ED8D2D}"/>
              </a:ext>
            </a:extLst>
          </p:cNvPr>
          <p:cNvSpPr/>
          <p:nvPr/>
        </p:nvSpPr>
        <p:spPr>
          <a:xfrm>
            <a:off x="4572000" y="4648200"/>
            <a:ext cx="381000" cy="22860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4B590564-A49A-F004-8081-B8544380504C}"/>
              </a:ext>
            </a:extLst>
          </p:cNvPr>
          <p:cNvSpPr/>
          <p:nvPr/>
        </p:nvSpPr>
        <p:spPr>
          <a:xfrm>
            <a:off x="8001000" y="2057400"/>
            <a:ext cx="381000" cy="22860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598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1EB764-0A7F-BAA0-1E91-A53734470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DD22644B-D1B5-1D75-E43E-C9EE7EF0A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66FFCC4-5C14-8EB0-02F5-9C6D17650D27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3E8149B-AB05-2EFF-B63E-1B56DB277880}"/>
              </a:ext>
            </a:extLst>
          </p:cNvPr>
          <p:cNvSpPr txBox="1"/>
          <p:nvPr/>
        </p:nvSpPr>
        <p:spPr>
          <a:xfrm>
            <a:off x="10363200" y="2590800"/>
            <a:ext cx="1524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Colocar número nas</a:t>
            </a:r>
          </a:p>
          <a:p>
            <a:r>
              <a:rPr lang="pt-BR" sz="2000" dirty="0"/>
              <a:t> páginas do relatório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925BB32-6FC7-B54B-2163-C4A02B550E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522131"/>
            <a:ext cx="9144000" cy="4856109"/>
          </a:xfrm>
          <a:prstGeom prst="rect">
            <a:avLst/>
          </a:prstGeom>
        </p:spPr>
      </p:pic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11A96B23-B347-7091-F32E-68A1688C87C5}"/>
              </a:ext>
            </a:extLst>
          </p:cNvPr>
          <p:cNvSpPr/>
          <p:nvPr/>
        </p:nvSpPr>
        <p:spPr>
          <a:xfrm>
            <a:off x="5067300" y="4038600"/>
            <a:ext cx="381000" cy="22860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1B12F0B-63B2-1184-28EE-F70A207A6B5A}"/>
              </a:ext>
            </a:extLst>
          </p:cNvPr>
          <p:cNvSpPr txBox="1"/>
          <p:nvPr/>
        </p:nvSpPr>
        <p:spPr>
          <a:xfrm>
            <a:off x="5981700" y="3576935"/>
            <a:ext cx="25513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Volte a página anterior </a:t>
            </a:r>
          </a:p>
          <a:p>
            <a:r>
              <a:rPr lang="pt-BR" dirty="0">
                <a:solidFill>
                  <a:srgbClr val="FF0000"/>
                </a:solidFill>
              </a:rPr>
              <a:t>E delete o número da </a:t>
            </a:r>
          </a:p>
          <a:p>
            <a:r>
              <a:rPr lang="pt-BR" dirty="0">
                <a:solidFill>
                  <a:srgbClr val="FF0000"/>
                </a:solidFill>
              </a:rPr>
              <a:t>página no rodapé.</a:t>
            </a:r>
          </a:p>
          <a:p>
            <a:r>
              <a:rPr lang="pt-BR" dirty="0">
                <a:solidFill>
                  <a:srgbClr val="FF0000"/>
                </a:solidFill>
              </a:rPr>
              <a:t>Depois, clique em fechar </a:t>
            </a:r>
          </a:p>
          <a:p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0565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8F70B-3D56-738B-5129-480029E48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11443304-9B61-2152-4915-A1C6A35AD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6C28A5F-5E21-4A92-2993-C2C1D10B484E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E8FA338-F122-5CCE-5365-5B6532B07C38}"/>
              </a:ext>
            </a:extLst>
          </p:cNvPr>
          <p:cNvSpPr txBox="1"/>
          <p:nvPr/>
        </p:nvSpPr>
        <p:spPr>
          <a:xfrm>
            <a:off x="2971800" y="1499691"/>
            <a:ext cx="899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i="0" dirty="0">
                <a:effectLst/>
              </a:rPr>
              <a:t>Combinações de teclas de atalho</a:t>
            </a:r>
            <a:endParaRPr lang="pt-BR" sz="28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E2B2DF8-343A-E6A3-7841-FBD888974D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353128"/>
            <a:ext cx="11636748" cy="38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6804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90A647-FB75-6FE4-3C48-B74CFE44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1DA11E48-4EB0-E659-D5E8-0C4EE15AB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7AD60A9-A0FE-16EF-F93D-7F2094025BAD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329103A-3C0D-B9AC-A717-7B09E1EC0760}"/>
              </a:ext>
            </a:extLst>
          </p:cNvPr>
          <p:cNvSpPr txBox="1"/>
          <p:nvPr/>
        </p:nvSpPr>
        <p:spPr>
          <a:xfrm>
            <a:off x="2971800" y="1522131"/>
            <a:ext cx="899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i="0" dirty="0">
                <a:effectLst/>
              </a:rPr>
              <a:t>Combinações de teclas de atalho</a:t>
            </a:r>
            <a:endParaRPr lang="pt-BR" sz="28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CAF285F-CD26-7776-A4EA-86787FD844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286000"/>
            <a:ext cx="11854922" cy="402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687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7B520B-5678-729C-6689-63FB9414F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icrosoft Word Logo – PNG e Vetor – Download de Logo">
            <a:extLst>
              <a:ext uri="{FF2B5EF4-FFF2-40B4-BE49-F238E27FC236}">
                <a16:creationId xmlns:a16="http://schemas.microsoft.com/office/drawing/2014/main" id="{688F1BB2-91F6-FD24-41CA-76168B7C8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1133"/>
            <a:ext cx="830998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AA390F7-8E07-90E7-48E1-37AAED7DB27A}"/>
              </a:ext>
            </a:extLst>
          </p:cNvPr>
          <p:cNvSpPr txBox="1"/>
          <p:nvPr/>
        </p:nvSpPr>
        <p:spPr>
          <a:xfrm>
            <a:off x="3657600" y="691134"/>
            <a:ext cx="4204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Microsoft Word</a:t>
            </a:r>
            <a:endParaRPr lang="en-US" sz="48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533920B-8612-C265-C7B8-4D3B2225CF24}"/>
              </a:ext>
            </a:extLst>
          </p:cNvPr>
          <p:cNvSpPr txBox="1"/>
          <p:nvPr/>
        </p:nvSpPr>
        <p:spPr>
          <a:xfrm>
            <a:off x="2971800" y="1522131"/>
            <a:ext cx="899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i="0" dirty="0">
                <a:effectLst/>
              </a:rPr>
              <a:t>Combinações de teclas de atalho</a:t>
            </a:r>
            <a:endParaRPr lang="pt-BR" sz="28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F626D68-110B-56FA-3888-6F630D2C24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126" y="2852966"/>
            <a:ext cx="11857748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076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698EDB5-040D-C463-C746-9C639DC07697}"/>
              </a:ext>
            </a:extLst>
          </p:cNvPr>
          <p:cNvSpPr txBox="1"/>
          <p:nvPr/>
        </p:nvSpPr>
        <p:spPr>
          <a:xfrm>
            <a:off x="3072191" y="2774115"/>
            <a:ext cx="60476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Obrigado pela atenção !!!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862259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6358</TotalTime>
  <Words>1646</Words>
  <Application>Microsoft Office PowerPoint</Application>
  <PresentationFormat>Widescreen</PresentationFormat>
  <Paragraphs>223</Paragraphs>
  <Slides>48</Slides>
  <Notes>45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8" baseType="lpstr">
      <vt:lpstr>Arial</vt:lpstr>
      <vt:lpstr>Arial MT</vt:lpstr>
      <vt:lpstr>Calibri</vt:lpstr>
      <vt:lpstr>Montserrat</vt:lpstr>
      <vt:lpstr>Montserrat Medium</vt:lpstr>
      <vt:lpstr>Siemens TIA Portal Basic</vt:lpstr>
      <vt:lpstr>Söhne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Dora</dc:creator>
  <cp:lastModifiedBy>Joao Flavio Diniz</cp:lastModifiedBy>
  <cp:revision>15</cp:revision>
  <dcterms:created xsi:type="dcterms:W3CDTF">2023-01-13T23:18:52Z</dcterms:created>
  <dcterms:modified xsi:type="dcterms:W3CDTF">2025-05-26T16:43:03Z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2016-11-05T00:00:00Z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2023-01-13T00:00:00Z</vt:filetime>
  </property>
</Properties>
</file>