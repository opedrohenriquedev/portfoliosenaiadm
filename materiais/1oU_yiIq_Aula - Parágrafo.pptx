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63" r:id="rId11"/>
    <p:sldId id="264" r:id="rId12"/>
    <p:sldId id="265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A17A62-0A42-B152-DF70-47124A1D2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0F0E17-E49B-B490-2C00-A9CAB10B1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75062C-DFBF-CD55-F877-40B09C4DF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FD30-2696-43CC-BE1B-96D93F927BB2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30FAF0-CB43-428D-067E-DF6FA717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66E571-16A3-4354-E6C7-66F289DF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7B30-CE66-410D-B5E2-4D632B53E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092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31913-6563-336F-3C02-68E19CA9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3B2D6E-23C8-8D9A-1082-031B02D2C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120C36-CE36-E015-0674-76D017213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FD30-2696-43CC-BE1B-96D93F927BB2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AA18B2-5B99-D03C-BCCE-E04C54561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AC6B6A-3919-0E4F-AFB2-E30A3CB2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7B30-CE66-410D-B5E2-4D632B53E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46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E8136-25DD-E37E-F4AF-84D85295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FF81E8-9B66-9C53-0449-148616D11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CCA913-9B2A-AAD6-481D-0C0B53F21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FD30-2696-43CC-BE1B-96D93F927BB2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FB2A30-FD3A-B22D-3F1E-E5272B79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3A3AFB-6154-14BD-4FB4-4667D084F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7B30-CE66-410D-B5E2-4D632B53E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529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29313-547F-AD10-FEAD-1002079A6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F54AE2-65BF-60E7-214A-BBA19B7E2A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30B7F6-119E-2163-6BB4-A74D08A32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080502-7C3D-F7E5-DF92-7F62748EA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FD30-2696-43CC-BE1B-96D93F927BB2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06FF32-B751-FD37-C4E4-D5895409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B29340-A727-0E52-C65B-78E3BB945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7B30-CE66-410D-B5E2-4D632B53E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527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8E460-7577-8F75-36E2-1B3C15EBB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78C196-3BD6-97CE-68AF-7F9C69590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F30091-92AA-2703-2A72-6F86ADF19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5F3040-2DC6-869E-3DA5-9DA6636F1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49A6D3-9A28-55A7-C23B-1E794A1AD4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9E9FAEB-C8C7-6AE6-C261-18285E332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FD30-2696-43CC-BE1B-96D93F927BB2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FAA8926-1DD7-D51F-3520-52C45F17D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03C5D38-C503-C6A8-DE53-8469C10DE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7B30-CE66-410D-B5E2-4D632B53E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1290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831055-9EFA-1345-60B8-814B97A2E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A6690F4-BE4F-0EBC-DCA3-1C3C9F8F5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FD30-2696-43CC-BE1B-96D93F927BB2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1C712B5-18F8-BE89-A5AB-9718489D1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04DA969-0F11-BD4A-17D2-BDDB3A28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7B30-CE66-410D-B5E2-4D632B53E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759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1D9A650-586A-C4DD-5F54-8B0147854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FD30-2696-43CC-BE1B-96D93F927BB2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08F4794-0AAE-9928-DBAA-4EFFB326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9C4FC2-04B7-8770-250B-373744732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7B30-CE66-410D-B5E2-4D632B53E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8054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2E216-F587-7ED9-0D12-324712C4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123647-40D1-21F9-7B18-A3D3D1DA7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E47481-B77B-1DD8-4B9F-D347D4DDA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868B95-54AF-6154-27F8-68880BA4E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FD30-2696-43CC-BE1B-96D93F927BB2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9D9500-B6FD-48C7-DB6C-E41DB7ECF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A72F62-95A2-3AF9-5091-243B11430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7B30-CE66-410D-B5E2-4D632B53E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163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E76C1-0209-0C43-571D-9F76BE73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3162BE-F0B3-F7EC-966C-91F239D2BA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89FA50-2C97-61DC-E7F0-CEBF5A9F5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8D7976-7E2F-9F27-F99E-75766220B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FD30-2696-43CC-BE1B-96D93F927BB2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A5B03-2F68-0390-AE01-1497F225D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6EAFCB-FDC6-AD4E-A03C-A48AAD070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7B30-CE66-410D-B5E2-4D632B53E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487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C7841-36E3-E3BF-6A24-D6BFBA237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B092B4-A337-9964-DF9E-606A81D88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746F53-E1F0-2E2E-2B34-D4E173067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FD30-2696-43CC-BE1B-96D93F927BB2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6F2B99-0E9A-F257-3A41-9936E044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9F4248-90B6-6F44-0EAD-916EC29A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7B30-CE66-410D-B5E2-4D632B53E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6647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C1E91C-AA19-CE1A-3899-A12EB94B5A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4FD944-4486-5462-F63E-00E117C5F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DDA34D-CDC4-CFC8-5365-C767A03D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1FD30-2696-43CC-BE1B-96D93F927BB2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8E513D-5935-78FC-9027-2EBDB1E36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C070E7-EDB6-6AEC-C6E5-5E6A25602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A7B30-CE66-410D-B5E2-4D632B53E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0200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651F1C5-D70F-6998-4555-3A0762B93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D4ECA3-07F4-D0EB-A6F1-D1F165A8C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7A0786-1C4A-9586-2069-CDF64F875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1FD30-2696-43CC-BE1B-96D93F927BB2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5662A9-AB31-8A58-275F-859E13153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13E5ED-96DD-E7FF-8DED-A99EC8D8B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A7B30-CE66-410D-B5E2-4D632B53E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8968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05C28-0C8D-7EFD-4A01-95E69BD364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CDE85C-6463-FB16-0CC2-887DBE27D7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5D44FB69-B1C9-5542-65D8-68178CC7D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Google Shape;196;p33">
            <a:extLst>
              <a:ext uri="{FF2B5EF4-FFF2-40B4-BE49-F238E27FC236}">
                <a16:creationId xmlns:a16="http://schemas.microsoft.com/office/drawing/2014/main" id="{709941F8-B5D2-6A58-4DCF-B0B20D5D08E6}"/>
              </a:ext>
            </a:extLst>
          </p:cNvPr>
          <p:cNvSpPr txBox="1">
            <a:spLocks/>
          </p:cNvSpPr>
          <p:nvPr/>
        </p:nvSpPr>
        <p:spPr>
          <a:xfrm>
            <a:off x="4536625" y="6391800"/>
            <a:ext cx="3123131" cy="466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Prof.ª Gabriela Viana</a:t>
            </a:r>
          </a:p>
        </p:txBody>
      </p:sp>
    </p:spTree>
    <p:extLst>
      <p:ext uri="{BB962C8B-B14F-4D97-AF65-F5344CB8AC3E}">
        <p14:creationId xmlns:p14="http://schemas.microsoft.com/office/powerpoint/2010/main" val="346494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Texto&#10;&#10;Descrição gerada automaticamente">
            <a:extLst>
              <a:ext uri="{FF2B5EF4-FFF2-40B4-BE49-F238E27FC236}">
                <a16:creationId xmlns:a16="http://schemas.microsoft.com/office/drawing/2014/main" id="{739D1BD8-0A3C-5392-A697-74F9A0DE3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6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Interface gráfica do usuário, Texto, Aplicativo, Email&#10;&#10;Descrição gerada automaticamente">
            <a:extLst>
              <a:ext uri="{FF2B5EF4-FFF2-40B4-BE49-F238E27FC236}">
                <a16:creationId xmlns:a16="http://schemas.microsoft.com/office/drawing/2014/main" id="{4B1D9C41-D851-BB7E-E30E-C5320A874F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92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499F1B6C-5263-8DD1-329F-0ECDDCF6A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7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Texto&#10;&#10;Descrição gerada automaticamente">
            <a:extLst>
              <a:ext uri="{FF2B5EF4-FFF2-40B4-BE49-F238E27FC236}">
                <a16:creationId xmlns:a16="http://schemas.microsoft.com/office/drawing/2014/main" id="{6B6E9529-266B-1832-6DB8-E2363C072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399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Texto&#10;&#10;Descrição gerada automaticamente">
            <a:extLst>
              <a:ext uri="{FF2B5EF4-FFF2-40B4-BE49-F238E27FC236}">
                <a16:creationId xmlns:a16="http://schemas.microsoft.com/office/drawing/2014/main" id="{965F098E-E083-033B-C11B-DBA4C66AC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27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Espaço Reservado para Conteúdo 5" descr="Texto&#10;&#10;Descrição gerada automaticamente">
            <a:extLst>
              <a:ext uri="{FF2B5EF4-FFF2-40B4-BE49-F238E27FC236}">
                <a16:creationId xmlns:a16="http://schemas.microsoft.com/office/drawing/2014/main" id="{A3498CF7-10B2-B23D-17A8-E158853FD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34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Texto&#10;&#10;Descrição gerada automaticamente">
            <a:extLst>
              <a:ext uri="{FF2B5EF4-FFF2-40B4-BE49-F238E27FC236}">
                <a16:creationId xmlns:a16="http://schemas.microsoft.com/office/drawing/2014/main" id="{7EE8B103-43C2-B96B-878C-F62B955BD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550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Texto&#10;&#10;Descrição gerada automaticamente">
            <a:extLst>
              <a:ext uri="{FF2B5EF4-FFF2-40B4-BE49-F238E27FC236}">
                <a16:creationId xmlns:a16="http://schemas.microsoft.com/office/drawing/2014/main" id="{0F1637EB-66CF-9107-4C42-9D4E506615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55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Texto">
            <a:extLst>
              <a:ext uri="{FF2B5EF4-FFF2-40B4-BE49-F238E27FC236}">
                <a16:creationId xmlns:a16="http://schemas.microsoft.com/office/drawing/2014/main" id="{58AB8C2A-97CF-E721-2C6B-2AB2A7289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321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Texto&#10;&#10;Descrição gerada automaticamente">
            <a:extLst>
              <a:ext uri="{FF2B5EF4-FFF2-40B4-BE49-F238E27FC236}">
                <a16:creationId xmlns:a16="http://schemas.microsoft.com/office/drawing/2014/main" id="{6C5ECD6C-F10C-5087-1888-7528C85DFD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856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A77BD-E65B-48B8-52CC-E954CFB19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2D5B4C-38D3-5E21-B218-A4FF9AE36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rgbClr val="000000"/>
                </a:solidFill>
              </a:rPr>
              <a:t>Observe as incoerências escritas no parágrafo abaixo sobre o tópico frasal: </a:t>
            </a:r>
            <a:r>
              <a:rPr lang="pt-BR" sz="2400" b="1" i="0" dirty="0">
                <a:solidFill>
                  <a:srgbClr val="000000"/>
                </a:solidFill>
                <a:effectLst/>
              </a:rPr>
              <a:t>saúde mental</a:t>
            </a:r>
            <a:r>
              <a:rPr lang="pt-BR" sz="2400" dirty="0">
                <a:solidFill>
                  <a:srgbClr val="000000"/>
                </a:solidFill>
              </a:rPr>
              <a:t> e reescreva-o de forma coerente estabelecendo três ideias secundárias.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pt-BR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pt-BR" sz="2400" dirty="0"/>
              <a:t>A preservação da saúde mental é essencial para a eficácia operacional das máquinas industriais. A manutenção preventiva dos equipamentos deve ser realizada regularmente para garantir a segurança dos trabalhadores. Além disso, a gestão de resíduos é uma preocupação crescente nas indústrias, pois impacta diretamente o meio ambiente. Por outro lado, a automação tem se mostrado uma solução eficiente para aumentar a produtividade e reduzir custos. No entanto, é importante ressaltar que a saúde mental dos funcionários também deve ser considerada como parte integrante do sistema de produção.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562598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A77BD-E65B-48B8-52CC-E954CFB19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2D5B4C-38D3-5E21-B218-A4FF9AE36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rgbClr val="000000"/>
                </a:solidFill>
              </a:rPr>
              <a:t>Observe as incoerências escritas no parágrafo abaixo sobre o tópico frasal: </a:t>
            </a:r>
            <a:r>
              <a:rPr lang="pt-BR" sz="2400" b="1" i="0" dirty="0">
                <a:solidFill>
                  <a:srgbClr val="000000"/>
                </a:solidFill>
                <a:effectLst/>
              </a:rPr>
              <a:t>comunicação assertiva </a:t>
            </a:r>
            <a:r>
              <a:rPr lang="pt-BR" sz="2400" dirty="0">
                <a:solidFill>
                  <a:srgbClr val="000000"/>
                </a:solidFill>
              </a:rPr>
              <a:t>e reescreva-o de forma coerente estabelecendo três ideias secundárias.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pt-BR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pt-BR" sz="2400" dirty="0">
                <a:solidFill>
                  <a:srgbClr val="000000"/>
                </a:solidFill>
              </a:rPr>
              <a:t>A comunicação assertiva é uma habilidade fundamental que deve ser evitada a todo custo. É importante falar de forma ambígua e confusa, sem se preocupar com a clareza das mensagens transmitidas. Além disso, interromper constantemente as pessoas durante uma conversa e não prestar atenção ao que estão dizendo é uma prática altamente recomendada. Também é importante usar linguagem agressiva e insultos ao se comunicar, pois isso demonstra autoridade e poder sobre os outros. Em resumo, a comunicação assertiva não é eficaz e deve ser substituída por métodos mais confusos e desrespeitosos.</a:t>
            </a:r>
          </a:p>
        </p:txBody>
      </p:sp>
    </p:spTree>
    <p:extLst>
      <p:ext uri="{BB962C8B-B14F-4D97-AF65-F5344CB8AC3E}">
        <p14:creationId xmlns:p14="http://schemas.microsoft.com/office/powerpoint/2010/main" val="518615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A77BD-E65B-48B8-52CC-E954CFB19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2D5B4C-38D3-5E21-B218-A4FF9AE36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rgbClr val="000000"/>
                </a:solidFill>
              </a:rPr>
              <a:t>Observe as incoerências escritas no parágrafo abaixo sobre o tópico frasal: </a:t>
            </a:r>
            <a:r>
              <a:rPr lang="pt-BR" sz="2400" b="1" i="0" dirty="0">
                <a:solidFill>
                  <a:srgbClr val="000000"/>
                </a:solidFill>
                <a:effectLst/>
              </a:rPr>
              <a:t>A importância do estudo </a:t>
            </a:r>
            <a:r>
              <a:rPr lang="pt-BR" sz="2400" dirty="0">
                <a:solidFill>
                  <a:srgbClr val="000000"/>
                </a:solidFill>
              </a:rPr>
              <a:t>e reescreva-o de forma coerente estabelecendo três ideias secundárias.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pt-BR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pt-BR" sz="2400" dirty="0">
                <a:solidFill>
                  <a:srgbClr val="000000"/>
                </a:solidFill>
              </a:rPr>
              <a:t>O estudo é algo totalmente dispensável na vida das pessoas. Não há nenhuma importância em adquirir conhecimento ou aprender novas habilidades. É muito mais produtivo e vantajoso passar o tempo sem se preocupar com livros, aulas ou qualquer tipo de instrução. O importante é seguir o caminho da ignorância e da falta de preparo para lidar com os desafios da vida. Estudar só serve para desperdiçar tempo e energia que poderiam ser utilizados de forma mais útil, como assistindo televisão o dia inteiro ou jogando videogame sem parar. Em resumo, o estudo não tem nenhuma relevância e deve ser evitado a todo custo.</a:t>
            </a:r>
          </a:p>
        </p:txBody>
      </p:sp>
    </p:spTree>
    <p:extLst>
      <p:ext uri="{BB962C8B-B14F-4D97-AF65-F5344CB8AC3E}">
        <p14:creationId xmlns:p14="http://schemas.microsoft.com/office/powerpoint/2010/main" val="2951854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A77BD-E65B-48B8-52CC-E954CFB19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2D5B4C-38D3-5E21-B218-A4FF9AE36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rgbClr val="000000"/>
                </a:solidFill>
              </a:rPr>
              <a:t>Observe as incoerências escritas no parágrafo abaixo sobre o tópico frasal: </a:t>
            </a:r>
            <a:r>
              <a:rPr lang="pt-BR" sz="2400" b="1" i="0" dirty="0">
                <a:solidFill>
                  <a:srgbClr val="000000"/>
                </a:solidFill>
                <a:effectLst/>
              </a:rPr>
              <a:t>O futebol </a:t>
            </a:r>
            <a:r>
              <a:rPr lang="pt-BR" sz="2400" dirty="0">
                <a:solidFill>
                  <a:srgbClr val="000000"/>
                </a:solidFill>
              </a:rPr>
              <a:t>e reescreva-o de forma coerente estabelecendo três ideias secundárias.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pt-BR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pt-BR" sz="2400" dirty="0">
                <a:solidFill>
                  <a:srgbClr val="000000"/>
                </a:solidFill>
              </a:rPr>
              <a:t>O futebol é jogado com muitos jogadores que às vezes não sabem onde está a bola, porque o campo tem grama e torcida grita, e quando o juiz apita é porque o gol foi anulado ou o cachorro entrou em campo. Os times ganham quando o tempo acaba e ninguém sabe por quê, mas às vezes empata mesmo que tenha mais gols de um lado. A bola é redonda porque tem que correr rápido, senão o técnico troca o uniforme e a partida termina antes de começar.</a:t>
            </a:r>
          </a:p>
        </p:txBody>
      </p:sp>
    </p:spTree>
    <p:extLst>
      <p:ext uri="{BB962C8B-B14F-4D97-AF65-F5344CB8AC3E}">
        <p14:creationId xmlns:p14="http://schemas.microsoft.com/office/powerpoint/2010/main" val="33684100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509</Words>
  <Application>Microsoft Office PowerPoint</Application>
  <PresentationFormat>Widescreen</PresentationFormat>
  <Paragraphs>17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ATIVIDADE</vt:lpstr>
      <vt:lpstr>ATIVIDADE</vt:lpstr>
      <vt:lpstr>ATIVIDADE</vt:lpstr>
      <vt:lpstr>ATIVIDADE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Gabriela Viana</dc:creator>
  <cp:lastModifiedBy>Gabriela Viana</cp:lastModifiedBy>
  <cp:revision>5</cp:revision>
  <dcterms:created xsi:type="dcterms:W3CDTF">2024-06-19T14:10:16Z</dcterms:created>
  <dcterms:modified xsi:type="dcterms:W3CDTF">2025-04-22T16:50:06Z</dcterms:modified>
</cp:coreProperties>
</file>