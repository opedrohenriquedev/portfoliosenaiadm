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4" r:id="rId18"/>
    <p:sldId id="271" r:id="rId19"/>
    <p:sldId id="272" r:id="rId20"/>
    <p:sldId id="275" r:id="rId21"/>
    <p:sldId id="276" r:id="rId22"/>
    <p:sldId id="277" r:id="rId23"/>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ADF7C0-71C5-7913-F040-C146B84E6A9A}"/>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2D76F941-CBE3-425D-A1BA-EB1CA785C4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607B1B9C-E1CE-B959-097A-E5EBCD038353}"/>
              </a:ext>
            </a:extLst>
          </p:cNvPr>
          <p:cNvSpPr>
            <a:spLocks noGrp="1"/>
          </p:cNvSpPr>
          <p:nvPr>
            <p:ph type="dt" sz="half" idx="10"/>
          </p:nvPr>
        </p:nvSpPr>
        <p:spPr/>
        <p:txBody>
          <a:bodyPr/>
          <a:lstStyle/>
          <a:p>
            <a:fld id="{3DB1A647-1384-408A-B17C-C5E794ED570B}" type="datetimeFigureOut">
              <a:rPr lang="pt-BR" smtClean="0"/>
              <a:t>24/03/2025</a:t>
            </a:fld>
            <a:endParaRPr lang="pt-BR"/>
          </a:p>
        </p:txBody>
      </p:sp>
      <p:sp>
        <p:nvSpPr>
          <p:cNvPr id="5" name="Espaço Reservado para Rodapé 4">
            <a:extLst>
              <a:ext uri="{FF2B5EF4-FFF2-40B4-BE49-F238E27FC236}">
                <a16:creationId xmlns:a16="http://schemas.microsoft.com/office/drawing/2014/main" id="{00396D26-000B-507D-5484-1D69475009BD}"/>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9CD5E530-DFC5-34AB-C306-20780940057D}"/>
              </a:ext>
            </a:extLst>
          </p:cNvPr>
          <p:cNvSpPr>
            <a:spLocks noGrp="1"/>
          </p:cNvSpPr>
          <p:nvPr>
            <p:ph type="sldNum" sz="quarter" idx="12"/>
          </p:nvPr>
        </p:nvSpPr>
        <p:spPr/>
        <p:txBody>
          <a:bodyPr/>
          <a:lstStyle/>
          <a:p>
            <a:fld id="{A13BABA9-1423-4124-869A-8C0251F60008}" type="slidenum">
              <a:rPr lang="pt-BR" smtClean="0"/>
              <a:t>‹nº›</a:t>
            </a:fld>
            <a:endParaRPr lang="pt-BR"/>
          </a:p>
        </p:txBody>
      </p:sp>
    </p:spTree>
    <p:extLst>
      <p:ext uri="{BB962C8B-B14F-4D97-AF65-F5344CB8AC3E}">
        <p14:creationId xmlns:p14="http://schemas.microsoft.com/office/powerpoint/2010/main" val="2112148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C8FF56-2FC7-F63B-AD17-5CE7288BEE22}"/>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0162CD45-7DE9-3C10-9499-9A1FD256F18D}"/>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EDBB94BD-9BFB-3D00-E891-526D29712702}"/>
              </a:ext>
            </a:extLst>
          </p:cNvPr>
          <p:cNvSpPr>
            <a:spLocks noGrp="1"/>
          </p:cNvSpPr>
          <p:nvPr>
            <p:ph type="dt" sz="half" idx="10"/>
          </p:nvPr>
        </p:nvSpPr>
        <p:spPr/>
        <p:txBody>
          <a:bodyPr/>
          <a:lstStyle/>
          <a:p>
            <a:fld id="{3DB1A647-1384-408A-B17C-C5E794ED570B}" type="datetimeFigureOut">
              <a:rPr lang="pt-BR" smtClean="0"/>
              <a:t>24/03/2025</a:t>
            </a:fld>
            <a:endParaRPr lang="pt-BR"/>
          </a:p>
        </p:txBody>
      </p:sp>
      <p:sp>
        <p:nvSpPr>
          <p:cNvPr id="5" name="Espaço Reservado para Rodapé 4">
            <a:extLst>
              <a:ext uri="{FF2B5EF4-FFF2-40B4-BE49-F238E27FC236}">
                <a16:creationId xmlns:a16="http://schemas.microsoft.com/office/drawing/2014/main" id="{26B9A26F-E362-FCC3-9BC2-0F27C486113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DB380966-2862-B905-8111-F3712ED8348F}"/>
              </a:ext>
            </a:extLst>
          </p:cNvPr>
          <p:cNvSpPr>
            <a:spLocks noGrp="1"/>
          </p:cNvSpPr>
          <p:nvPr>
            <p:ph type="sldNum" sz="quarter" idx="12"/>
          </p:nvPr>
        </p:nvSpPr>
        <p:spPr/>
        <p:txBody>
          <a:bodyPr/>
          <a:lstStyle/>
          <a:p>
            <a:fld id="{A13BABA9-1423-4124-869A-8C0251F60008}" type="slidenum">
              <a:rPr lang="pt-BR" smtClean="0"/>
              <a:t>‹nº›</a:t>
            </a:fld>
            <a:endParaRPr lang="pt-BR"/>
          </a:p>
        </p:txBody>
      </p:sp>
    </p:spTree>
    <p:extLst>
      <p:ext uri="{BB962C8B-B14F-4D97-AF65-F5344CB8AC3E}">
        <p14:creationId xmlns:p14="http://schemas.microsoft.com/office/powerpoint/2010/main" val="22747264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713A38-16BD-4EF4-D897-2382EBBE52E0}"/>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C8DA2449-5839-E092-57B6-BA3DFB1D215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0962A35E-045A-8E7A-EE72-2979B21798AC}"/>
              </a:ext>
            </a:extLst>
          </p:cNvPr>
          <p:cNvSpPr>
            <a:spLocks noGrp="1"/>
          </p:cNvSpPr>
          <p:nvPr>
            <p:ph type="dt" sz="half" idx="10"/>
          </p:nvPr>
        </p:nvSpPr>
        <p:spPr/>
        <p:txBody>
          <a:bodyPr/>
          <a:lstStyle/>
          <a:p>
            <a:fld id="{3DB1A647-1384-408A-B17C-C5E794ED570B}" type="datetimeFigureOut">
              <a:rPr lang="pt-BR" smtClean="0"/>
              <a:t>24/03/2025</a:t>
            </a:fld>
            <a:endParaRPr lang="pt-BR"/>
          </a:p>
        </p:txBody>
      </p:sp>
      <p:sp>
        <p:nvSpPr>
          <p:cNvPr id="5" name="Espaço Reservado para Rodapé 4">
            <a:extLst>
              <a:ext uri="{FF2B5EF4-FFF2-40B4-BE49-F238E27FC236}">
                <a16:creationId xmlns:a16="http://schemas.microsoft.com/office/drawing/2014/main" id="{AF1C4FA1-9A20-EB37-B330-2A92F68F2AE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ACC9F381-1534-EC50-0F4B-8BE15D23C252}"/>
              </a:ext>
            </a:extLst>
          </p:cNvPr>
          <p:cNvSpPr>
            <a:spLocks noGrp="1"/>
          </p:cNvSpPr>
          <p:nvPr>
            <p:ph type="sldNum" sz="quarter" idx="12"/>
          </p:nvPr>
        </p:nvSpPr>
        <p:spPr/>
        <p:txBody>
          <a:bodyPr/>
          <a:lstStyle/>
          <a:p>
            <a:fld id="{A13BABA9-1423-4124-869A-8C0251F60008}" type="slidenum">
              <a:rPr lang="pt-BR" smtClean="0"/>
              <a:t>‹nº›</a:t>
            </a:fld>
            <a:endParaRPr lang="pt-BR"/>
          </a:p>
        </p:txBody>
      </p:sp>
    </p:spTree>
    <p:extLst>
      <p:ext uri="{BB962C8B-B14F-4D97-AF65-F5344CB8AC3E}">
        <p14:creationId xmlns:p14="http://schemas.microsoft.com/office/powerpoint/2010/main" val="3084601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F04308-ECA2-E0DE-77A8-0847905C45DB}"/>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BD08915-6951-0708-B694-73E11A1251F8}"/>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5C8D3877-77DF-EE35-8765-C2FCF0C75AF2}"/>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E094750E-7748-7D46-37A9-F0345D37E9FE}"/>
              </a:ext>
            </a:extLst>
          </p:cNvPr>
          <p:cNvSpPr>
            <a:spLocks noGrp="1"/>
          </p:cNvSpPr>
          <p:nvPr>
            <p:ph type="dt" sz="half" idx="10"/>
          </p:nvPr>
        </p:nvSpPr>
        <p:spPr/>
        <p:txBody>
          <a:bodyPr/>
          <a:lstStyle/>
          <a:p>
            <a:fld id="{3DB1A647-1384-408A-B17C-C5E794ED570B}" type="datetimeFigureOut">
              <a:rPr lang="pt-BR" smtClean="0"/>
              <a:t>24/03/2025</a:t>
            </a:fld>
            <a:endParaRPr lang="pt-BR"/>
          </a:p>
        </p:txBody>
      </p:sp>
      <p:sp>
        <p:nvSpPr>
          <p:cNvPr id="6" name="Espaço Reservado para Rodapé 5">
            <a:extLst>
              <a:ext uri="{FF2B5EF4-FFF2-40B4-BE49-F238E27FC236}">
                <a16:creationId xmlns:a16="http://schemas.microsoft.com/office/drawing/2014/main" id="{AD53286A-A5BE-80E8-E01A-2949EF047274}"/>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A048FB75-68AB-9BB5-8C58-5D1F8EA15C40}"/>
              </a:ext>
            </a:extLst>
          </p:cNvPr>
          <p:cNvSpPr>
            <a:spLocks noGrp="1"/>
          </p:cNvSpPr>
          <p:nvPr>
            <p:ph type="sldNum" sz="quarter" idx="12"/>
          </p:nvPr>
        </p:nvSpPr>
        <p:spPr/>
        <p:txBody>
          <a:bodyPr/>
          <a:lstStyle/>
          <a:p>
            <a:fld id="{A13BABA9-1423-4124-869A-8C0251F60008}" type="slidenum">
              <a:rPr lang="pt-BR" smtClean="0"/>
              <a:t>‹nº›</a:t>
            </a:fld>
            <a:endParaRPr lang="pt-BR"/>
          </a:p>
        </p:txBody>
      </p:sp>
    </p:spTree>
    <p:extLst>
      <p:ext uri="{BB962C8B-B14F-4D97-AF65-F5344CB8AC3E}">
        <p14:creationId xmlns:p14="http://schemas.microsoft.com/office/powerpoint/2010/main" val="3487915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F11702-AFF6-5EA5-DE7F-353480676314}"/>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62F4E831-69F7-7C19-6758-0605FD548F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E01A5D89-2920-4FDF-A37F-D4B90AF4616D}"/>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24D2E0A4-4C74-4A20-44E8-706C5231F2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CC0ABF33-60A4-77B7-ED56-E3D54160DBCD}"/>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A89FF25A-4717-BE46-684E-6CBEFC4A9981}"/>
              </a:ext>
            </a:extLst>
          </p:cNvPr>
          <p:cNvSpPr>
            <a:spLocks noGrp="1"/>
          </p:cNvSpPr>
          <p:nvPr>
            <p:ph type="dt" sz="half" idx="10"/>
          </p:nvPr>
        </p:nvSpPr>
        <p:spPr/>
        <p:txBody>
          <a:bodyPr/>
          <a:lstStyle/>
          <a:p>
            <a:fld id="{3DB1A647-1384-408A-B17C-C5E794ED570B}" type="datetimeFigureOut">
              <a:rPr lang="pt-BR" smtClean="0"/>
              <a:t>24/03/2025</a:t>
            </a:fld>
            <a:endParaRPr lang="pt-BR"/>
          </a:p>
        </p:txBody>
      </p:sp>
      <p:sp>
        <p:nvSpPr>
          <p:cNvPr id="8" name="Espaço Reservado para Rodapé 7">
            <a:extLst>
              <a:ext uri="{FF2B5EF4-FFF2-40B4-BE49-F238E27FC236}">
                <a16:creationId xmlns:a16="http://schemas.microsoft.com/office/drawing/2014/main" id="{98970642-0C74-6C61-3679-0976B967AA25}"/>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6050EE51-E854-373E-0BA1-54D0B36B126C}"/>
              </a:ext>
            </a:extLst>
          </p:cNvPr>
          <p:cNvSpPr>
            <a:spLocks noGrp="1"/>
          </p:cNvSpPr>
          <p:nvPr>
            <p:ph type="sldNum" sz="quarter" idx="12"/>
          </p:nvPr>
        </p:nvSpPr>
        <p:spPr/>
        <p:txBody>
          <a:bodyPr/>
          <a:lstStyle/>
          <a:p>
            <a:fld id="{A13BABA9-1423-4124-869A-8C0251F60008}" type="slidenum">
              <a:rPr lang="pt-BR" smtClean="0"/>
              <a:t>‹nº›</a:t>
            </a:fld>
            <a:endParaRPr lang="pt-BR"/>
          </a:p>
        </p:txBody>
      </p:sp>
    </p:spTree>
    <p:extLst>
      <p:ext uri="{BB962C8B-B14F-4D97-AF65-F5344CB8AC3E}">
        <p14:creationId xmlns:p14="http://schemas.microsoft.com/office/powerpoint/2010/main" val="1235351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FFC813-4F73-D93D-DAF5-C5888ABE11C1}"/>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EE3A5A6A-2CBE-ACF0-607D-E6949524602D}"/>
              </a:ext>
            </a:extLst>
          </p:cNvPr>
          <p:cNvSpPr>
            <a:spLocks noGrp="1"/>
          </p:cNvSpPr>
          <p:nvPr>
            <p:ph type="dt" sz="half" idx="10"/>
          </p:nvPr>
        </p:nvSpPr>
        <p:spPr/>
        <p:txBody>
          <a:bodyPr/>
          <a:lstStyle/>
          <a:p>
            <a:fld id="{3DB1A647-1384-408A-B17C-C5E794ED570B}" type="datetimeFigureOut">
              <a:rPr lang="pt-BR" smtClean="0"/>
              <a:t>24/03/2025</a:t>
            </a:fld>
            <a:endParaRPr lang="pt-BR"/>
          </a:p>
        </p:txBody>
      </p:sp>
      <p:sp>
        <p:nvSpPr>
          <p:cNvPr id="4" name="Espaço Reservado para Rodapé 3">
            <a:extLst>
              <a:ext uri="{FF2B5EF4-FFF2-40B4-BE49-F238E27FC236}">
                <a16:creationId xmlns:a16="http://schemas.microsoft.com/office/drawing/2014/main" id="{CEDE1D53-E2D1-4A2C-8A5A-8ABB3A0E266E}"/>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A9F1CF65-1448-6BF2-1298-07C1E622A24B}"/>
              </a:ext>
            </a:extLst>
          </p:cNvPr>
          <p:cNvSpPr>
            <a:spLocks noGrp="1"/>
          </p:cNvSpPr>
          <p:nvPr>
            <p:ph type="sldNum" sz="quarter" idx="12"/>
          </p:nvPr>
        </p:nvSpPr>
        <p:spPr/>
        <p:txBody>
          <a:bodyPr/>
          <a:lstStyle/>
          <a:p>
            <a:fld id="{A13BABA9-1423-4124-869A-8C0251F60008}" type="slidenum">
              <a:rPr lang="pt-BR" smtClean="0"/>
              <a:t>‹nº›</a:t>
            </a:fld>
            <a:endParaRPr lang="pt-BR"/>
          </a:p>
        </p:txBody>
      </p:sp>
    </p:spTree>
    <p:extLst>
      <p:ext uri="{BB962C8B-B14F-4D97-AF65-F5344CB8AC3E}">
        <p14:creationId xmlns:p14="http://schemas.microsoft.com/office/powerpoint/2010/main" val="1729597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0EA41DC4-DD49-423C-3DC6-55AA03DB16A7}"/>
              </a:ext>
            </a:extLst>
          </p:cNvPr>
          <p:cNvSpPr>
            <a:spLocks noGrp="1"/>
          </p:cNvSpPr>
          <p:nvPr>
            <p:ph type="dt" sz="half" idx="10"/>
          </p:nvPr>
        </p:nvSpPr>
        <p:spPr/>
        <p:txBody>
          <a:bodyPr/>
          <a:lstStyle/>
          <a:p>
            <a:fld id="{3DB1A647-1384-408A-B17C-C5E794ED570B}" type="datetimeFigureOut">
              <a:rPr lang="pt-BR" smtClean="0"/>
              <a:t>24/03/2025</a:t>
            </a:fld>
            <a:endParaRPr lang="pt-BR"/>
          </a:p>
        </p:txBody>
      </p:sp>
      <p:sp>
        <p:nvSpPr>
          <p:cNvPr id="3" name="Espaço Reservado para Rodapé 2">
            <a:extLst>
              <a:ext uri="{FF2B5EF4-FFF2-40B4-BE49-F238E27FC236}">
                <a16:creationId xmlns:a16="http://schemas.microsoft.com/office/drawing/2014/main" id="{532F36D8-4898-A518-D01A-EDC9F53A401D}"/>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2A403BED-6102-20DE-FEC5-F93846F957BF}"/>
              </a:ext>
            </a:extLst>
          </p:cNvPr>
          <p:cNvSpPr>
            <a:spLocks noGrp="1"/>
          </p:cNvSpPr>
          <p:nvPr>
            <p:ph type="sldNum" sz="quarter" idx="12"/>
          </p:nvPr>
        </p:nvSpPr>
        <p:spPr/>
        <p:txBody>
          <a:bodyPr/>
          <a:lstStyle/>
          <a:p>
            <a:fld id="{A13BABA9-1423-4124-869A-8C0251F60008}" type="slidenum">
              <a:rPr lang="pt-BR" smtClean="0"/>
              <a:t>‹nº›</a:t>
            </a:fld>
            <a:endParaRPr lang="pt-BR"/>
          </a:p>
        </p:txBody>
      </p:sp>
    </p:spTree>
    <p:extLst>
      <p:ext uri="{BB962C8B-B14F-4D97-AF65-F5344CB8AC3E}">
        <p14:creationId xmlns:p14="http://schemas.microsoft.com/office/powerpoint/2010/main" val="894821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83E49A-44C8-E528-5868-DDBF2FD81524}"/>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2187E230-3AFA-83E6-CD1E-ACD8EC15B1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9A4C12EE-09A0-3CCC-7461-29617FA381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018305D1-A1E1-2829-4A9F-AF7E912F86C6}"/>
              </a:ext>
            </a:extLst>
          </p:cNvPr>
          <p:cNvSpPr>
            <a:spLocks noGrp="1"/>
          </p:cNvSpPr>
          <p:nvPr>
            <p:ph type="dt" sz="half" idx="10"/>
          </p:nvPr>
        </p:nvSpPr>
        <p:spPr/>
        <p:txBody>
          <a:bodyPr/>
          <a:lstStyle/>
          <a:p>
            <a:fld id="{3DB1A647-1384-408A-B17C-C5E794ED570B}" type="datetimeFigureOut">
              <a:rPr lang="pt-BR" smtClean="0"/>
              <a:t>24/03/2025</a:t>
            </a:fld>
            <a:endParaRPr lang="pt-BR"/>
          </a:p>
        </p:txBody>
      </p:sp>
      <p:sp>
        <p:nvSpPr>
          <p:cNvPr id="6" name="Espaço Reservado para Rodapé 5">
            <a:extLst>
              <a:ext uri="{FF2B5EF4-FFF2-40B4-BE49-F238E27FC236}">
                <a16:creationId xmlns:a16="http://schemas.microsoft.com/office/drawing/2014/main" id="{34C10810-DDF1-2C32-2E71-0E5E3397D1E1}"/>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50ED2194-795F-14F7-5286-7273B6DF024E}"/>
              </a:ext>
            </a:extLst>
          </p:cNvPr>
          <p:cNvSpPr>
            <a:spLocks noGrp="1"/>
          </p:cNvSpPr>
          <p:nvPr>
            <p:ph type="sldNum" sz="quarter" idx="12"/>
          </p:nvPr>
        </p:nvSpPr>
        <p:spPr/>
        <p:txBody>
          <a:bodyPr/>
          <a:lstStyle/>
          <a:p>
            <a:fld id="{A13BABA9-1423-4124-869A-8C0251F60008}" type="slidenum">
              <a:rPr lang="pt-BR" smtClean="0"/>
              <a:t>‹nº›</a:t>
            </a:fld>
            <a:endParaRPr lang="pt-BR"/>
          </a:p>
        </p:txBody>
      </p:sp>
    </p:spTree>
    <p:extLst>
      <p:ext uri="{BB962C8B-B14F-4D97-AF65-F5344CB8AC3E}">
        <p14:creationId xmlns:p14="http://schemas.microsoft.com/office/powerpoint/2010/main" val="3528949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DB79B6-5B13-D900-6FAC-B8044ED6B50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D587ED37-9ED5-E863-6449-B57A91E6D1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E90465A8-F1A3-AEF3-46CD-144D3EFA70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4C12645C-389F-EC43-2E8B-C41BD113AA24}"/>
              </a:ext>
            </a:extLst>
          </p:cNvPr>
          <p:cNvSpPr>
            <a:spLocks noGrp="1"/>
          </p:cNvSpPr>
          <p:nvPr>
            <p:ph type="dt" sz="half" idx="10"/>
          </p:nvPr>
        </p:nvSpPr>
        <p:spPr/>
        <p:txBody>
          <a:bodyPr/>
          <a:lstStyle/>
          <a:p>
            <a:fld id="{3DB1A647-1384-408A-B17C-C5E794ED570B}" type="datetimeFigureOut">
              <a:rPr lang="pt-BR" smtClean="0"/>
              <a:t>24/03/2025</a:t>
            </a:fld>
            <a:endParaRPr lang="pt-BR"/>
          </a:p>
        </p:txBody>
      </p:sp>
      <p:sp>
        <p:nvSpPr>
          <p:cNvPr id="6" name="Espaço Reservado para Rodapé 5">
            <a:extLst>
              <a:ext uri="{FF2B5EF4-FFF2-40B4-BE49-F238E27FC236}">
                <a16:creationId xmlns:a16="http://schemas.microsoft.com/office/drawing/2014/main" id="{3F4A5878-02A9-33B8-3827-3969BFAFD3A0}"/>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9E70A277-092B-2632-FAC0-5E811ADC5F4D}"/>
              </a:ext>
            </a:extLst>
          </p:cNvPr>
          <p:cNvSpPr>
            <a:spLocks noGrp="1"/>
          </p:cNvSpPr>
          <p:nvPr>
            <p:ph type="sldNum" sz="quarter" idx="12"/>
          </p:nvPr>
        </p:nvSpPr>
        <p:spPr/>
        <p:txBody>
          <a:bodyPr/>
          <a:lstStyle/>
          <a:p>
            <a:fld id="{A13BABA9-1423-4124-869A-8C0251F60008}" type="slidenum">
              <a:rPr lang="pt-BR" smtClean="0"/>
              <a:t>‹nº›</a:t>
            </a:fld>
            <a:endParaRPr lang="pt-BR"/>
          </a:p>
        </p:txBody>
      </p:sp>
    </p:spTree>
    <p:extLst>
      <p:ext uri="{BB962C8B-B14F-4D97-AF65-F5344CB8AC3E}">
        <p14:creationId xmlns:p14="http://schemas.microsoft.com/office/powerpoint/2010/main" val="52988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FC3D13-FE9C-8467-560A-C91C5DA9C9EF}"/>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265B4AB7-4582-65F1-839D-94EAA7C4EA05}"/>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708923D-D175-76A7-90E9-A24895C0A403}"/>
              </a:ext>
            </a:extLst>
          </p:cNvPr>
          <p:cNvSpPr>
            <a:spLocks noGrp="1"/>
          </p:cNvSpPr>
          <p:nvPr>
            <p:ph type="dt" sz="half" idx="10"/>
          </p:nvPr>
        </p:nvSpPr>
        <p:spPr/>
        <p:txBody>
          <a:bodyPr/>
          <a:lstStyle/>
          <a:p>
            <a:fld id="{3DB1A647-1384-408A-B17C-C5E794ED570B}" type="datetimeFigureOut">
              <a:rPr lang="pt-BR" smtClean="0"/>
              <a:t>24/03/2025</a:t>
            </a:fld>
            <a:endParaRPr lang="pt-BR"/>
          </a:p>
        </p:txBody>
      </p:sp>
      <p:sp>
        <p:nvSpPr>
          <p:cNvPr id="5" name="Espaço Reservado para Rodapé 4">
            <a:extLst>
              <a:ext uri="{FF2B5EF4-FFF2-40B4-BE49-F238E27FC236}">
                <a16:creationId xmlns:a16="http://schemas.microsoft.com/office/drawing/2014/main" id="{F4848CEB-B6CD-CB00-DDB2-00813C516B2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99C82FFE-344E-17DD-D298-CEC44E64EE0C}"/>
              </a:ext>
            </a:extLst>
          </p:cNvPr>
          <p:cNvSpPr>
            <a:spLocks noGrp="1"/>
          </p:cNvSpPr>
          <p:nvPr>
            <p:ph type="sldNum" sz="quarter" idx="12"/>
          </p:nvPr>
        </p:nvSpPr>
        <p:spPr/>
        <p:txBody>
          <a:bodyPr/>
          <a:lstStyle/>
          <a:p>
            <a:fld id="{A13BABA9-1423-4124-869A-8C0251F60008}" type="slidenum">
              <a:rPr lang="pt-BR" smtClean="0"/>
              <a:t>‹nº›</a:t>
            </a:fld>
            <a:endParaRPr lang="pt-BR"/>
          </a:p>
        </p:txBody>
      </p:sp>
    </p:spTree>
    <p:extLst>
      <p:ext uri="{BB962C8B-B14F-4D97-AF65-F5344CB8AC3E}">
        <p14:creationId xmlns:p14="http://schemas.microsoft.com/office/powerpoint/2010/main" val="12115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0E7BF0C-814B-33A1-B151-101ABF431E01}"/>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E17B9B06-ACEF-4473-5255-905693FEBC3B}"/>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E26B423-6DF0-D978-4A14-B92BD5AF1B94}"/>
              </a:ext>
            </a:extLst>
          </p:cNvPr>
          <p:cNvSpPr>
            <a:spLocks noGrp="1"/>
          </p:cNvSpPr>
          <p:nvPr>
            <p:ph type="dt" sz="half" idx="10"/>
          </p:nvPr>
        </p:nvSpPr>
        <p:spPr/>
        <p:txBody>
          <a:bodyPr/>
          <a:lstStyle/>
          <a:p>
            <a:fld id="{3DB1A647-1384-408A-B17C-C5E794ED570B}" type="datetimeFigureOut">
              <a:rPr lang="pt-BR" smtClean="0"/>
              <a:t>24/03/2025</a:t>
            </a:fld>
            <a:endParaRPr lang="pt-BR"/>
          </a:p>
        </p:txBody>
      </p:sp>
      <p:sp>
        <p:nvSpPr>
          <p:cNvPr id="5" name="Espaço Reservado para Rodapé 4">
            <a:extLst>
              <a:ext uri="{FF2B5EF4-FFF2-40B4-BE49-F238E27FC236}">
                <a16:creationId xmlns:a16="http://schemas.microsoft.com/office/drawing/2014/main" id="{905DC21C-4F10-F233-861C-4F08289905A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24EEDABC-D8B7-B341-6B2E-CC3E2D532780}"/>
              </a:ext>
            </a:extLst>
          </p:cNvPr>
          <p:cNvSpPr>
            <a:spLocks noGrp="1"/>
          </p:cNvSpPr>
          <p:nvPr>
            <p:ph type="sldNum" sz="quarter" idx="12"/>
          </p:nvPr>
        </p:nvSpPr>
        <p:spPr/>
        <p:txBody>
          <a:bodyPr/>
          <a:lstStyle/>
          <a:p>
            <a:fld id="{A13BABA9-1423-4124-869A-8C0251F60008}" type="slidenum">
              <a:rPr lang="pt-BR" smtClean="0"/>
              <a:t>‹nº›</a:t>
            </a:fld>
            <a:endParaRPr lang="pt-BR"/>
          </a:p>
        </p:txBody>
      </p:sp>
    </p:spTree>
    <p:extLst>
      <p:ext uri="{BB962C8B-B14F-4D97-AF65-F5344CB8AC3E}">
        <p14:creationId xmlns:p14="http://schemas.microsoft.com/office/powerpoint/2010/main" val="3555354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FEDC28BE-0A7D-207C-8C83-085D73AE18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628CF38D-4397-3913-6AC5-5BF6195C31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6FC24404-38E0-ECB0-A26B-DDD36722CC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B1A647-1384-408A-B17C-C5E794ED570B}" type="datetimeFigureOut">
              <a:rPr lang="pt-BR" smtClean="0"/>
              <a:t>24/03/2025</a:t>
            </a:fld>
            <a:endParaRPr lang="pt-BR"/>
          </a:p>
        </p:txBody>
      </p:sp>
      <p:sp>
        <p:nvSpPr>
          <p:cNvPr id="5" name="Espaço Reservado para Rodapé 4">
            <a:extLst>
              <a:ext uri="{FF2B5EF4-FFF2-40B4-BE49-F238E27FC236}">
                <a16:creationId xmlns:a16="http://schemas.microsoft.com/office/drawing/2014/main" id="{691D8797-0CC0-5406-BA42-5796C9B490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0DC5F0A1-B42A-4024-CB95-696E85E888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3BABA9-1423-4124-869A-8C0251F60008}" type="slidenum">
              <a:rPr lang="pt-BR" smtClean="0"/>
              <a:t>‹nº›</a:t>
            </a:fld>
            <a:endParaRPr lang="pt-BR"/>
          </a:p>
        </p:txBody>
      </p:sp>
    </p:spTree>
    <p:extLst>
      <p:ext uri="{BB962C8B-B14F-4D97-AF65-F5344CB8AC3E}">
        <p14:creationId xmlns:p14="http://schemas.microsoft.com/office/powerpoint/2010/main" val="27856283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43114F-FF2A-1B8D-4831-971C80D2B2C2}"/>
              </a:ext>
            </a:extLst>
          </p:cNvPr>
          <p:cNvSpPr>
            <a:spLocks noGrp="1"/>
          </p:cNvSpPr>
          <p:nvPr>
            <p:ph type="ctrTitle"/>
          </p:nvPr>
        </p:nvSpPr>
        <p:spPr/>
        <p:txBody>
          <a:bodyPr/>
          <a:lstStyle/>
          <a:p>
            <a:endParaRPr lang="pt-BR"/>
          </a:p>
        </p:txBody>
      </p:sp>
      <p:sp>
        <p:nvSpPr>
          <p:cNvPr id="3" name="Subtítulo 2">
            <a:extLst>
              <a:ext uri="{FF2B5EF4-FFF2-40B4-BE49-F238E27FC236}">
                <a16:creationId xmlns:a16="http://schemas.microsoft.com/office/drawing/2014/main" id="{067CFE43-CB81-FCD8-ECB5-EAF86558C1F9}"/>
              </a:ext>
            </a:extLst>
          </p:cNvPr>
          <p:cNvSpPr>
            <a:spLocks noGrp="1"/>
          </p:cNvSpPr>
          <p:nvPr>
            <p:ph type="subTitle" idx="1"/>
          </p:nvPr>
        </p:nvSpPr>
        <p:spPr/>
        <p:txBody>
          <a:bodyPr/>
          <a:lstStyle/>
          <a:p>
            <a:endParaRPr lang="pt-BR"/>
          </a:p>
        </p:txBody>
      </p:sp>
      <p:pic>
        <p:nvPicPr>
          <p:cNvPr id="5" name="Imagem 4">
            <a:extLst>
              <a:ext uri="{FF2B5EF4-FFF2-40B4-BE49-F238E27FC236}">
                <a16:creationId xmlns:a16="http://schemas.microsoft.com/office/drawing/2014/main" id="{5F9294D1-2C59-FB34-856C-C97AA97E8E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17707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697319-D8D0-6F70-372E-A6FAECA53530}"/>
              </a:ext>
            </a:extLst>
          </p:cNvPr>
          <p:cNvSpPr>
            <a:spLocks noGrp="1"/>
          </p:cNvSpPr>
          <p:nvPr>
            <p:ph type="title"/>
          </p:nvPr>
        </p:nvSpPr>
        <p:spPr/>
        <p:txBody>
          <a:bodyPr/>
          <a:lstStyle/>
          <a:p>
            <a:endParaRPr lang="pt-BR"/>
          </a:p>
        </p:txBody>
      </p:sp>
      <p:pic>
        <p:nvPicPr>
          <p:cNvPr id="5" name="Espaço Reservado para Conteúdo 4">
            <a:extLst>
              <a:ext uri="{FF2B5EF4-FFF2-40B4-BE49-F238E27FC236}">
                <a16:creationId xmlns:a16="http://schemas.microsoft.com/office/drawing/2014/main" id="{6143ED3E-94EB-5950-14C1-2E6164DA99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1506528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9BAB26-F851-CF8C-9814-C2C98DAC6622}"/>
              </a:ext>
            </a:extLst>
          </p:cNvPr>
          <p:cNvSpPr>
            <a:spLocks noGrp="1"/>
          </p:cNvSpPr>
          <p:nvPr>
            <p:ph type="title"/>
          </p:nvPr>
        </p:nvSpPr>
        <p:spPr/>
        <p:txBody>
          <a:bodyPr/>
          <a:lstStyle/>
          <a:p>
            <a:endParaRPr lang="pt-BR"/>
          </a:p>
        </p:txBody>
      </p:sp>
      <p:pic>
        <p:nvPicPr>
          <p:cNvPr id="5" name="Espaço Reservado para Conteúdo 4">
            <a:extLst>
              <a:ext uri="{FF2B5EF4-FFF2-40B4-BE49-F238E27FC236}">
                <a16:creationId xmlns:a16="http://schemas.microsoft.com/office/drawing/2014/main" id="{0C2815A2-9207-DCFE-EDB2-B9EF7E4543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2943897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82E5A0-45BD-5289-ADE0-B8994C320C0C}"/>
              </a:ext>
            </a:extLst>
          </p:cNvPr>
          <p:cNvSpPr>
            <a:spLocks noGrp="1"/>
          </p:cNvSpPr>
          <p:nvPr>
            <p:ph type="title"/>
          </p:nvPr>
        </p:nvSpPr>
        <p:spPr/>
        <p:txBody>
          <a:bodyPr/>
          <a:lstStyle/>
          <a:p>
            <a:endParaRPr lang="pt-BR"/>
          </a:p>
        </p:txBody>
      </p:sp>
      <p:pic>
        <p:nvPicPr>
          <p:cNvPr id="5" name="Espaço Reservado para Conteúdo 4">
            <a:extLst>
              <a:ext uri="{FF2B5EF4-FFF2-40B4-BE49-F238E27FC236}">
                <a16:creationId xmlns:a16="http://schemas.microsoft.com/office/drawing/2014/main" id="{9F13B822-8B79-F417-3844-33120565E8C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2090917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EBBF17-0B6D-B936-2DFD-EBEB8713DB5A}"/>
              </a:ext>
            </a:extLst>
          </p:cNvPr>
          <p:cNvSpPr>
            <a:spLocks noGrp="1"/>
          </p:cNvSpPr>
          <p:nvPr>
            <p:ph type="title"/>
          </p:nvPr>
        </p:nvSpPr>
        <p:spPr/>
        <p:txBody>
          <a:bodyPr/>
          <a:lstStyle/>
          <a:p>
            <a:endParaRPr lang="pt-BR"/>
          </a:p>
        </p:txBody>
      </p:sp>
      <p:pic>
        <p:nvPicPr>
          <p:cNvPr id="5" name="Espaço Reservado para Conteúdo 4">
            <a:extLst>
              <a:ext uri="{FF2B5EF4-FFF2-40B4-BE49-F238E27FC236}">
                <a16:creationId xmlns:a16="http://schemas.microsoft.com/office/drawing/2014/main" id="{F2AA8B61-6DFE-A33E-29F9-E4D9C0FEF01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3541292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B32663-2E43-2E13-C015-08C6FD3A2142}"/>
              </a:ext>
            </a:extLst>
          </p:cNvPr>
          <p:cNvSpPr>
            <a:spLocks noGrp="1"/>
          </p:cNvSpPr>
          <p:nvPr>
            <p:ph type="title"/>
          </p:nvPr>
        </p:nvSpPr>
        <p:spPr/>
        <p:txBody>
          <a:bodyPr/>
          <a:lstStyle/>
          <a:p>
            <a:endParaRPr lang="pt-BR"/>
          </a:p>
        </p:txBody>
      </p:sp>
      <p:pic>
        <p:nvPicPr>
          <p:cNvPr id="5" name="Espaço Reservado para Conteúdo 4">
            <a:extLst>
              <a:ext uri="{FF2B5EF4-FFF2-40B4-BE49-F238E27FC236}">
                <a16:creationId xmlns:a16="http://schemas.microsoft.com/office/drawing/2014/main" id="{63F83A5E-E08F-0926-39CA-D70809B89F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1564905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C33586-9322-38F6-8C93-0EA1F8C9AD97}"/>
              </a:ext>
            </a:extLst>
          </p:cNvPr>
          <p:cNvSpPr>
            <a:spLocks noGrp="1"/>
          </p:cNvSpPr>
          <p:nvPr>
            <p:ph type="title"/>
          </p:nvPr>
        </p:nvSpPr>
        <p:spPr/>
        <p:txBody>
          <a:bodyPr/>
          <a:lstStyle/>
          <a:p>
            <a:endParaRPr lang="pt-BR"/>
          </a:p>
        </p:txBody>
      </p:sp>
      <p:pic>
        <p:nvPicPr>
          <p:cNvPr id="5" name="Espaço Reservado para Conteúdo 4">
            <a:extLst>
              <a:ext uri="{FF2B5EF4-FFF2-40B4-BE49-F238E27FC236}">
                <a16:creationId xmlns:a16="http://schemas.microsoft.com/office/drawing/2014/main" id="{7FDC83BD-8DAD-73E3-E396-C99D79E934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2489965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3846BA-BF34-8364-EB3B-E1C1F7B5EDDF}"/>
              </a:ext>
            </a:extLst>
          </p:cNvPr>
          <p:cNvSpPr>
            <a:spLocks noGrp="1"/>
          </p:cNvSpPr>
          <p:nvPr>
            <p:ph type="title"/>
          </p:nvPr>
        </p:nvSpPr>
        <p:spPr/>
        <p:txBody>
          <a:bodyPr/>
          <a:lstStyle/>
          <a:p>
            <a:endParaRPr lang="pt-BR"/>
          </a:p>
        </p:txBody>
      </p:sp>
      <p:pic>
        <p:nvPicPr>
          <p:cNvPr id="5" name="Espaço Reservado para Conteúdo 4">
            <a:extLst>
              <a:ext uri="{FF2B5EF4-FFF2-40B4-BE49-F238E27FC236}">
                <a16:creationId xmlns:a16="http://schemas.microsoft.com/office/drawing/2014/main" id="{58AF3EE2-9749-79DA-9381-412FD003E1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1353885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764F55-184A-8427-5622-33F307E53531}"/>
              </a:ext>
            </a:extLst>
          </p:cNvPr>
          <p:cNvSpPr>
            <a:spLocks noGrp="1"/>
          </p:cNvSpPr>
          <p:nvPr>
            <p:ph type="title"/>
          </p:nvPr>
        </p:nvSpPr>
        <p:spPr/>
        <p:txBody>
          <a:bodyPr/>
          <a:lstStyle/>
          <a:p>
            <a:endParaRPr lang="pt-BR"/>
          </a:p>
        </p:txBody>
      </p:sp>
      <p:pic>
        <p:nvPicPr>
          <p:cNvPr id="5" name="Espaço Reservado para Conteúdo 4">
            <a:extLst>
              <a:ext uri="{FF2B5EF4-FFF2-40B4-BE49-F238E27FC236}">
                <a16:creationId xmlns:a16="http://schemas.microsoft.com/office/drawing/2014/main" id="{0335378E-5623-6FB4-96A4-4288BD1717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2609663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73189D-A75E-0EC9-632F-0C3A36A23604}"/>
              </a:ext>
            </a:extLst>
          </p:cNvPr>
          <p:cNvSpPr>
            <a:spLocks noGrp="1"/>
          </p:cNvSpPr>
          <p:nvPr>
            <p:ph type="title"/>
          </p:nvPr>
        </p:nvSpPr>
        <p:spPr/>
        <p:txBody>
          <a:bodyPr/>
          <a:lstStyle/>
          <a:p>
            <a:endParaRPr lang="pt-BR"/>
          </a:p>
        </p:txBody>
      </p:sp>
      <p:pic>
        <p:nvPicPr>
          <p:cNvPr id="5" name="Espaço Reservado para Conteúdo 4">
            <a:extLst>
              <a:ext uri="{FF2B5EF4-FFF2-40B4-BE49-F238E27FC236}">
                <a16:creationId xmlns:a16="http://schemas.microsoft.com/office/drawing/2014/main" id="{D5335554-25AF-9C34-9F48-0CED690CA0F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3625434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7BEBB3-1EC8-76CE-EA65-DD4B8D9E8245}"/>
              </a:ext>
            </a:extLst>
          </p:cNvPr>
          <p:cNvSpPr>
            <a:spLocks noGrp="1"/>
          </p:cNvSpPr>
          <p:nvPr>
            <p:ph type="title"/>
          </p:nvPr>
        </p:nvSpPr>
        <p:spPr/>
        <p:txBody>
          <a:bodyPr/>
          <a:lstStyle/>
          <a:p>
            <a:endParaRPr lang="pt-BR"/>
          </a:p>
        </p:txBody>
      </p:sp>
      <p:pic>
        <p:nvPicPr>
          <p:cNvPr id="5" name="Espaço Reservado para Conteúdo 4">
            <a:extLst>
              <a:ext uri="{FF2B5EF4-FFF2-40B4-BE49-F238E27FC236}">
                <a16:creationId xmlns:a16="http://schemas.microsoft.com/office/drawing/2014/main" id="{AD30655D-33A7-23D0-B83B-4E562854EAA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3213216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5B9D7A-E9F2-ACB3-3D7D-011EF520CD94}"/>
              </a:ext>
            </a:extLst>
          </p:cNvPr>
          <p:cNvSpPr>
            <a:spLocks noGrp="1"/>
          </p:cNvSpPr>
          <p:nvPr>
            <p:ph type="title"/>
          </p:nvPr>
        </p:nvSpPr>
        <p:spPr/>
        <p:txBody>
          <a:bodyPr/>
          <a:lstStyle/>
          <a:p>
            <a:endParaRPr lang="pt-BR"/>
          </a:p>
        </p:txBody>
      </p:sp>
      <p:pic>
        <p:nvPicPr>
          <p:cNvPr id="5" name="Espaço Reservado para Conteúdo 4">
            <a:extLst>
              <a:ext uri="{FF2B5EF4-FFF2-40B4-BE49-F238E27FC236}">
                <a16:creationId xmlns:a16="http://schemas.microsoft.com/office/drawing/2014/main" id="{7984DB57-C453-2287-E429-134D500534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2432638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4C1E11-67BD-2806-0DBF-70152FB4AC44}"/>
              </a:ext>
            </a:extLst>
          </p:cNvPr>
          <p:cNvSpPr>
            <a:spLocks noGrp="1"/>
          </p:cNvSpPr>
          <p:nvPr>
            <p:ph type="title"/>
          </p:nvPr>
        </p:nvSpPr>
        <p:spPr/>
        <p:txBody>
          <a:bodyPr/>
          <a:lstStyle/>
          <a:p>
            <a:endParaRPr lang="pt-BR"/>
          </a:p>
        </p:txBody>
      </p:sp>
      <p:pic>
        <p:nvPicPr>
          <p:cNvPr id="5" name="Espaço Reservado para Conteúdo 4">
            <a:extLst>
              <a:ext uri="{FF2B5EF4-FFF2-40B4-BE49-F238E27FC236}">
                <a16:creationId xmlns:a16="http://schemas.microsoft.com/office/drawing/2014/main" id="{9AB1C917-6A27-044F-6E3E-E8A7B5A745A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3939308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469B25-1196-D0A5-F69E-56C1295C36C5}"/>
              </a:ext>
            </a:extLst>
          </p:cNvPr>
          <p:cNvSpPr>
            <a:spLocks noGrp="1"/>
          </p:cNvSpPr>
          <p:nvPr>
            <p:ph type="title"/>
          </p:nvPr>
        </p:nvSpPr>
        <p:spPr/>
        <p:txBody>
          <a:bodyPr/>
          <a:lstStyle/>
          <a:p>
            <a:endParaRPr lang="pt-BR"/>
          </a:p>
        </p:txBody>
      </p:sp>
      <p:pic>
        <p:nvPicPr>
          <p:cNvPr id="5" name="Espaço Reservado para Conteúdo 4">
            <a:extLst>
              <a:ext uri="{FF2B5EF4-FFF2-40B4-BE49-F238E27FC236}">
                <a16:creationId xmlns:a16="http://schemas.microsoft.com/office/drawing/2014/main" id="{D135106D-054C-7307-308D-01CC0EC290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2506205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81A1FB-1401-AED8-748B-1F667AB85CC8}"/>
              </a:ext>
            </a:extLst>
          </p:cNvPr>
          <p:cNvSpPr>
            <a:spLocks noGrp="1"/>
          </p:cNvSpPr>
          <p:nvPr>
            <p:ph type="title"/>
          </p:nvPr>
        </p:nvSpPr>
        <p:spPr/>
        <p:txBody>
          <a:bodyPr/>
          <a:lstStyle/>
          <a:p>
            <a:endParaRPr lang="pt-BR"/>
          </a:p>
        </p:txBody>
      </p:sp>
      <p:pic>
        <p:nvPicPr>
          <p:cNvPr id="5" name="Espaço Reservado para Conteúdo 4">
            <a:extLst>
              <a:ext uri="{FF2B5EF4-FFF2-40B4-BE49-F238E27FC236}">
                <a16:creationId xmlns:a16="http://schemas.microsoft.com/office/drawing/2014/main" id="{59287B3D-A1D3-4AD3-A59B-FDEEB776BE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7060"/>
            <a:ext cx="12192000" cy="6858000"/>
          </a:xfrm>
        </p:spPr>
      </p:pic>
    </p:spTree>
    <p:extLst>
      <p:ext uri="{BB962C8B-B14F-4D97-AF65-F5344CB8AC3E}">
        <p14:creationId xmlns:p14="http://schemas.microsoft.com/office/powerpoint/2010/main" val="269070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D12C24-8CC7-4D02-BD5E-86E978E92750}"/>
              </a:ext>
            </a:extLst>
          </p:cNvPr>
          <p:cNvSpPr>
            <a:spLocks noGrp="1"/>
          </p:cNvSpPr>
          <p:nvPr>
            <p:ph type="title"/>
          </p:nvPr>
        </p:nvSpPr>
        <p:spPr/>
        <p:txBody>
          <a:bodyPr/>
          <a:lstStyle/>
          <a:p>
            <a:endParaRPr lang="pt-BR"/>
          </a:p>
        </p:txBody>
      </p:sp>
      <p:pic>
        <p:nvPicPr>
          <p:cNvPr id="5" name="Espaço Reservado para Conteúdo 4">
            <a:extLst>
              <a:ext uri="{FF2B5EF4-FFF2-40B4-BE49-F238E27FC236}">
                <a16:creationId xmlns:a16="http://schemas.microsoft.com/office/drawing/2014/main" id="{861D1954-2BEF-DB25-D3D2-05D0FE47E3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42941620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6A6635-0E3E-F035-2C4E-F70D11923F7A}"/>
              </a:ext>
            </a:extLst>
          </p:cNvPr>
          <p:cNvSpPr>
            <a:spLocks noGrp="1"/>
          </p:cNvSpPr>
          <p:nvPr>
            <p:ph type="title"/>
          </p:nvPr>
        </p:nvSpPr>
        <p:spPr>
          <a:xfrm>
            <a:off x="551597" y="277562"/>
            <a:ext cx="10515600" cy="1325563"/>
          </a:xfrm>
        </p:spPr>
        <p:txBody>
          <a:bodyPr/>
          <a:lstStyle/>
          <a:p>
            <a:r>
              <a:rPr lang="pt-BR" b="1" dirty="0">
                <a:effectLst>
                  <a:outerShdw blurRad="38100" dist="38100" dir="2700000" algn="tl">
                    <a:srgbClr val="000000">
                      <a:alpha val="43137"/>
                    </a:srgbClr>
                  </a:outerShdw>
                </a:effectLst>
              </a:rPr>
              <a:t>EXEMPLO:</a:t>
            </a:r>
          </a:p>
        </p:txBody>
      </p:sp>
      <p:sp>
        <p:nvSpPr>
          <p:cNvPr id="3" name="Espaço Reservado para Conteúdo 2">
            <a:extLst>
              <a:ext uri="{FF2B5EF4-FFF2-40B4-BE49-F238E27FC236}">
                <a16:creationId xmlns:a16="http://schemas.microsoft.com/office/drawing/2014/main" id="{393EFEB1-DA29-C94F-69B1-7029CBFE1FAC}"/>
              </a:ext>
            </a:extLst>
          </p:cNvPr>
          <p:cNvSpPr>
            <a:spLocks noGrp="1"/>
          </p:cNvSpPr>
          <p:nvPr>
            <p:ph idx="1"/>
          </p:nvPr>
        </p:nvSpPr>
        <p:spPr>
          <a:xfrm>
            <a:off x="415118" y="1566318"/>
            <a:ext cx="11349251" cy="5014120"/>
          </a:xfrm>
        </p:spPr>
        <p:txBody>
          <a:bodyPr>
            <a:normAutofit fontScale="62500" lnSpcReduction="20000"/>
          </a:bodyPr>
          <a:lstStyle/>
          <a:p>
            <a:pPr marL="0" indent="0" algn="just">
              <a:lnSpc>
                <a:spcPct val="120000"/>
              </a:lnSpc>
              <a:buNone/>
            </a:pPr>
            <a:r>
              <a:rPr lang="pt-BR" sz="3600" dirty="0"/>
              <a:t>Uma empresa do setor financeiro identifica que um de seus gerentes está favorecendo determinados clientes no processo de aprovação de crédito, concedendo condições especiais sem justificativa formal. Além disso, há promessas de que ele receba benefícios pessoais desses clientes, como presentes e convites para eventos exclusivos.</a:t>
            </a:r>
          </a:p>
          <a:p>
            <a:pPr marL="0" indent="0" algn="just">
              <a:lnSpc>
                <a:spcPct val="120000"/>
              </a:lnSpc>
              <a:buNone/>
            </a:pPr>
            <a:r>
              <a:rPr lang="pt-BR" sz="3600" dirty="0"/>
              <a:t>Diante dessa situação, outros funcionários, percebendo a irregularidade, sentem-se inseguros para denunciar diretamente, temendo represálias. No entanto, a prática pode comprometer a transparência da empresa e gerar riscos legais e financeiros.</a:t>
            </a:r>
          </a:p>
          <a:p>
            <a:pPr marL="0" indent="0" algn="just">
              <a:lnSpc>
                <a:spcPct val="120000"/>
              </a:lnSpc>
              <a:buNone/>
            </a:pPr>
            <a:endParaRPr lang="pt-BR" sz="3600" dirty="0">
              <a:highlight>
                <a:srgbClr val="FFFF00"/>
              </a:highlight>
            </a:endParaRPr>
          </a:p>
          <a:p>
            <a:pPr marL="0" indent="0" algn="just">
              <a:lnSpc>
                <a:spcPct val="120000"/>
              </a:lnSpc>
              <a:buNone/>
            </a:pPr>
            <a:r>
              <a:rPr lang="pt-BR" sz="3600" dirty="0">
                <a:highlight>
                  <a:srgbClr val="FFFF00"/>
                </a:highlight>
              </a:rPr>
              <a:t>A questão a ser levada ao setor de compliance é: </a:t>
            </a:r>
            <a:r>
              <a:rPr lang="pt-BR" sz="3600" b="1" dirty="0"/>
              <a:t>como lidar com um possível caso de conflito de interesses e favorecimento indevido sem comprometer a integridade dos processos internos e a segurança dos colaboradores?</a:t>
            </a:r>
            <a:endParaRPr lang="pt-BR" sz="3600" dirty="0"/>
          </a:p>
          <a:p>
            <a:pPr algn="just"/>
            <a:endParaRPr lang="pt-BR" dirty="0"/>
          </a:p>
        </p:txBody>
      </p:sp>
    </p:spTree>
    <p:extLst>
      <p:ext uri="{BB962C8B-B14F-4D97-AF65-F5344CB8AC3E}">
        <p14:creationId xmlns:p14="http://schemas.microsoft.com/office/powerpoint/2010/main" val="3461157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DE2216-FAE5-D9F9-BDE4-96ABEEB1E46A}"/>
              </a:ext>
            </a:extLst>
          </p:cNvPr>
          <p:cNvSpPr>
            <a:spLocks noGrp="1"/>
          </p:cNvSpPr>
          <p:nvPr>
            <p:ph type="title"/>
          </p:nvPr>
        </p:nvSpPr>
        <p:spPr/>
        <p:txBody>
          <a:bodyPr/>
          <a:lstStyle/>
          <a:p>
            <a:endParaRPr lang="pt-BR"/>
          </a:p>
        </p:txBody>
      </p:sp>
      <p:pic>
        <p:nvPicPr>
          <p:cNvPr id="5" name="Espaço Reservado para Conteúdo 4">
            <a:extLst>
              <a:ext uri="{FF2B5EF4-FFF2-40B4-BE49-F238E27FC236}">
                <a16:creationId xmlns:a16="http://schemas.microsoft.com/office/drawing/2014/main" id="{A45C7E66-5BF6-C90C-77B0-EE2DA5410E3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5919743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2DDC84-0EC3-C3CA-7358-D5ED8F885907}"/>
              </a:ext>
            </a:extLst>
          </p:cNvPr>
          <p:cNvSpPr>
            <a:spLocks noGrp="1"/>
          </p:cNvSpPr>
          <p:nvPr>
            <p:ph type="title"/>
          </p:nvPr>
        </p:nvSpPr>
        <p:spPr/>
        <p:txBody>
          <a:bodyPr/>
          <a:lstStyle/>
          <a:p>
            <a:endParaRPr lang="pt-BR"/>
          </a:p>
        </p:txBody>
      </p:sp>
      <p:pic>
        <p:nvPicPr>
          <p:cNvPr id="5" name="Espaço Reservado para Conteúdo 4">
            <a:extLst>
              <a:ext uri="{FF2B5EF4-FFF2-40B4-BE49-F238E27FC236}">
                <a16:creationId xmlns:a16="http://schemas.microsoft.com/office/drawing/2014/main" id="{150FB396-CE68-4175-F7FE-DE4219EEBCE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534917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92DA38-4E65-69EA-0329-6A7A50CAA55E}"/>
              </a:ext>
            </a:extLst>
          </p:cNvPr>
          <p:cNvSpPr>
            <a:spLocks noGrp="1"/>
          </p:cNvSpPr>
          <p:nvPr>
            <p:ph type="title"/>
          </p:nvPr>
        </p:nvSpPr>
        <p:spPr>
          <a:xfrm>
            <a:off x="838199" y="160409"/>
            <a:ext cx="10515600" cy="1325563"/>
          </a:xfrm>
        </p:spPr>
        <p:txBody>
          <a:bodyPr>
            <a:normAutofit/>
          </a:bodyPr>
          <a:lstStyle/>
          <a:p>
            <a:r>
              <a:rPr lang="pt-BR" sz="2800" b="1" dirty="0"/>
              <a:t>Atividade 1: </a:t>
            </a:r>
            <a:r>
              <a:rPr lang="pt-BR" sz="2800" b="1" i="0" dirty="0">
                <a:solidFill>
                  <a:srgbClr val="202124"/>
                </a:solidFill>
                <a:effectLst/>
                <a:latin typeface="Roboto" panose="02000000000000000000" pitchFamily="2" charset="0"/>
              </a:rPr>
              <a:t> Estudo de caso "Uso indevido das redes sociais"</a:t>
            </a:r>
            <a:endParaRPr lang="pt-BR" sz="2800" b="1" dirty="0"/>
          </a:p>
        </p:txBody>
      </p:sp>
      <p:sp>
        <p:nvSpPr>
          <p:cNvPr id="3" name="Espaço Reservado para Conteúdo 2">
            <a:extLst>
              <a:ext uri="{FF2B5EF4-FFF2-40B4-BE49-F238E27FC236}">
                <a16:creationId xmlns:a16="http://schemas.microsoft.com/office/drawing/2014/main" id="{4F07511C-BFAF-09FB-A59A-CDF4BF8661A3}"/>
              </a:ext>
            </a:extLst>
          </p:cNvPr>
          <p:cNvSpPr>
            <a:spLocks noGrp="1"/>
          </p:cNvSpPr>
          <p:nvPr>
            <p:ph idx="1"/>
          </p:nvPr>
        </p:nvSpPr>
        <p:spPr>
          <a:xfrm>
            <a:off x="483358" y="1320658"/>
            <a:ext cx="11225283" cy="5076683"/>
          </a:xfrm>
        </p:spPr>
        <p:txBody>
          <a:bodyPr>
            <a:normAutofit fontScale="92500"/>
          </a:bodyPr>
          <a:lstStyle/>
          <a:p>
            <a:pPr marL="0" indent="0" algn="just">
              <a:lnSpc>
                <a:spcPct val="120000"/>
              </a:lnSpc>
              <a:buNone/>
            </a:pPr>
            <a:r>
              <a:rPr lang="pt-BR" sz="2400" b="0" i="0" dirty="0">
                <a:solidFill>
                  <a:srgbClr val="202124"/>
                </a:solidFill>
                <a:effectLst/>
              </a:rPr>
              <a:t>Uma empresa de tecnologia desenvolve um novo software de gestão empresarial, ainda em fase de testes. Um dos funcionários, empolgado com o projeto, compartilha detalhes sobre a inovação em suas redes sociais profissionais, sem autorização da empresa. A postagem chama a atenção da concorrência, que rapidamente lança um produto semelhante antes do lançamento oficial da empresa. Esse vazamento de informações gera prejuízos financeiros, desvalorização do trabalho da equipe e desconfiança interna. Além disso, a empresa precisa rever suas diretrizes de comunicação digital para evitar problemas futuros.</a:t>
            </a:r>
            <a:br>
              <a:rPr lang="pt-BR" sz="2400" dirty="0"/>
            </a:br>
            <a:endParaRPr lang="pt-BR" sz="2400" dirty="0"/>
          </a:p>
          <a:p>
            <a:pPr marL="0" indent="0">
              <a:lnSpc>
                <a:spcPct val="120000"/>
              </a:lnSpc>
              <a:buNone/>
            </a:pPr>
            <a:r>
              <a:rPr lang="pt-BR" sz="2400" b="1" i="0" dirty="0">
                <a:solidFill>
                  <a:srgbClr val="202124"/>
                </a:solidFill>
                <a:effectLst/>
              </a:rPr>
              <a:t>Responda: </a:t>
            </a:r>
            <a:br>
              <a:rPr lang="pt-BR" sz="2400" dirty="0"/>
            </a:br>
            <a:r>
              <a:rPr lang="pt-BR" sz="2400" b="0" i="0" dirty="0">
                <a:solidFill>
                  <a:srgbClr val="202124"/>
                </a:solidFill>
                <a:effectLst/>
              </a:rPr>
              <a:t>O que faltou para que o funcionário compreendesse a importância da confidencialidade?</a:t>
            </a:r>
            <a:br>
              <a:rPr lang="pt-BR" sz="2400" dirty="0"/>
            </a:br>
            <a:r>
              <a:rPr lang="pt-BR" sz="2400" b="0" i="0" dirty="0">
                <a:solidFill>
                  <a:srgbClr val="202124"/>
                </a:solidFill>
                <a:effectLst/>
              </a:rPr>
              <a:t>Como a empresa pode promover a ética digital entre os colaboradores?</a:t>
            </a:r>
            <a:br>
              <a:rPr lang="pt-BR" sz="2400" dirty="0"/>
            </a:br>
            <a:r>
              <a:rPr lang="pt-BR" sz="2400" b="0" i="0" dirty="0">
                <a:solidFill>
                  <a:srgbClr val="202124"/>
                </a:solidFill>
                <a:effectLst/>
              </a:rPr>
              <a:t>Quais medidas puderam ter sido tomadas para evitar esse tipo de situação?</a:t>
            </a:r>
            <a:endParaRPr lang="pt-BR" sz="2400" dirty="0"/>
          </a:p>
        </p:txBody>
      </p:sp>
    </p:spTree>
    <p:extLst>
      <p:ext uri="{BB962C8B-B14F-4D97-AF65-F5344CB8AC3E}">
        <p14:creationId xmlns:p14="http://schemas.microsoft.com/office/powerpoint/2010/main" val="30368617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92DA38-4E65-69EA-0329-6A7A50CAA55E}"/>
              </a:ext>
            </a:extLst>
          </p:cNvPr>
          <p:cNvSpPr>
            <a:spLocks noGrp="1"/>
          </p:cNvSpPr>
          <p:nvPr>
            <p:ph type="title"/>
          </p:nvPr>
        </p:nvSpPr>
        <p:spPr>
          <a:xfrm>
            <a:off x="838200" y="146761"/>
            <a:ext cx="10515600" cy="1325563"/>
          </a:xfrm>
        </p:spPr>
        <p:txBody>
          <a:bodyPr vert="horz" lIns="91440" tIns="45720" rIns="91440" bIns="45720" rtlCol="0" anchor="ctr">
            <a:normAutofit/>
          </a:bodyPr>
          <a:lstStyle/>
          <a:p>
            <a:pPr algn="ctr"/>
            <a:r>
              <a:rPr lang="pt-BR" sz="2800" b="1" dirty="0"/>
              <a:t>Atividade 2: Estudo de caso "Processo seletivo"</a:t>
            </a:r>
          </a:p>
        </p:txBody>
      </p:sp>
      <p:sp>
        <p:nvSpPr>
          <p:cNvPr id="3" name="Espaço Reservado para Conteúdo 2">
            <a:extLst>
              <a:ext uri="{FF2B5EF4-FFF2-40B4-BE49-F238E27FC236}">
                <a16:creationId xmlns:a16="http://schemas.microsoft.com/office/drawing/2014/main" id="{4F07511C-BFAF-09FB-A59A-CDF4BF8661A3}"/>
              </a:ext>
            </a:extLst>
          </p:cNvPr>
          <p:cNvSpPr>
            <a:spLocks noGrp="1"/>
          </p:cNvSpPr>
          <p:nvPr>
            <p:ph idx="1"/>
          </p:nvPr>
        </p:nvSpPr>
        <p:spPr>
          <a:xfrm>
            <a:off x="223482" y="1143236"/>
            <a:ext cx="11745036" cy="5076683"/>
          </a:xfrm>
        </p:spPr>
        <p:txBody>
          <a:bodyPr>
            <a:noAutofit/>
          </a:bodyPr>
          <a:lstStyle/>
          <a:p>
            <a:pPr marL="0" indent="0" algn="just">
              <a:lnSpc>
                <a:spcPct val="120000"/>
              </a:lnSpc>
              <a:buNone/>
            </a:pPr>
            <a:r>
              <a:rPr lang="pt-BR" sz="2000" b="0" i="0" dirty="0">
                <a:solidFill>
                  <a:srgbClr val="202124"/>
                </a:solidFill>
                <a:effectLst/>
              </a:rPr>
              <a:t>Uma empresa de tecnologia abriu um processo seletivo para a contratação de novos desenvolvedores. Durante a triagem dos candidatos, um dos recrutadores acessou perfis pessoais nas redes sociais e tomou decisões com base em publicações que não estavam relacionadas ao ambiente profissional, como preferências pessoais, opiniões políticas e estilo de vida. Além disso, sem o conhecimento dos candidatos, o recrutador colocou prints dessas postagens em um grupo interno da empresa, onde outros funcionários fizeram comentários depreciativos e até mesmo memes sobre alguns candidatos. Como resultado, profissionais exigentes foram descartados do processo seletivo não por suas habilidades técnicas, mas por questões subjetivas e não relacionadas ao desempenho profissional.</a:t>
            </a:r>
            <a:r>
              <a:rPr lang="pt-BR" sz="2000" b="0" i="0" dirty="0">
                <a:solidFill>
                  <a:schemeClr val="bg1"/>
                </a:solidFill>
                <a:effectLst/>
              </a:rPr>
              <a:t>.............................................................................................................&gt;&gt;&gt;&gt;&gt;..........</a:t>
            </a:r>
          </a:p>
          <a:p>
            <a:pPr marL="0" indent="0">
              <a:lnSpc>
                <a:spcPct val="120000"/>
              </a:lnSpc>
              <a:buNone/>
            </a:pPr>
            <a:r>
              <a:rPr lang="pt-BR" sz="2000" b="1" i="0" dirty="0">
                <a:solidFill>
                  <a:srgbClr val="202124"/>
                </a:solidFill>
                <a:effectLst/>
              </a:rPr>
              <a:t>Responda: </a:t>
            </a:r>
            <a:br>
              <a:rPr lang="pt-BR" sz="2000" dirty="0"/>
            </a:br>
            <a:r>
              <a:rPr lang="pt-BR" sz="2000" b="0" i="0" dirty="0">
                <a:solidFill>
                  <a:srgbClr val="202124"/>
                </a:solidFill>
                <a:effectLst/>
              </a:rPr>
              <a:t>Por que usar informações pessoais dos candidatos para seleção pode ser considerado antiético?</a:t>
            </a:r>
            <a:br>
              <a:rPr lang="pt-BR" sz="2000" dirty="0"/>
            </a:br>
            <a:r>
              <a:rPr lang="pt-BR" sz="2000" b="0" i="0" dirty="0">
                <a:solidFill>
                  <a:srgbClr val="202124"/>
                </a:solidFill>
                <a:effectLst/>
              </a:rPr>
              <a:t>Como a empresa pode garantir que o processo seletivo seja cronológico de forma justa e transparente?</a:t>
            </a:r>
            <a:br>
              <a:rPr lang="pt-BR" sz="2000" dirty="0"/>
            </a:br>
            <a:r>
              <a:rPr lang="pt-BR" sz="2000" b="0" i="0" dirty="0">
                <a:solidFill>
                  <a:srgbClr val="202124"/>
                </a:solidFill>
                <a:effectLst/>
              </a:rPr>
              <a:t>Quais práticas éticas os recrutadores devem seguir ao analisar o perfil dos candidatos?</a:t>
            </a:r>
            <a:endParaRPr lang="pt-BR" sz="2000" dirty="0"/>
          </a:p>
        </p:txBody>
      </p:sp>
    </p:spTree>
    <p:extLst>
      <p:ext uri="{BB962C8B-B14F-4D97-AF65-F5344CB8AC3E}">
        <p14:creationId xmlns:p14="http://schemas.microsoft.com/office/powerpoint/2010/main" val="31482897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92DA38-4E65-69EA-0329-6A7A50CAA55E}"/>
              </a:ext>
            </a:extLst>
          </p:cNvPr>
          <p:cNvSpPr>
            <a:spLocks noGrp="1"/>
          </p:cNvSpPr>
          <p:nvPr>
            <p:ph type="title"/>
          </p:nvPr>
        </p:nvSpPr>
        <p:spPr>
          <a:xfrm>
            <a:off x="838199" y="160409"/>
            <a:ext cx="10515600" cy="1325563"/>
          </a:xfrm>
        </p:spPr>
        <p:txBody>
          <a:bodyPr>
            <a:normAutofit/>
          </a:bodyPr>
          <a:lstStyle/>
          <a:p>
            <a:r>
              <a:rPr lang="pt-BR" sz="2800" b="1" dirty="0"/>
              <a:t>Atividade 3:  "Falta de ética online no uso da inteligência artificial"</a:t>
            </a:r>
          </a:p>
        </p:txBody>
      </p:sp>
      <p:sp>
        <p:nvSpPr>
          <p:cNvPr id="3" name="Espaço Reservado para Conteúdo 2">
            <a:extLst>
              <a:ext uri="{FF2B5EF4-FFF2-40B4-BE49-F238E27FC236}">
                <a16:creationId xmlns:a16="http://schemas.microsoft.com/office/drawing/2014/main" id="{4F07511C-BFAF-09FB-A59A-CDF4BF8661A3}"/>
              </a:ext>
            </a:extLst>
          </p:cNvPr>
          <p:cNvSpPr>
            <a:spLocks noGrp="1"/>
          </p:cNvSpPr>
          <p:nvPr>
            <p:ph idx="1"/>
          </p:nvPr>
        </p:nvSpPr>
        <p:spPr>
          <a:xfrm>
            <a:off x="483358" y="1320658"/>
            <a:ext cx="11362899" cy="5076683"/>
          </a:xfrm>
        </p:spPr>
        <p:txBody>
          <a:bodyPr>
            <a:normAutofit fontScale="92500" lnSpcReduction="20000"/>
          </a:bodyPr>
          <a:lstStyle/>
          <a:p>
            <a:pPr marL="0" indent="0" algn="just">
              <a:lnSpc>
                <a:spcPct val="120000"/>
              </a:lnSpc>
              <a:buNone/>
            </a:pPr>
            <a:r>
              <a:rPr lang="pt-BR" sz="2000" b="0" i="0" dirty="0">
                <a:solidFill>
                  <a:srgbClr val="202124"/>
                </a:solidFill>
                <a:effectLst/>
              </a:rPr>
              <a:t>Uma empresa de engenharia abriu um edital interno para selecionar propostas inovadoras que poderiam ser rompidas como novos projetos. Cada equipe deveria apresentar estudos, justificativas e dados que comprovassem as soluções de sua ideia. Um dos colaboradores, sem o conhecimento de seus colegas, utilizou uma ferramenta de inteligência artificial para gerar textos técnicos e elaborar relatórios completos, sem revisar ou validar as informações. Além disso, ele manipulou os dados apresentados, inserindo métricas inexistentes para tornar o projeto mais convincente. </a:t>
            </a:r>
          </a:p>
          <a:p>
            <a:pPr marL="0" indent="0" algn="just">
              <a:lnSpc>
                <a:spcPct val="120000"/>
              </a:lnSpc>
              <a:buNone/>
            </a:pPr>
            <a:r>
              <a:rPr lang="pt-BR" sz="2000" b="0" i="0" dirty="0">
                <a:solidFill>
                  <a:srgbClr val="202124"/>
                </a:solidFill>
                <a:effectLst/>
              </a:rPr>
              <a:t>Ao ser escolhido como vencedor, o colaborador assumiu todo o mérito da proposta, sem considerar o papel da equipe ou o fato de que grande parte do conteúdo foi gerada automaticamente. Posteriormente, quando o projeto começou a ser implementado, inconsistências foram identificadas, revelando que as informações eram imprecisas e prejudicando a contrapartida da empresa.</a:t>
            </a:r>
            <a:r>
              <a:rPr lang="pt-BR" sz="2000" b="0" i="0" dirty="0">
                <a:solidFill>
                  <a:schemeClr val="bg1"/>
                </a:solidFill>
                <a:effectLst/>
              </a:rPr>
              <a:t>...................................................</a:t>
            </a:r>
            <a:br>
              <a:rPr lang="pt-BR" sz="2000" dirty="0"/>
            </a:br>
            <a:endParaRPr lang="pt-BR" sz="2000" dirty="0"/>
          </a:p>
          <a:p>
            <a:pPr marL="0" indent="0">
              <a:lnSpc>
                <a:spcPct val="120000"/>
              </a:lnSpc>
              <a:buNone/>
            </a:pPr>
            <a:r>
              <a:rPr lang="pt-BR" sz="2000" b="1" i="0" dirty="0">
                <a:solidFill>
                  <a:srgbClr val="202124"/>
                </a:solidFill>
                <a:effectLst/>
              </a:rPr>
              <a:t>Responda: </a:t>
            </a:r>
            <a:br>
              <a:rPr lang="pt-BR" sz="2000" dirty="0"/>
            </a:br>
            <a:r>
              <a:rPr lang="pt-BR" sz="2000" b="0" i="0" dirty="0">
                <a:solidFill>
                  <a:srgbClr val="202124"/>
                </a:solidFill>
                <a:effectLst/>
              </a:rPr>
              <a:t>Por que o uso de inteligência artificial sem validação pode ser antiético?</a:t>
            </a:r>
            <a:br>
              <a:rPr lang="pt-BR" sz="2000" dirty="0"/>
            </a:br>
            <a:r>
              <a:rPr lang="pt-BR" sz="2000" b="0" i="0" dirty="0">
                <a:solidFill>
                  <a:srgbClr val="202124"/>
                </a:solidFill>
                <a:effectLst/>
              </a:rPr>
              <a:t>Como a transparência no desenvolvimento de projetos pode evitar esse tipo de problema?</a:t>
            </a:r>
            <a:br>
              <a:rPr lang="pt-BR" sz="2000" dirty="0"/>
            </a:br>
            <a:r>
              <a:rPr lang="pt-BR" sz="2000" b="0" i="0" dirty="0">
                <a:solidFill>
                  <a:srgbClr val="202124"/>
                </a:solidFill>
                <a:effectLst/>
              </a:rPr>
              <a:t>De que maneira a empresa pode criar diretrizes para o uso responsável da inteligência artificial?</a:t>
            </a:r>
            <a:endParaRPr lang="pt-BR" sz="3200" dirty="0"/>
          </a:p>
        </p:txBody>
      </p:sp>
    </p:spTree>
    <p:extLst>
      <p:ext uri="{BB962C8B-B14F-4D97-AF65-F5344CB8AC3E}">
        <p14:creationId xmlns:p14="http://schemas.microsoft.com/office/powerpoint/2010/main" val="246246208"/>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675</Words>
  <Application>Microsoft Office PowerPoint</Application>
  <PresentationFormat>Widescreen</PresentationFormat>
  <Paragraphs>15</Paragraphs>
  <Slides>22</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22</vt:i4>
      </vt:variant>
    </vt:vector>
  </HeadingPairs>
  <TitlesOfParts>
    <vt:vector size="27" baseType="lpstr">
      <vt:lpstr>Aptos</vt:lpstr>
      <vt:lpstr>Aptos Display</vt:lpstr>
      <vt:lpstr>Arial</vt:lpstr>
      <vt:lpstr>Roboto</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EXEMPLO:</vt:lpstr>
      <vt:lpstr>Apresentação do PowerPoint</vt:lpstr>
      <vt:lpstr>Apresentação do PowerPoint</vt:lpstr>
      <vt:lpstr>Atividade 1:  Estudo de caso "Uso indevido das redes sociais"</vt:lpstr>
      <vt:lpstr>Atividade 2: Estudo de caso "Processo seletivo"</vt:lpstr>
      <vt:lpstr>Atividade 3:  "Falta de ética online no uso da inteligência artificial"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Gabriela Viana</dc:creator>
  <cp:lastModifiedBy>Gabriela Viana</cp:lastModifiedBy>
  <cp:revision>1</cp:revision>
  <dcterms:created xsi:type="dcterms:W3CDTF">2025-03-24T11:48:07Z</dcterms:created>
  <dcterms:modified xsi:type="dcterms:W3CDTF">2025-03-24T12:17:21Z</dcterms:modified>
</cp:coreProperties>
</file>